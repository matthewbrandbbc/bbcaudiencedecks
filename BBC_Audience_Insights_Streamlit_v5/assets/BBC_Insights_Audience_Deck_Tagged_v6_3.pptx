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4" r:id="rId2"/>
    <p:sldMasterId id="2147483760" r:id="rId3"/>
    <p:sldMasterId id="2147483818" r:id="rId4"/>
    <p:sldMasterId id="2147483842" r:id="rId5"/>
  </p:sldMasterIdLst>
  <p:notesMasterIdLst>
    <p:notesMasterId r:id="rId16"/>
  </p:notesMasterIdLst>
  <p:sldIdLst>
    <p:sldId id="279" r:id="rId6"/>
    <p:sldId id="296" r:id="rId7"/>
    <p:sldId id="2147483382" r:id="rId8"/>
    <p:sldId id="287" r:id="rId9"/>
    <p:sldId id="2147483380" r:id="rId10"/>
    <p:sldId id="2147483381" r:id="rId11"/>
    <p:sldId id="2147483379" r:id="rId12"/>
    <p:sldId id="2147483383" r:id="rId13"/>
    <p:sldId id="2147483384" r:id="rId14"/>
    <p:sldId id="21474833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3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000000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000000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6419249840294467"/>
          <c:w val="0.99212720225421713"/>
          <c:h val="0.5404028600789970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8D1-4B07-B6DB-075967B8C27B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8D1-4B07-B6DB-075967B8C27B}"/>
              </c:ext>
            </c:extLst>
          </c:dPt>
          <c:dPt>
            <c:idx val="3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8D1-4B07-B6DB-075967B8C27B}"/>
              </c:ext>
            </c:extLst>
          </c:dPt>
          <c:dPt>
            <c:idx val="10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E4C-4A09-8691-C672B8A66AE7}"/>
              </c:ext>
            </c:extLst>
          </c:dPt>
          <c:dPt>
            <c:idx val="11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E4C-4A09-8691-C672B8A66AE7}"/>
              </c:ext>
            </c:extLst>
          </c:dPt>
          <c:dPt>
            <c:idx val="14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E4C-4A09-8691-C672B8A66AE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103M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8D1-4B07-B6DB-075967B8C27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615M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8D1-4B07-B6DB-075967B8C27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240M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8D1-4B07-B6DB-075967B8C27B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97M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E4C-4A09-8691-C672B8A66AE7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528M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E4C-4A09-8691-C672B8A66AE7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75M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EE4C-4A09-8691-C672B8A66AE7}"/>
                </c:ext>
              </c:extLst>
            </c:dLbl>
            <c:numFmt formatCode="[&gt;=1000000]0.0,,&quot;M&quot;;[&lt;=-1000000]\-0.0,,&quot;M&quot;;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rgbClr val="000000"/>
                    </a:solidFill>
                    <a:latin typeface="Georgia" pitchFamily="18"/>
                    <a:ea typeface="Georgia" pitchFamily="18"/>
                    <a:cs typeface="Georgia" pitchFamily="18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8"/>
                <c:pt idx="0">
                  <c:v>CNN</c:v>
                </c:pt>
                <c:pt idx="1">
                  <c:v>BBC</c:v>
                </c:pt>
                <c:pt idx="2">
                  <c:v>NYT</c:v>
                </c:pt>
                <c:pt idx="3">
                  <c:v>CNBC</c:v>
                </c:pt>
                <c:pt idx="4">
                  <c:v>Guardian</c:v>
                </c:pt>
                <c:pt idx="5">
                  <c:v>Forbes</c:v>
                </c:pt>
                <c:pt idx="6">
                  <c:v>NBC News</c:v>
                </c:pt>
                <c:pt idx="7">
                  <c:v>Washington Post</c:v>
                </c:pt>
                <c:pt idx="8">
                  <c:v>Reuters</c:v>
                </c:pt>
                <c:pt idx="9">
                  <c:v>WSJ</c:v>
                </c:pt>
                <c:pt idx="10">
                  <c:v>Economist</c:v>
                </c:pt>
                <c:pt idx="11">
                  <c:v>Bloomberg</c:v>
                </c:pt>
                <c:pt idx="12">
                  <c:v>Sky News</c:v>
                </c:pt>
                <c:pt idx="13">
                  <c:v>FT</c:v>
                </c:pt>
                <c:pt idx="14">
                  <c:v>Euronews</c:v>
                </c:pt>
                <c:pt idx="15">
                  <c:v>France 24 News</c:v>
                </c:pt>
                <c:pt idx="16">
                  <c:v>Huffington</c:v>
                </c:pt>
                <c:pt idx="17">
                  <c:v>The Times</c:v>
                </c:pt>
              </c:strCache>
            </c:strRef>
          </c:cat>
          <c:val>
            <c:numRef>
              <c:f>Sheet1!$B$2:$B$19</c:f>
              <c:numCache>
                <c:formatCode>#,##0</c:formatCode>
                <c:ptCount val="18"/>
                <c:pt idx="0">
                  <c:v>614838692</c:v>
                </c:pt>
                <c:pt idx="1">
                  <c:v>528215091</c:v>
                </c:pt>
                <c:pt idx="2">
                  <c:v>308792248</c:v>
                </c:pt>
                <c:pt idx="3">
                  <c:v>240485128</c:v>
                </c:pt>
                <c:pt idx="4">
                  <c:v>236574697</c:v>
                </c:pt>
                <c:pt idx="5">
                  <c:v>232595658</c:v>
                </c:pt>
                <c:pt idx="6">
                  <c:v>228788499</c:v>
                </c:pt>
                <c:pt idx="7">
                  <c:v>174753395</c:v>
                </c:pt>
                <c:pt idx="8">
                  <c:v>157572584</c:v>
                </c:pt>
                <c:pt idx="9">
                  <c:v>157366441</c:v>
                </c:pt>
                <c:pt idx="10">
                  <c:v>117211437</c:v>
                </c:pt>
                <c:pt idx="11">
                  <c:v>102757819</c:v>
                </c:pt>
                <c:pt idx="12">
                  <c:v>97035108</c:v>
                </c:pt>
                <c:pt idx="13">
                  <c:v>83562694</c:v>
                </c:pt>
                <c:pt idx="14">
                  <c:v>75353627</c:v>
                </c:pt>
                <c:pt idx="15">
                  <c:v>72849809</c:v>
                </c:pt>
                <c:pt idx="16">
                  <c:v>50672345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8D1-4B07-B6DB-075967B8C2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1960393504"/>
        <c:axId val="1960394464"/>
      </c:barChart>
      <c:catAx>
        <c:axId val="1960393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defRPr>
            </a:pPr>
            <a:endParaRPr lang="en-US"/>
          </a:p>
        </c:txPr>
        <c:crossAx val="1960394464"/>
        <c:crosses val="autoZero"/>
        <c:auto val="1"/>
        <c:lblAlgn val="ctr"/>
        <c:lblOffset val="100"/>
        <c:noMultiLvlLbl val="0"/>
      </c:catAx>
      <c:valAx>
        <c:axId val="1960394464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96039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6419249840294467"/>
          <c:w val="0.99212720225421713"/>
          <c:h val="0.540402860078997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741-40DF-8319-B6ACC37632CC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741-40DF-8319-B6ACC37632CC}"/>
              </c:ext>
            </c:extLst>
          </c:dPt>
          <c:dPt>
            <c:idx val="2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741-40DF-8319-B6ACC37632CC}"/>
              </c:ext>
            </c:extLst>
          </c:dPt>
          <c:dPt>
            <c:idx val="4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741-40DF-8319-B6ACC37632CC}"/>
              </c:ext>
            </c:extLst>
          </c:dPt>
          <c:dPt>
            <c:idx val="5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741-40DF-8319-B6ACC37632CC}"/>
              </c:ext>
            </c:extLst>
          </c:dPt>
          <c:dPt>
            <c:idx val="7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6B0-4B3E-B098-8A366CA4037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164M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741-40DF-8319-B6ACC37632C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834M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741-40DF-8319-B6ACC37632C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377M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741-40DF-8319-B6ACC37632C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726M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741-40DF-8319-B6ACC37632C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131M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741-40DF-8319-B6ACC37632C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145M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96B0-4B3E-B098-8A366CA40374}"/>
                </c:ext>
              </c:extLst>
            </c:dLbl>
            <c:numFmt formatCode="[&gt;=1000000]0.0,,&quot;M&quot;;[&lt;=-1000000]\-0.0,,&quot;M&quot;;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0" i="0" u="none" strike="noStrike" kern="1200" baseline="0">
                    <a:solidFill>
                      <a:srgbClr val="000000"/>
                    </a:solidFill>
                    <a:latin typeface="Georgia" pitchFamily="18"/>
                    <a:ea typeface="Georgia" pitchFamily="18"/>
                    <a:cs typeface="Georgia" pitchFamily="18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CNN</c:v>
                </c:pt>
                <c:pt idx="1">
                  <c:v>BBC</c:v>
                </c:pt>
                <c:pt idx="2">
                  <c:v>CNBC</c:v>
                </c:pt>
                <c:pt idx="3">
                  <c:v>NBC</c:v>
                </c:pt>
                <c:pt idx="4">
                  <c:v>Bloomberg</c:v>
                </c:pt>
                <c:pt idx="5">
                  <c:v>France 24</c:v>
                </c:pt>
                <c:pt idx="6">
                  <c:v>Sky News</c:v>
                </c:pt>
                <c:pt idx="7">
                  <c:v>Euronews</c:v>
                </c:pt>
              </c:strCache>
            </c:strRef>
          </c:cat>
          <c:val>
            <c:numRef>
              <c:f>Sheet1!$B$2:$B$9</c:f>
              <c:numCache>
                <c:formatCode>[&gt;=1000000]0.0,,"M";[&lt;=-1000000]\-0.0,,"M";0,"K"</c:formatCode>
                <c:ptCount val="8"/>
                <c:pt idx="0">
                  <c:v>978269246</c:v>
                </c:pt>
                <c:pt idx="1">
                  <c:v>843833368</c:v>
                </c:pt>
                <c:pt idx="2">
                  <c:v>512556762</c:v>
                </c:pt>
                <c:pt idx="3">
                  <c:v>406231824</c:v>
                </c:pt>
                <c:pt idx="4">
                  <c:v>198433511</c:v>
                </c:pt>
                <c:pt idx="5">
                  <c:v>173495228</c:v>
                </c:pt>
                <c:pt idx="6">
                  <c:v>168575229</c:v>
                </c:pt>
                <c:pt idx="7">
                  <c:v>133554518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741-40DF-8319-B6ACC3763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1960393504"/>
        <c:axId val="1960394464"/>
      </c:barChart>
      <c:catAx>
        <c:axId val="1960393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defRPr>
            </a:pPr>
            <a:endParaRPr lang="en-US"/>
          </a:p>
        </c:txPr>
        <c:crossAx val="1960394464"/>
        <c:crosses val="autoZero"/>
        <c:auto val="1"/>
        <c:lblAlgn val="ctr"/>
        <c:lblOffset val="100"/>
        <c:noMultiLvlLbl val="0"/>
      </c:catAx>
      <c:valAx>
        <c:axId val="1960394464"/>
        <c:scaling>
          <c:orientation val="minMax"/>
        </c:scaling>
        <c:delete val="1"/>
        <c:axPos val="l"/>
        <c:numFmt formatCode="[&gt;=1000000]0.0,,&quot;M&quot;;[&lt;=-1000000]\-0.0,,&quot;M&quot;;0,&quot;K&quot;" sourceLinked="1"/>
        <c:majorTickMark val="out"/>
        <c:minorTickMark val="none"/>
        <c:tickLblPos val="nextTo"/>
        <c:crossAx val="196039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6419249840294467"/>
          <c:w val="0.99212720225421713"/>
          <c:h val="0.540402860078997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ADF-4013-9009-27BDA997A7E8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ADF-4013-9009-27BDA997A7E8}"/>
              </c:ext>
            </c:extLst>
          </c:dPt>
          <c:dPt>
            <c:idx val="2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ADF-4013-9009-27BDA997A7E8}"/>
              </c:ext>
            </c:extLst>
          </c:dPt>
          <c:dPt>
            <c:idx val="3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ADF-4013-9009-27BDA997A7E8}"/>
              </c:ext>
            </c:extLst>
          </c:dPt>
          <c:dPt>
            <c:idx val="4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ADF-4013-9009-27BDA997A7E8}"/>
              </c:ext>
            </c:extLst>
          </c:dPt>
          <c:dPt>
            <c:idx val="7"/>
            <c:invertIfNegative val="1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1F2-404B-B1E8-757FEB9E382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113M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ADF-4013-9009-27BDA997A7E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654M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ADF-4013-9009-27BDA997A7E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291M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ADF-4013-9009-27BDA997A7E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514M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ADF-4013-9009-27BDA997A7E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97M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ADF-4013-9009-27BDA997A7E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108M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61F2-404B-B1E8-757FEB9E38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rgbClr val="000000"/>
                    </a:solidFill>
                    <a:latin typeface="Georgia" pitchFamily="18"/>
                    <a:ea typeface="Georgia" pitchFamily="18"/>
                    <a:cs typeface="Georgia" pitchFamily="18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CNN</c:v>
                </c:pt>
                <c:pt idx="1">
                  <c:v>BBC</c:v>
                </c:pt>
                <c:pt idx="2">
                  <c:v>CNBC</c:v>
                </c:pt>
                <c:pt idx="3">
                  <c:v>Bloomberg</c:v>
                </c:pt>
                <c:pt idx="4">
                  <c:v>France 24</c:v>
                </c:pt>
                <c:pt idx="5">
                  <c:v>Sky News</c:v>
                </c:pt>
                <c:pt idx="6">
                  <c:v>NBC</c:v>
                </c:pt>
                <c:pt idx="7">
                  <c:v>Euronews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767674635</c:v>
                </c:pt>
                <c:pt idx="1">
                  <c:v>514079786</c:v>
                </c:pt>
                <c:pt idx="2">
                  <c:v>405882016</c:v>
                </c:pt>
                <c:pt idx="3">
                  <c:v>138057682</c:v>
                </c:pt>
                <c:pt idx="4">
                  <c:v>129067544</c:v>
                </c:pt>
                <c:pt idx="5">
                  <c:v>126061977</c:v>
                </c:pt>
                <c:pt idx="6">
                  <c:v>117619771</c:v>
                </c:pt>
                <c:pt idx="7">
                  <c:v>99497749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ADF-4013-9009-27BDA997A7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1960393504"/>
        <c:axId val="1960394464"/>
      </c:barChart>
      <c:catAx>
        <c:axId val="1960393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defRPr>
            </a:pPr>
            <a:endParaRPr lang="en-US"/>
          </a:p>
        </c:txPr>
        <c:crossAx val="1960394464"/>
        <c:crosses val="autoZero"/>
        <c:auto val="1"/>
        <c:lblAlgn val="ctr"/>
        <c:lblOffset val="100"/>
        <c:noMultiLvlLbl val="0"/>
      </c:catAx>
      <c:valAx>
        <c:axId val="1960394464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96039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GB" sz="1600" b="0" i="0" u="none" strike="noStrike" kern="0" cap="none" spc="0" baseline="0" dirty="0">
                <a:solidFill>
                  <a:srgbClr val="000000"/>
                </a:solidFill>
                <a:uFillTx/>
                <a:latin typeface="Georgia" pitchFamily="18"/>
                <a:ea typeface="Georgia" pitchFamily="18"/>
                <a:cs typeface="Georgia" pitchFamily="18"/>
              </a:rPr>
              <a:t>Method of Brand Discovery (Affinity Index)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prstClr val="black">
                    <a:lumMod val="65000"/>
                    <a:lumOff val="35000"/>
                  </a:prstClr>
                </a:solidFill>
              </a:defRPr>
            </a:pPr>
            <a:r>
              <a:rPr lang="en-US" sz="1600" dirty="0"/>
              <a:t> </a:t>
            </a:r>
          </a:p>
        </c:rich>
      </c:tx>
      <c:layout>
        <c:manualLayout>
          <c:xMode val="edge"/>
          <c:yMode val="edge"/>
          <c:x val="1.4215111270163165E-2"/>
          <c:y val="2.55863281705137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US" sz="1050" b="0" i="0" u="none" strike="noStrike" kern="0" cap="none" spc="0" baseline="0">
                    <a:solidFill>
                      <a:srgbClr val="000000"/>
                    </a:solidFill>
                    <a:uFillTx/>
                    <a:latin typeface="Georgia" pitchFamily="18"/>
                    <a:ea typeface="Georgia" pitchFamily="18"/>
                    <a:cs typeface="Georgia" pitchFamily="18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Ads on Social Media</c:v>
                </c:pt>
                <c:pt idx="1">
                  <c:v>TV Ads</c:v>
                </c:pt>
                <c:pt idx="2">
                  <c:v>Website Ads</c:v>
                </c:pt>
                <c:pt idx="3">
                  <c:v>Ads on CTV / streaming video</c:v>
                </c:pt>
                <c:pt idx="4">
                  <c:v>Email / Newsletters</c:v>
                </c:pt>
                <c:pt idx="5">
                  <c:v>Ads in Podcasts</c:v>
                </c:pt>
                <c:pt idx="6">
                  <c:v>Content in News Articles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135</c:v>
                </c:pt>
                <c:pt idx="1">
                  <c:v>127</c:v>
                </c:pt>
                <c:pt idx="2">
                  <c:v>129</c:v>
                </c:pt>
                <c:pt idx="3">
                  <c:v>145</c:v>
                </c:pt>
                <c:pt idx="4">
                  <c:v>141</c:v>
                </c:pt>
                <c:pt idx="5">
                  <c:v>153</c:v>
                </c:pt>
                <c:pt idx="6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04-495A-AF81-B96DEAD20B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29554912"/>
        <c:axId val="37582336"/>
      </c:barChart>
      <c:catAx>
        <c:axId val="29554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900" b="0" i="0" u="none" strike="noStrike" kern="0" cap="none" spc="0" baseline="0">
                <a:solidFill>
                  <a:srgbClr val="000000"/>
                </a:solidFill>
                <a:uFillTx/>
                <a:latin typeface="Georgia" pitchFamily="18"/>
                <a:ea typeface="Georgia" pitchFamily="18"/>
                <a:cs typeface="Georgia" pitchFamily="18"/>
              </a:defRPr>
            </a:pPr>
            <a:endParaRPr lang="en-US"/>
          </a:p>
        </c:txPr>
        <c:crossAx val="37582336"/>
        <c:crosses val="autoZero"/>
        <c:auto val="1"/>
        <c:lblAlgn val="ctr"/>
        <c:lblOffset val="100"/>
        <c:noMultiLvlLbl val="0"/>
      </c:catAx>
      <c:valAx>
        <c:axId val="37582336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29554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73724C-B2FD-3B2F-CF76-C3F8FA6F3C4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BCD63E-EFB5-33D1-D902-F4292E9AC29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14F7FC14-43AD-4B78-B9AB-71517FAC469C}" type="datetime1">
              <a:rPr lang="en-US"/>
              <a:pPr lvl="0"/>
              <a:t>9/8/2026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9445A83-1B24-47B5-6863-32E9D742F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298C99F-0A3E-982E-DE5B-BC05F910607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8E226-D286-17D5-F96A-7AEEA2FB9406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E1CA1-7B4C-78EE-7FC8-5D314497EE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0CDC0B21-5824-43D1-985E-14E10E03C2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7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350EAD-0280-0B40-95EA-9E70DC2676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31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8998C-A93F-9FE6-2FDA-6394457C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0B3DA-FA07-9807-A59C-5E455B2B1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997F3-D82D-FA0E-8316-1B22CD99E3A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514E9-ADC7-B047-B82B-49F26D8774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68A09D-4913-45DE-85A3-E5B074FBDA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901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1D38-A925-02AB-367F-2B0BD429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80DB6-7C1D-0011-D70F-49498C20E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1F2D0-0BE8-1009-CB59-4A336A3C6D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8C44-6227-136F-6FD6-6C5E9BEFCA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68A09D-4913-45DE-85A3-E5B074FBDA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862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D39F7-7A9D-E315-9D73-707B5DD36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6FE68-E263-0418-6B99-649E796E37F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385A9-63EF-DF40-6FB7-E4E90A1FB8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68A09D-4913-45DE-85A3-E5B074FBDA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EAC1-E362-8FE3-D257-9E8C16F0F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52241-FD17-972C-C4B7-0C286ED5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C6DAC-F6B1-C3E0-55C7-25558D23C6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D20D6-5272-AD20-EEF6-2A1DE2F7DFE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68A09D-4913-45DE-85A3-E5B074FBDA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856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E1CD-6899-7CD0-CD48-7C2DE5A0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704F2-7C97-8F18-40D2-82F14CA75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9DB3B-6176-0947-897F-42157DDCF44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EC46C-DB23-39A3-8944-F3F3FEB1D33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68A09D-4913-45DE-85A3-E5B074FBDA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413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0D83C-23EF-5B91-F868-A1E414AF5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D3AAA-7E50-D239-1F05-718A0C6C7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5945-DF35-D048-D819-3E25C9C329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77A71-9B1C-D81E-1D4E-EC090336EED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68A09D-4913-45DE-85A3-E5B074FBDA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6242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596D3F-BE93-1397-7E5B-858D56ECCDF1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0173CBE-D023-43B7-8415-29B8926F1917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585345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3D216D7-10B1-C054-A32F-CA89221D83CA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2388479-1741-4A4A-971D-5F0A19EC5EF0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9451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7CCBFF0-BBF3-5027-E977-2035ADCF7826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C76471F-16F2-4E5F-BD4D-5078338A4345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948517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2D63C77-546C-DAF9-5115-34EEB9BBDC2E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70BCE65-506A-4A8A-ACFA-1832BA28FCF3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4472629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E34282C2-B6C4-73EC-7DE2-45B661F6027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63693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F1A66DF6-AF6F-29FB-3B32-19369E42776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678457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59D0611E-7BD4-C697-4C45-ABAF32CCF9F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63693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C6041FD2-75C6-685A-93D3-6A5C643EC3F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681657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902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09BD5DB-2CCC-F9D5-6F0B-560A6D03F9F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747979" y="180579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BD8B9823-9284-E0DC-3674-9D4471BA279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2419118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AB5A405C-4A9C-5546-F884-1F22F5E5D5D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924851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D7462F3E-9334-AF01-F80B-2C284D7FE8D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740432" y="4292513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6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C171563-6D9F-DF1D-7B9F-81ACDA2100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21739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CACC939-809B-857B-1F1F-6DB4AB4F855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2419118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48DF4EBC-BB17-7CB6-A10B-97E60C52E1F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924851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B18A0925-BE22-CADC-8817-25EBE7BA7A9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740432" y="4292513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5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9EDB26A-9D67-FB01-664C-201C1B6C55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055885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1F00A79-CEF6-1339-6938-24912C274B4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6AE8095-2841-D824-04AC-BC4EFAA1B88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E313388E-65EA-9FDB-A5BF-90B6F45062E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B4D91AD9-12DD-C548-15FF-5320881FC85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3720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AAAA7AD-A83F-C729-8D44-00E93FCE01C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1CFA879-1055-30F6-62E7-2CDFABB5273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8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9469725-8B6A-3032-6352-542D79D75F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641246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070F526-0495-7B39-F781-23D5DCEC546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282DB904-A6C2-9C26-3A7A-DEDCDA41990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C39773FA-166A-77CE-3E03-37E7CE17402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9254B3F8-178B-6C35-4F48-2570C5E5CB5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3720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7DF4E6CE-BDDF-B77A-DDDD-BDEF8AACD9C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F52E92-B224-A725-B720-265F14EFD0B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8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FB2109F-6733-FCB9-72B6-05781E6CD4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7C3AA223-6DBB-17D3-D164-8A1075727999}"/>
              </a:ext>
            </a:extLst>
          </p:cNvPr>
          <p:cNvSpPr/>
          <p:nvPr/>
        </p:nvSpPr>
        <p:spPr>
          <a:xfrm>
            <a:off x="333289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BCC707A4-C723-81E0-0D3B-C687424251B8}"/>
              </a:ext>
            </a:extLst>
          </p:cNvPr>
          <p:cNvSpPr/>
          <p:nvPr/>
        </p:nvSpPr>
        <p:spPr>
          <a:xfrm>
            <a:off x="1950342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31F2AB-3183-F179-1A3B-26375C8A4DC1}"/>
              </a:ext>
            </a:extLst>
          </p:cNvPr>
          <p:cNvSpPr/>
          <p:nvPr/>
        </p:nvSpPr>
        <p:spPr>
          <a:xfrm>
            <a:off x="3557756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938AE6-E9FB-FC8F-61E7-DD11A3AFE6D7}"/>
              </a:ext>
            </a:extLst>
          </p:cNvPr>
          <p:cNvSpPr/>
          <p:nvPr/>
        </p:nvSpPr>
        <p:spPr>
          <a:xfrm>
            <a:off x="5164540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2776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720E350-408C-5675-FB84-5EFEAD9AF21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F64FCB1A-F3F5-985B-6D16-A4D5201D292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CEFFA46F-1BE8-90B9-937B-254DE051B2F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39A17ACC-4608-8DDD-E05E-D7553D03FB9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3720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E8678BE-BCF5-85D2-AA8F-A006F3B0E08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3DDD2F1-8F80-AEA6-58BD-25C87156669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8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403D36E-1E5D-FEBF-219A-779C9F87B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73449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1917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1">
            <a:extLst>
              <a:ext uri="{FF2B5EF4-FFF2-40B4-BE49-F238E27FC236}">
                <a16:creationId xmlns:a16="http://schemas.microsoft.com/office/drawing/2014/main" id="{7473A79E-5E8C-0E11-4208-C1A23331804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40590" y="-1408"/>
            <a:ext cx="991877" cy="122420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54">
            <a:extLst>
              <a:ext uri="{FF2B5EF4-FFF2-40B4-BE49-F238E27FC236}">
                <a16:creationId xmlns:a16="http://schemas.microsoft.com/office/drawing/2014/main" id="{585C31B8-5EE1-85B2-49CB-B9F22F0E611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77046" y="1304921"/>
            <a:ext cx="2064431" cy="13749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54">
            <a:extLst>
              <a:ext uri="{FF2B5EF4-FFF2-40B4-BE49-F238E27FC236}">
                <a16:creationId xmlns:a16="http://schemas.microsoft.com/office/drawing/2014/main" id="{3000F1E4-BB1D-407C-AECE-3ED33C42407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43781" y="1304921"/>
            <a:ext cx="2064431" cy="13749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54">
            <a:extLst>
              <a:ext uri="{FF2B5EF4-FFF2-40B4-BE49-F238E27FC236}">
                <a16:creationId xmlns:a16="http://schemas.microsoft.com/office/drawing/2014/main" id="{B13B6D24-4471-E571-83CE-55792DD6589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126696" y="0"/>
            <a:ext cx="2074819" cy="12088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54">
            <a:extLst>
              <a:ext uri="{FF2B5EF4-FFF2-40B4-BE49-F238E27FC236}">
                <a16:creationId xmlns:a16="http://schemas.microsoft.com/office/drawing/2014/main" id="{D6F19E94-DE1F-3AD9-AADE-FD6F75A9FA7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66659" y="0"/>
            <a:ext cx="2074819" cy="12088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54">
            <a:extLst>
              <a:ext uri="{FF2B5EF4-FFF2-40B4-BE49-F238E27FC236}">
                <a16:creationId xmlns:a16="http://schemas.microsoft.com/office/drawing/2014/main" id="{0AB36FA9-AAC2-99A5-36B8-A6E419A3BC7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959961" y="2782958"/>
            <a:ext cx="2074819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54">
            <a:extLst>
              <a:ext uri="{FF2B5EF4-FFF2-40B4-BE49-F238E27FC236}">
                <a16:creationId xmlns:a16="http://schemas.microsoft.com/office/drawing/2014/main" id="{DDFAC1A3-5673-54D8-4AE6-D1F05265B7A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66659" y="4273823"/>
            <a:ext cx="2074819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54">
            <a:extLst>
              <a:ext uri="{FF2B5EF4-FFF2-40B4-BE49-F238E27FC236}">
                <a16:creationId xmlns:a16="http://schemas.microsoft.com/office/drawing/2014/main" id="{6FBA325F-8713-6D99-5F77-35595587BAF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126696" y="4273823"/>
            <a:ext cx="2074819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54">
            <a:extLst>
              <a:ext uri="{FF2B5EF4-FFF2-40B4-BE49-F238E27FC236}">
                <a16:creationId xmlns:a16="http://schemas.microsoft.com/office/drawing/2014/main" id="{21A982F5-2B85-12F8-25CE-28D93ACD284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66659" y="5764697"/>
            <a:ext cx="2074819" cy="10933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54">
            <a:extLst>
              <a:ext uri="{FF2B5EF4-FFF2-40B4-BE49-F238E27FC236}">
                <a16:creationId xmlns:a16="http://schemas.microsoft.com/office/drawing/2014/main" id="{9C7AB3F4-38F0-4109-5D09-D47B317956C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43333" y="5764697"/>
            <a:ext cx="2064431" cy="10933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21">
            <a:extLst>
              <a:ext uri="{FF2B5EF4-FFF2-40B4-BE49-F238E27FC236}">
                <a16:creationId xmlns:a16="http://schemas.microsoft.com/office/drawing/2014/main" id="{F19D78F5-CC83-4F01-3AF3-D3BC6AC09B4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00119" y="1290675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26D78E0C-21F0-EC0A-5513-D916CF57974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00119" y="2761670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58F26723-833A-42BB-2994-B882BD59D77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106817" y="2761670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21">
            <a:extLst>
              <a:ext uri="{FF2B5EF4-FFF2-40B4-BE49-F238E27FC236}">
                <a16:creationId xmlns:a16="http://schemas.microsoft.com/office/drawing/2014/main" id="{FAE7E9D3-E122-7529-847A-15EE8F91B8B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56719" y="2761670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21">
            <a:extLst>
              <a:ext uri="{FF2B5EF4-FFF2-40B4-BE49-F238E27FC236}">
                <a16:creationId xmlns:a16="http://schemas.microsoft.com/office/drawing/2014/main" id="{59B12777-33BB-CD55-28ED-8D0AC457740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33394" y="4273823"/>
            <a:ext cx="999082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15252E72-F265-D07B-0B38-3F4740138AC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10059" y="5754758"/>
            <a:ext cx="981937" cy="11032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27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537AB8-6CA1-E9A5-B1D2-6BBB81CB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9575" cy="684539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41791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96DDC6E-7A3B-F57F-90DC-635B4FC95A5D}"/>
              </a:ext>
            </a:extLst>
          </p:cNvPr>
          <p:cNvSpPr/>
          <p:nvPr/>
        </p:nvSpPr>
        <p:spPr>
          <a:xfrm>
            <a:off x="0" y="2210424"/>
            <a:ext cx="3158831" cy="3692328"/>
          </a:xfrm>
          <a:prstGeom prst="rect">
            <a:avLst/>
          </a:prstGeom>
          <a:solidFill>
            <a:srgbClr val="26262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DD36833-E2CE-4176-F23F-FD852280AAAC}"/>
              </a:ext>
            </a:extLst>
          </p:cNvPr>
          <p:cNvSpPr/>
          <p:nvPr/>
        </p:nvSpPr>
        <p:spPr>
          <a:xfrm>
            <a:off x="3234004" y="2210424"/>
            <a:ext cx="2500838" cy="3692328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AAD87C6-6904-1298-9123-897E5ECDAD36}"/>
              </a:ext>
            </a:extLst>
          </p:cNvPr>
          <p:cNvSpPr/>
          <p:nvPr/>
        </p:nvSpPr>
        <p:spPr>
          <a:xfrm>
            <a:off x="5810006" y="2210424"/>
            <a:ext cx="6381990" cy="1795973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83141CC8-71BE-9EE7-FD4E-6AD81311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06866" y="167271"/>
            <a:ext cx="4597383" cy="66907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E5C9CDF-F238-E545-383A-166A1139B2D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450528" y="405801"/>
            <a:ext cx="2264036" cy="49155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339A1AC3-BDDA-1901-5222-3EA0FDAD8784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33B22CD7-54BC-9D7C-27CA-84915F0F6D7A}"/>
              </a:ext>
            </a:extLst>
          </p:cNvPr>
          <p:cNvSpPr/>
          <p:nvPr/>
        </p:nvSpPr>
        <p:spPr>
          <a:xfrm>
            <a:off x="1547722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2E68E2-67F1-E9C9-D188-53665BD3441F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233D5D0-2C1A-4B87-9E9B-B89370519957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107793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 descr="A white background with a black and white image&#10;&#10;AI-generated content may be incorrect.">
            <a:extLst>
              <a:ext uri="{FF2B5EF4-FFF2-40B4-BE49-F238E27FC236}">
                <a16:creationId xmlns:a16="http://schemas.microsoft.com/office/drawing/2014/main" id="{F9C530EB-2B1B-D499-45A9-839118BAC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181" y="3082323"/>
            <a:ext cx="4383313" cy="13207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1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17BE1265-937F-DE4C-A65A-98CB93CCEF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06866" y="167271"/>
            <a:ext cx="4597383" cy="66907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E6D2644-D232-BB87-F314-76A93B1D278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450528" y="405801"/>
            <a:ext cx="2264036" cy="49155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D5B6E159-2C64-9EEA-F104-8B2F5B9064C5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0C2450F4-05D5-3795-345B-DA8C2AB8EDC3}"/>
              </a:ext>
            </a:extLst>
          </p:cNvPr>
          <p:cNvSpPr/>
          <p:nvPr/>
        </p:nvSpPr>
        <p:spPr>
          <a:xfrm>
            <a:off x="1547722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718F20E-32DE-DBE6-E380-3E1C394532CA}"/>
              </a:ext>
            </a:extLst>
          </p:cNvPr>
          <p:cNvSpPr/>
          <p:nvPr/>
        </p:nvSpPr>
        <p:spPr>
          <a:xfrm>
            <a:off x="326440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027CC4E3-6B80-B52E-6C4F-5BC6E2698BB5}"/>
              </a:ext>
            </a:extLst>
          </p:cNvPr>
          <p:cNvSpPr/>
          <p:nvPr/>
        </p:nvSpPr>
        <p:spPr>
          <a:xfrm>
            <a:off x="2257873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BCDB61C4-830F-B2B7-0209-5A426491AB46}"/>
              </a:ext>
            </a:extLst>
          </p:cNvPr>
          <p:cNvSpPr/>
          <p:nvPr/>
        </p:nvSpPr>
        <p:spPr>
          <a:xfrm>
            <a:off x="4198641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ACE6D1D7-727B-A161-3473-4C3B9F8DC884}"/>
              </a:ext>
            </a:extLst>
          </p:cNvPr>
          <p:cNvSpPr/>
          <p:nvPr/>
        </p:nvSpPr>
        <p:spPr>
          <a:xfrm>
            <a:off x="6139409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933FA70-CDCA-D613-A8C3-BDD39AD7F377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7676CA4-0C57-4C71-8451-7B856183B64E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558699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1912A678-AA02-849F-AFEA-3B5EDF1FADBA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05ED8BA4-9C9D-D142-CAFE-F3E06019E9B8}"/>
              </a:ext>
            </a:extLst>
          </p:cNvPr>
          <p:cNvSpPr/>
          <p:nvPr/>
        </p:nvSpPr>
        <p:spPr>
          <a:xfrm>
            <a:off x="1547722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F6773E2-BC16-D326-48C7-474909399FB3}"/>
              </a:ext>
            </a:extLst>
          </p:cNvPr>
          <p:cNvSpPr/>
          <p:nvPr/>
        </p:nvSpPr>
        <p:spPr>
          <a:xfrm>
            <a:off x="326440" y="5154719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FE13AA69-EE91-462B-8802-7A7B196CFC6B}"/>
              </a:ext>
            </a:extLst>
          </p:cNvPr>
          <p:cNvSpPr/>
          <p:nvPr/>
        </p:nvSpPr>
        <p:spPr>
          <a:xfrm>
            <a:off x="2257873" y="5154719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BAE3DAF6-290F-E124-E974-0ED7BDA6CD16}"/>
              </a:ext>
            </a:extLst>
          </p:cNvPr>
          <p:cNvSpPr/>
          <p:nvPr/>
        </p:nvSpPr>
        <p:spPr>
          <a:xfrm>
            <a:off x="4198641" y="5154719"/>
            <a:ext cx="2692185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FEE8C8-F27A-C07C-D6CB-891913C83CFC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8FA757D-2E09-4908-9E05-D0B7F822AC9F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E7984235-6A9E-BB0D-FDCD-5C6504323A9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050344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9151E5-C74B-B18D-93CC-63AEADFAC15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14761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8877ECF1-DC4D-6175-1867-D799F6DDF12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050344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9D727C0-A735-BC42-4FA3-BDF0E5870DB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14761" y="0"/>
            <a:ext cx="2350803" cy="23880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054A01B7-D7B6-523D-8FBA-D2EDCD2AC8F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14761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0863B527-5788-D034-ED0F-E612E9CE8B4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050344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14" name="Picture 1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0487E7C-0367-D2B0-8EC4-1E58824F10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77566040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63DE1E39-FE76-F426-C7E0-DA42E1A76CB7}"/>
              </a:ext>
            </a:extLst>
          </p:cNvPr>
          <p:cNvSpPr/>
          <p:nvPr/>
        </p:nvSpPr>
        <p:spPr>
          <a:xfrm>
            <a:off x="1547722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6EDDB4-9760-0637-C69F-A634D120285C}"/>
              </a:ext>
            </a:extLst>
          </p:cNvPr>
          <p:cNvSpPr/>
          <p:nvPr/>
        </p:nvSpPr>
        <p:spPr>
          <a:xfrm>
            <a:off x="4174537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7881E924-7DDE-CE91-93EF-1D2D0DE13B80}"/>
              </a:ext>
            </a:extLst>
          </p:cNvPr>
          <p:cNvSpPr/>
          <p:nvPr/>
        </p:nvSpPr>
        <p:spPr>
          <a:xfrm>
            <a:off x="6105979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288AD7E6-A198-395B-EC43-EA7189500E4F}"/>
              </a:ext>
            </a:extLst>
          </p:cNvPr>
          <p:cNvSpPr/>
          <p:nvPr/>
        </p:nvSpPr>
        <p:spPr>
          <a:xfrm>
            <a:off x="8046747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F169358A-6D40-54C1-084C-798892E032D8}"/>
              </a:ext>
            </a:extLst>
          </p:cNvPr>
          <p:cNvSpPr/>
          <p:nvPr/>
        </p:nvSpPr>
        <p:spPr>
          <a:xfrm>
            <a:off x="9987506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E5476B6-F792-AAC5-370F-B0C09AC51A8E}"/>
              </a:ext>
            </a:extLst>
          </p:cNvPr>
          <p:cNvSpPr/>
          <p:nvPr/>
        </p:nvSpPr>
        <p:spPr>
          <a:xfrm>
            <a:off x="4174537" y="4986332"/>
            <a:ext cx="3779032" cy="120239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3A066CC-4BF2-8B5A-6C1E-0167EE1EC7E9}"/>
              </a:ext>
            </a:extLst>
          </p:cNvPr>
          <p:cNvSpPr/>
          <p:nvPr/>
        </p:nvSpPr>
        <p:spPr>
          <a:xfrm>
            <a:off x="8046738" y="4986332"/>
            <a:ext cx="3788359" cy="120239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A154FEA8-ADBA-C56B-A42A-7D7D88FAA06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174537" y="852056"/>
            <a:ext cx="7660559" cy="27268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D642665-35E8-3C3D-743C-482917A44BD1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581F467-7043-479D-865D-C336D9E9C388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4251198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303F0212-60C3-1805-B8B8-861ECAAAF055}"/>
              </a:ext>
            </a:extLst>
          </p:cNvPr>
          <p:cNvSpPr/>
          <p:nvPr/>
        </p:nvSpPr>
        <p:spPr>
          <a:xfrm>
            <a:off x="0" y="2453271"/>
            <a:ext cx="12191996" cy="4404728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578B9DF4-D28A-2A50-D3DE-4A8DEF89AE8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3706" y="284954"/>
            <a:ext cx="5093107" cy="62711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1789F12-4B83-2EB0-3FAE-6FA2EE3683C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590955" y="1636483"/>
            <a:ext cx="2558610" cy="35680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D619CF1-E735-16FC-71D9-567830CCD1E7}"/>
              </a:ext>
            </a:extLst>
          </p:cNvPr>
          <p:cNvSpPr txBox="1"/>
          <p:nvPr/>
        </p:nvSpPr>
        <p:spPr>
          <a:xfrm>
            <a:off x="9042401" y="6486360"/>
            <a:ext cx="2814322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414E483-ECAB-44F1-A6C9-99C6B9402672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4075118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A257F650-8732-7898-5794-D19291CB8BF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40360" y="2869323"/>
            <a:ext cx="5708004" cy="36867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2299B38-02A0-9876-1D05-89E94ABD1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33606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77735043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52AF46B5-F4CB-8348-FA69-D28E61F8ACB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60335" y="3442222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7C698877-CFB6-F31A-F0BA-E0B5EE3CCB4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38568" y="3442222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C40F90A1-FAC0-20A8-CFD1-1CD3CF6F79E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63535" y="35396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5400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AFCED2E0-B95D-D253-138A-FD1ABE4E8A8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1357" y="819832"/>
            <a:ext cx="3775484" cy="38754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783A42DF-245D-131E-15FC-3BCE226702E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74545" y="819832"/>
            <a:ext cx="3775484" cy="38754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27409A-27E3-1C45-325A-FE576B56E47C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FA68B56-1D55-4783-8DE8-AE86A66AB995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C38816C-4794-7FC2-C5E5-81DC8FF61F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074660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A16A175B-3EF9-B26A-5372-4CCED27EA72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1357" y="2453271"/>
            <a:ext cx="3775484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5EF4C3C0-7B57-931D-7C8A-631C71C58F1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74545" y="2453271"/>
            <a:ext cx="3775484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AB8382-FBFD-D710-1893-E790E3C40771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9CD9747-E1B7-4BDF-B7E4-B82650EFF23D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777B893-515E-7B53-1154-1B3B6DF139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8140620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B5F05DBF-3F0B-1745-8041-C58C9D4643E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1357" y="2337517"/>
            <a:ext cx="3775484" cy="1921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BD9D7C29-73CF-79AF-B230-B500617A205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74545" y="2337517"/>
            <a:ext cx="3775484" cy="1921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E8E5FD-A581-C20A-58FA-6D7669F04C74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45E8D8D-13F2-47C1-85B8-1DA8B3E92269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79D3520-6FDE-28B3-83B8-84BC5B594B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2828185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90EB6E6-7D4D-DFC7-8578-AD96329DA2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7244B01-C06B-6479-1F80-D02C52E066D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05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D69B745-1911-E22E-8AEC-57B1CFB7673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259866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FAAF1E6-4D5D-152E-E90F-694549983CF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5901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CAB3C350-B8DE-A639-1D37-4C7615D236A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38531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80582D1-2980-5AA7-F6DA-0E2EAA84BCF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67815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7E1739B-43F2-DA9E-1F0F-DB6039F630F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013850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84B6D19A-8351-AF6E-663B-BD21E8FA3F31}"/>
              </a:ext>
            </a:extLst>
          </p:cNvPr>
          <p:cNvCxnSpPr/>
          <p:nvPr/>
        </p:nvCxnSpPr>
        <p:spPr>
          <a:xfrm>
            <a:off x="334963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0" name="Straight Connector 16">
            <a:extLst>
              <a:ext uri="{FF2B5EF4-FFF2-40B4-BE49-F238E27FC236}">
                <a16:creationId xmlns:a16="http://schemas.microsoft.com/office/drawing/2014/main" id="{FA03D571-78EA-63B8-C297-6BEC80EAEFBD}"/>
              </a:ext>
            </a:extLst>
          </p:cNvPr>
          <p:cNvCxnSpPr/>
          <p:nvPr/>
        </p:nvCxnSpPr>
        <p:spPr>
          <a:xfrm>
            <a:off x="2264246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4278A3FD-E054-B4E3-C2F4-7F43C280E877}"/>
              </a:ext>
            </a:extLst>
          </p:cNvPr>
          <p:cNvCxnSpPr/>
          <p:nvPr/>
        </p:nvCxnSpPr>
        <p:spPr>
          <a:xfrm>
            <a:off x="4203579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2" name="Straight Connector 19">
            <a:extLst>
              <a:ext uri="{FF2B5EF4-FFF2-40B4-BE49-F238E27FC236}">
                <a16:creationId xmlns:a16="http://schemas.microsoft.com/office/drawing/2014/main" id="{40868212-D102-D5C7-22F3-14320D15A44C}"/>
              </a:ext>
            </a:extLst>
          </p:cNvPr>
          <p:cNvCxnSpPr/>
          <p:nvPr/>
        </p:nvCxnSpPr>
        <p:spPr>
          <a:xfrm>
            <a:off x="6142911" y="4860246"/>
            <a:ext cx="1845525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3" name="Straight Connector 20">
            <a:extLst>
              <a:ext uri="{FF2B5EF4-FFF2-40B4-BE49-F238E27FC236}">
                <a16:creationId xmlns:a16="http://schemas.microsoft.com/office/drawing/2014/main" id="{A0BE841C-F5EB-E77B-F1F9-C9C9716EBB19}"/>
              </a:ext>
            </a:extLst>
          </p:cNvPr>
          <p:cNvCxnSpPr/>
          <p:nvPr/>
        </p:nvCxnSpPr>
        <p:spPr>
          <a:xfrm>
            <a:off x="8082244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4" name="Straight Connector 21">
            <a:extLst>
              <a:ext uri="{FF2B5EF4-FFF2-40B4-BE49-F238E27FC236}">
                <a16:creationId xmlns:a16="http://schemas.microsoft.com/office/drawing/2014/main" id="{C2426098-097F-0D00-902C-01F2AE2200DC}"/>
              </a:ext>
            </a:extLst>
          </p:cNvPr>
          <p:cNvCxnSpPr/>
          <p:nvPr/>
        </p:nvCxnSpPr>
        <p:spPr>
          <a:xfrm>
            <a:off x="10011527" y="4860246"/>
            <a:ext cx="1845525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7274651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A2B8831-73A5-5347-2378-DA0963D2FD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7D4CF71E-9B86-8B3A-AF23-DC03F0DD0C4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05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18413B-E2CC-1AC1-CBBE-1B5119C1D55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1552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23933E2-B68C-9ED7-A906-DAA044A8D7B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35786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297AC9C-16F7-1A99-E16B-E10A7C923ED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18274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B0BF87E-6C8D-6463-D43E-30656685A05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70624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06DF27A6-8D99-E0B8-89D2-C7B174941C16}"/>
              </a:ext>
            </a:extLst>
          </p:cNvPr>
          <p:cNvCxnSpPr/>
          <p:nvPr/>
        </p:nvCxnSpPr>
        <p:spPr>
          <a:xfrm>
            <a:off x="334963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CD314504-0447-2414-6173-593E190C56DB}"/>
              </a:ext>
            </a:extLst>
          </p:cNvPr>
          <p:cNvCxnSpPr/>
          <p:nvPr/>
        </p:nvCxnSpPr>
        <p:spPr>
          <a:xfrm>
            <a:off x="2588410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37A4B3CC-9F85-3A6E-655E-50A05672C59B}"/>
              </a:ext>
            </a:extLst>
          </p:cNvPr>
          <p:cNvCxnSpPr/>
          <p:nvPr/>
        </p:nvCxnSpPr>
        <p:spPr>
          <a:xfrm>
            <a:off x="4835786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638A807B-B943-A8EB-2FEC-AB1FD234D87F}"/>
              </a:ext>
            </a:extLst>
          </p:cNvPr>
          <p:cNvCxnSpPr/>
          <p:nvPr/>
        </p:nvCxnSpPr>
        <p:spPr>
          <a:xfrm>
            <a:off x="7108225" y="4858764"/>
            <a:ext cx="184553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2" name="Straight Connector 20">
            <a:extLst>
              <a:ext uri="{FF2B5EF4-FFF2-40B4-BE49-F238E27FC236}">
                <a16:creationId xmlns:a16="http://schemas.microsoft.com/office/drawing/2014/main" id="{51D45595-6A6D-CCDE-BDD3-F70CCC4D43A0}"/>
              </a:ext>
            </a:extLst>
          </p:cNvPr>
          <p:cNvCxnSpPr/>
          <p:nvPr/>
        </p:nvCxnSpPr>
        <p:spPr>
          <a:xfrm>
            <a:off x="9370624" y="4858764"/>
            <a:ext cx="1845525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20537538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62F0D60-1D17-F353-CB60-01FED735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4976E15-7861-CE0B-9C09-5E1A7A4F503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59823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0B009B37-8D95-34EC-E9C6-586852339C7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844762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A177CE52-0B67-402F-6B21-1B3C0F24C76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065026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BE0D5B-8694-9B24-E591-6B4422C7F80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47514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7A0ECCBC-88E5-1CAE-9FB9-8469D8B48E0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99864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5529424F-3A35-3F82-E3A5-371930F19DF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770689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300EAD33-5890-D74D-64D9-7E5D4F36186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990953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8F529D6F-0E22-E850-FE34-A23AB7F64AE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273442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9D8B955B-A0B8-3609-BA48-2DE300E7954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525792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5821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96D3223-2957-FCE8-F274-4E08DFAD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1B2BC6-B69C-11D7-BBAC-89C6A36CDFA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05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49F5F2-72BD-6EB2-EFCE-0BF7A39D8A2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920639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6A8E63E-982F-B0CC-EBDB-5EF194DB2A1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510695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71E8ADB-45F6-B9B0-A062-C17294D5BF6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10074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7" name="Straight Connector 13">
            <a:extLst>
              <a:ext uri="{FF2B5EF4-FFF2-40B4-BE49-F238E27FC236}">
                <a16:creationId xmlns:a16="http://schemas.microsoft.com/office/drawing/2014/main" id="{E7A54219-02FE-9921-88FE-AF919269A190}"/>
              </a:ext>
            </a:extLst>
          </p:cNvPr>
          <p:cNvCxnSpPr/>
          <p:nvPr/>
        </p:nvCxnSpPr>
        <p:spPr>
          <a:xfrm>
            <a:off x="334963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CD5947BB-92D3-B487-8FA8-BF78DD44DF05}"/>
              </a:ext>
            </a:extLst>
          </p:cNvPr>
          <p:cNvCxnSpPr/>
          <p:nvPr/>
        </p:nvCxnSpPr>
        <p:spPr>
          <a:xfrm>
            <a:off x="2893527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C3B9556A-F404-CC04-5210-F71E3ED335DE}"/>
              </a:ext>
            </a:extLst>
          </p:cNvPr>
          <p:cNvCxnSpPr/>
          <p:nvPr/>
        </p:nvCxnSpPr>
        <p:spPr>
          <a:xfrm>
            <a:off x="5510695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0" name="Straight Connector 19">
            <a:extLst>
              <a:ext uri="{FF2B5EF4-FFF2-40B4-BE49-F238E27FC236}">
                <a16:creationId xmlns:a16="http://schemas.microsoft.com/office/drawing/2014/main" id="{FAA100C5-3638-B349-7983-63DC6C9B4E47}"/>
              </a:ext>
            </a:extLst>
          </p:cNvPr>
          <p:cNvCxnSpPr/>
          <p:nvPr/>
        </p:nvCxnSpPr>
        <p:spPr>
          <a:xfrm>
            <a:off x="8090693" y="4858764"/>
            <a:ext cx="184553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775489757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7336EBF-8398-751F-D6EB-387BA2FBE4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BF7EA49-015B-6969-4582-767EFCA9178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19189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67CAF13-8CEF-2FBF-708A-EDDBCF55F96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209245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8760B70-A62C-3315-1CAA-91C24836C0C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7992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6" name="Straight Connector 16">
            <a:extLst>
              <a:ext uri="{FF2B5EF4-FFF2-40B4-BE49-F238E27FC236}">
                <a16:creationId xmlns:a16="http://schemas.microsoft.com/office/drawing/2014/main" id="{61C13C30-BE45-5581-2AAA-A929CE8B535D}"/>
              </a:ext>
            </a:extLst>
          </p:cNvPr>
          <p:cNvCxnSpPr/>
          <p:nvPr/>
        </p:nvCxnSpPr>
        <p:spPr>
          <a:xfrm>
            <a:off x="2592067" y="4858764"/>
            <a:ext cx="184553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7" name="Straight Connector 18">
            <a:extLst>
              <a:ext uri="{FF2B5EF4-FFF2-40B4-BE49-F238E27FC236}">
                <a16:creationId xmlns:a16="http://schemas.microsoft.com/office/drawing/2014/main" id="{DFF6EF09-21BA-044A-4516-AD509EA1EE6A}"/>
              </a:ext>
            </a:extLst>
          </p:cNvPr>
          <p:cNvCxnSpPr/>
          <p:nvPr/>
        </p:nvCxnSpPr>
        <p:spPr>
          <a:xfrm>
            <a:off x="5209245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F0DFAF8-ACC1-C18A-0AEB-485E9FC642FC}"/>
              </a:ext>
            </a:extLst>
          </p:cNvPr>
          <p:cNvCxnSpPr/>
          <p:nvPr/>
        </p:nvCxnSpPr>
        <p:spPr>
          <a:xfrm>
            <a:off x="7789243" y="4858764"/>
            <a:ext cx="1845533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933005177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010CF6A-B58F-3A14-9922-B19D4A9402F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76706" y="2453271"/>
            <a:ext cx="2812090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44D4585-674B-526C-110A-1F3403D99AE8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E0C6321-3E0E-489E-8C79-77C52802298E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070216A-1B2C-4E65-B6D0-839F5253A3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6520C4DD-9037-35E3-9182-5E9B12126DD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92115" y="2453271"/>
            <a:ext cx="2843098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FAA73509-5576-89AF-527E-8AD041FD05C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33219" y="2453271"/>
            <a:ext cx="2812090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4464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D23E623-DA57-4092-770B-F318E10EBAF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76706" y="2673751"/>
            <a:ext cx="2812090" cy="2046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828E381-1EA0-A7C5-0C4F-7EBF8102AE60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5B2730B-FE81-43DD-9866-F634F4E792D6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7629E15-F3B9-A041-F38B-C2095752A1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9FF01DFA-1E8D-5877-3653-726A596144A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92115" y="2673751"/>
            <a:ext cx="2843098" cy="2046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25A98E2C-34CB-2890-F98F-F9A59339858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33219" y="2673751"/>
            <a:ext cx="2812090" cy="2046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71802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CA48EB9-CFB7-9969-0937-406F9E7A6C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angle 23">
            <a:extLst>
              <a:ext uri="{FF2B5EF4-FFF2-40B4-BE49-F238E27FC236}">
                <a16:creationId xmlns:a16="http://schemas.microsoft.com/office/drawing/2014/main" id="{0B537DB7-FD59-C12E-3699-A3F3E28A5B21}"/>
              </a:ext>
            </a:extLst>
          </p:cNvPr>
          <p:cNvSpPr/>
          <p:nvPr/>
        </p:nvSpPr>
        <p:spPr>
          <a:xfrm>
            <a:off x="345871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48DDDC18-5B91-133A-80F2-7C81C507566A}"/>
              </a:ext>
            </a:extLst>
          </p:cNvPr>
          <p:cNvSpPr/>
          <p:nvPr/>
        </p:nvSpPr>
        <p:spPr>
          <a:xfrm>
            <a:off x="2596703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25">
            <a:extLst>
              <a:ext uri="{FF2B5EF4-FFF2-40B4-BE49-F238E27FC236}">
                <a16:creationId xmlns:a16="http://schemas.microsoft.com/office/drawing/2014/main" id="{2661ABAE-21DE-0E1A-FA91-826E194BEE2A}"/>
              </a:ext>
            </a:extLst>
          </p:cNvPr>
          <p:cNvSpPr/>
          <p:nvPr/>
        </p:nvSpPr>
        <p:spPr>
          <a:xfrm>
            <a:off x="4867634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B1161964-AA49-FE91-3506-6016BC8E53E6}"/>
              </a:ext>
            </a:extLst>
          </p:cNvPr>
          <p:cNvSpPr/>
          <p:nvPr/>
        </p:nvSpPr>
        <p:spPr>
          <a:xfrm>
            <a:off x="7118466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873A0AC6-8A6F-29E1-E257-894ECB4A1153}"/>
              </a:ext>
            </a:extLst>
          </p:cNvPr>
          <p:cNvSpPr/>
          <p:nvPr/>
        </p:nvSpPr>
        <p:spPr>
          <a:xfrm>
            <a:off x="9359249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20252254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EB92795-C09E-CDCF-6D16-67CD9531C51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450528" y="405801"/>
            <a:ext cx="2264036" cy="49155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A938199-A575-1A71-A403-466F7CE31352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BFC89D8-07AB-4996-9369-26924C83CB3E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3EF423-C06A-B05F-1427-653276B14419}"/>
              </a:ext>
            </a:extLst>
          </p:cNvPr>
          <p:cNvSpPr/>
          <p:nvPr/>
        </p:nvSpPr>
        <p:spPr>
          <a:xfrm>
            <a:off x="345871" y="2425674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7345AE-9B12-3C68-B8D4-9720924A1EFE}"/>
              </a:ext>
            </a:extLst>
          </p:cNvPr>
          <p:cNvSpPr/>
          <p:nvPr/>
        </p:nvSpPr>
        <p:spPr>
          <a:xfrm>
            <a:off x="2596703" y="2425674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DBA6B4-3A2D-DA95-48D2-086533C0659E}"/>
              </a:ext>
            </a:extLst>
          </p:cNvPr>
          <p:cNvSpPr/>
          <p:nvPr/>
        </p:nvSpPr>
        <p:spPr>
          <a:xfrm>
            <a:off x="4867634" y="2425674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7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D09D66C6-FB0D-39FC-328C-DA7F2A4C9B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76089214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D1CADFF-2BAD-7550-A4FC-6ACB378D6780}"/>
              </a:ext>
            </a:extLst>
          </p:cNvPr>
          <p:cNvSpPr/>
          <p:nvPr/>
        </p:nvSpPr>
        <p:spPr>
          <a:xfrm>
            <a:off x="0" y="1949994"/>
            <a:ext cx="12191996" cy="3828144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89567600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ACAF80-2BB6-10A8-DEC5-93B21CA27FB1}"/>
              </a:ext>
            </a:extLst>
          </p:cNvPr>
          <p:cNvSpPr/>
          <p:nvPr/>
        </p:nvSpPr>
        <p:spPr>
          <a:xfrm>
            <a:off x="0" y="1751798"/>
            <a:ext cx="12191996" cy="402634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02245752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031848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E2DF57DA-D727-5EA7-674A-49497DF67C7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28032" y="2643228"/>
            <a:ext cx="2807683" cy="42147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1948A086-DA2C-C327-C7D1-93BD21F2032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24935" y="339727"/>
            <a:ext cx="3167060" cy="19462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43300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EE3984F7-C4CF-C022-921F-7857A83543F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63693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F476735C-A15B-CEC1-BEEB-990F2967985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681657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48F0257F-7E3A-EB05-6F61-41D3C501427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004706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2844910E-A83B-D7AD-EB0F-FE39FDA8369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007906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6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6106A7C-CCB4-168B-77FA-FF0766AFC8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2240974" y="324483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595718391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2351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F432DAEE-9C0C-ED04-A215-CCA671575CC2}"/>
              </a:ext>
            </a:extLst>
          </p:cNvPr>
          <p:cNvSpPr/>
          <p:nvPr/>
        </p:nvSpPr>
        <p:spPr>
          <a:xfrm>
            <a:off x="0" y="0"/>
            <a:ext cx="2907188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9878AF8A-A7AE-43BC-79D6-B897FEE7C550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9CD9FB92-F177-1C30-AD6B-6F8D3B6FD64E}"/>
              </a:ext>
            </a:extLst>
          </p:cNvPr>
          <p:cNvSpPr/>
          <p:nvPr/>
        </p:nvSpPr>
        <p:spPr>
          <a:xfrm>
            <a:off x="3224485" y="917947"/>
            <a:ext cx="2825496" cy="5004520"/>
          </a:xfrm>
          <a:custGeom>
            <a:avLst>
              <a:gd name="f0" fmla="val 5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3F671339-A9FC-341D-D9EC-1BFF76CAD6B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14553" y="1040349"/>
            <a:ext cx="2645359" cy="21444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80493823-4599-D2B5-B3C8-AD10AD291178}"/>
              </a:ext>
            </a:extLst>
          </p:cNvPr>
          <p:cNvSpPr/>
          <p:nvPr/>
        </p:nvSpPr>
        <p:spPr>
          <a:xfrm>
            <a:off x="6141421" y="917947"/>
            <a:ext cx="2825496" cy="5004520"/>
          </a:xfrm>
          <a:custGeom>
            <a:avLst>
              <a:gd name="f0" fmla="val 5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1A172A01-7D72-31BB-0DD7-C6077EF024D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231489" y="1040349"/>
            <a:ext cx="2645359" cy="21444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Rounded Rectangle 21">
            <a:extLst>
              <a:ext uri="{FF2B5EF4-FFF2-40B4-BE49-F238E27FC236}">
                <a16:creationId xmlns:a16="http://schemas.microsoft.com/office/drawing/2014/main" id="{1470E1D2-5CE3-DE8B-593B-358B2150F3CA}"/>
              </a:ext>
            </a:extLst>
          </p:cNvPr>
          <p:cNvSpPr/>
          <p:nvPr/>
        </p:nvSpPr>
        <p:spPr>
          <a:xfrm>
            <a:off x="9049213" y="917947"/>
            <a:ext cx="2825496" cy="5004520"/>
          </a:xfrm>
          <a:custGeom>
            <a:avLst>
              <a:gd name="f0" fmla="val 5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D49BB75F-2B37-65AC-4A15-2D55FAA2BFC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39281" y="1040349"/>
            <a:ext cx="2645359" cy="21444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Oval 24">
            <a:extLst>
              <a:ext uri="{FF2B5EF4-FFF2-40B4-BE49-F238E27FC236}">
                <a16:creationId xmlns:a16="http://schemas.microsoft.com/office/drawing/2014/main" id="{6C0D8ADE-1814-3E14-33F8-026EA8050DF9}"/>
              </a:ext>
            </a:extLst>
          </p:cNvPr>
          <p:cNvSpPr/>
          <p:nvPr/>
        </p:nvSpPr>
        <p:spPr>
          <a:xfrm>
            <a:off x="7511201" y="6023390"/>
            <a:ext cx="92235" cy="9223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Oval 25">
            <a:extLst>
              <a:ext uri="{FF2B5EF4-FFF2-40B4-BE49-F238E27FC236}">
                <a16:creationId xmlns:a16="http://schemas.microsoft.com/office/drawing/2014/main" id="{2F960CA6-9338-5FA0-41A6-5FF88379B1A2}"/>
              </a:ext>
            </a:extLst>
          </p:cNvPr>
          <p:cNvSpPr/>
          <p:nvPr/>
        </p:nvSpPr>
        <p:spPr>
          <a:xfrm>
            <a:off x="4589099" y="6023390"/>
            <a:ext cx="92235" cy="9223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Oval 26">
            <a:extLst>
              <a:ext uri="{FF2B5EF4-FFF2-40B4-BE49-F238E27FC236}">
                <a16:creationId xmlns:a16="http://schemas.microsoft.com/office/drawing/2014/main" id="{60037B77-C1FC-08C3-5858-706A571057AB}"/>
              </a:ext>
            </a:extLst>
          </p:cNvPr>
          <p:cNvSpPr/>
          <p:nvPr/>
        </p:nvSpPr>
        <p:spPr>
          <a:xfrm>
            <a:off x="10415838" y="6023390"/>
            <a:ext cx="92235" cy="9223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13" name="Straight Connector 28">
            <a:extLst>
              <a:ext uri="{FF2B5EF4-FFF2-40B4-BE49-F238E27FC236}">
                <a16:creationId xmlns:a16="http://schemas.microsoft.com/office/drawing/2014/main" id="{3E375B5B-38C5-060C-0DF8-6A362EEBA8DF}"/>
              </a:ext>
            </a:extLst>
          </p:cNvPr>
          <p:cNvCxnSpPr/>
          <p:nvPr/>
        </p:nvCxnSpPr>
        <p:spPr>
          <a:xfrm>
            <a:off x="4635212" y="6069503"/>
            <a:ext cx="5826740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11569BE-39BE-62D7-57B2-D23B22FD925A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4165CFE-6D4E-4497-9FA5-E24745B0F977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49855590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DDAA010-99F4-3FFA-060D-1115C5B1942A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1F0F654-BABE-421F-A620-1B7FEA0EFFC2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380346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593AAB1-A95A-ACD9-750F-6977CE50C125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68A60C7D-84DD-30F4-3DC6-DA9294D6923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50252" y="276962"/>
            <a:ext cx="11685071" cy="63163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87943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370138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830029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F23215B-E579-D5E0-E544-4F84C0EC9A5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39546" y="603741"/>
            <a:ext cx="2157051" cy="282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6597253-7599-0BA8-1E25-547D0A1272A1}"/>
              </a:ext>
            </a:extLst>
          </p:cNvPr>
          <p:cNvSpPr txBox="1"/>
          <p:nvPr/>
        </p:nvSpPr>
        <p:spPr>
          <a:xfrm>
            <a:off x="9042401" y="6486360"/>
            <a:ext cx="2814322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C8019C7-E74A-45C8-A3E3-5EC452B4485A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71422497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4E5A7CED-EAD5-CBE0-67C1-D57C942E544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048801" y="0"/>
            <a:ext cx="3840982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92C80BD-ECCF-5765-6137-4CF8B7FF95A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889784" y="0"/>
            <a:ext cx="2302212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6A0FE7CC-F53C-87B1-0AC9-3F9E148F1B0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207827" y="3429000"/>
            <a:ext cx="3840982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E95276F4-C6F4-17AF-0CD6-F8D56E69DF2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3429000"/>
            <a:ext cx="2244861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83BB26CC-B9EA-9C3B-5F43-E6FB810DC22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310378" y="3429000"/>
            <a:ext cx="3881618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AA2C8492-418E-D9FF-A44B-2030C3C72FF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036667" y="3429000"/>
            <a:ext cx="2273710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61412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046120AF-564A-6C20-8457-960F4C9BED0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01233" y="-19046"/>
            <a:ext cx="3090763" cy="68960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BD52870-93D7-2E49-D0D9-CFDF6C682BC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273710" y="3429000"/>
            <a:ext cx="2275841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10EE415C-D245-8D83-D9C7-F696CF4631B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511036" y="0"/>
            <a:ext cx="2314355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F0821C32-6CB4-72A4-FB26-31881D74FD8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25392" y="0"/>
            <a:ext cx="2275841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DAC0F4C4-5FB8-FEBF-C5D6-DB8200E4033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511036" y="3422644"/>
            <a:ext cx="4600986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69533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54C4F59F-9505-CC1A-E2DB-4ED11DB5C83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893493" y="1912933"/>
            <a:ext cx="3033714" cy="30321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84F367AD-9D9E-DA4F-6799-AA6A336E5C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14462054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56FB0129-22BD-173D-BC80-CE7E35F1D8E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893493" y="1912933"/>
            <a:ext cx="3033714" cy="30321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BF98D8E-2526-5657-2F5C-8A119A25F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591841306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9380AE12-982A-BB75-4533-F91E4B030E3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D1B12DAB-8906-4C57-868B-8D7675A2AD0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73BE56E9-07EA-89CB-EF98-CEC9EB39D21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12D6DAF6-9D17-8035-9939-35C29455101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BC08A317-F1CE-49C5-3C8B-75394AE24BC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8F8668C5-E275-7BD4-8AA0-602BD1E2578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1E85DECA-5860-DA22-3E24-29C187BDF7F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48469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EB7DE848-9874-7001-117A-9D3402C475A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11A4C283-9677-9D0E-7BF4-F20FF1912E1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61449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0831682-84D8-F932-FC75-05BEAEFB121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1468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CAB44E78-AAA8-A80E-88B9-6ECE2F06346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29175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3C09F2C7-C703-D942-55D5-5381C8DF198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6197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A15891E8-79F6-5544-F069-45B415DB80B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81978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DDC0C5CA-05C8-DA1F-B1A8-DB8AA37751F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90645" y="2371917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EB1317B6-9640-C49C-F265-C2E84846B19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395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77A6D60E-4590-EA3B-4C8C-ADC11A07444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6274710C-D812-2FA0-0E86-CCBD0A0211F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CEF478DE-8173-BA8C-DBE4-B55284F5AE6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0011864-E852-2C10-DD88-7A9DB647B78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7CB8E7A7-3877-5FF1-70E7-672DF1652AF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37811617-ABFD-AF73-3DAA-5C605D5A12E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94E15FAC-2B9B-C1CA-72AE-A7A35F539DE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4495354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510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4">
            <a:extLst>
              <a:ext uri="{FF2B5EF4-FFF2-40B4-BE49-F238E27FC236}">
                <a16:creationId xmlns:a16="http://schemas.microsoft.com/office/drawing/2014/main" id="{B56FC009-817B-4708-852B-16EEF9E6972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408715" y="0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F512F733-7AC4-7616-42BD-24E1B6FDE6D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41260" y="0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54">
            <a:extLst>
              <a:ext uri="{FF2B5EF4-FFF2-40B4-BE49-F238E27FC236}">
                <a16:creationId xmlns:a16="http://schemas.microsoft.com/office/drawing/2014/main" id="{93C4AB94-E1EC-1BFF-EA6B-C2EB2137F0D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817431" y="0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A687E0D4-75C1-3590-DDFB-11D91803A19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749975" y="0"/>
            <a:ext cx="449235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54">
            <a:extLst>
              <a:ext uri="{FF2B5EF4-FFF2-40B4-BE49-F238E27FC236}">
                <a16:creationId xmlns:a16="http://schemas.microsoft.com/office/drawing/2014/main" id="{D01F7984-7D9D-6863-CE13-3A5EF3930B4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73868" y="1752603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21">
            <a:extLst>
              <a:ext uri="{FF2B5EF4-FFF2-40B4-BE49-F238E27FC236}">
                <a16:creationId xmlns:a16="http://schemas.microsoft.com/office/drawing/2014/main" id="{EA996042-D67A-DA8F-FD52-05A21F08701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06413" y="1752603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54">
            <a:extLst>
              <a:ext uri="{FF2B5EF4-FFF2-40B4-BE49-F238E27FC236}">
                <a16:creationId xmlns:a16="http://schemas.microsoft.com/office/drawing/2014/main" id="{D0F1BFC3-05C5-8809-E9F9-E5AE07B81E1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982583" y="1752603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21">
            <a:extLst>
              <a:ext uri="{FF2B5EF4-FFF2-40B4-BE49-F238E27FC236}">
                <a16:creationId xmlns:a16="http://schemas.microsoft.com/office/drawing/2014/main" id="{DBA16A58-3253-C9CB-6879-292BAF26B7D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915128" y="1752603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54">
            <a:extLst>
              <a:ext uri="{FF2B5EF4-FFF2-40B4-BE49-F238E27FC236}">
                <a16:creationId xmlns:a16="http://schemas.microsoft.com/office/drawing/2014/main" id="{10E0EF7B-D53E-006D-D365-C6C881D1DFA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91299" y="1752603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09FA65C3-AD0C-FCC9-0680-C3AE2483C7A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-7205" y="1752603"/>
            <a:ext cx="449235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54">
            <a:extLst>
              <a:ext uri="{FF2B5EF4-FFF2-40B4-BE49-F238E27FC236}">
                <a16:creationId xmlns:a16="http://schemas.microsoft.com/office/drawing/2014/main" id="{550B3C17-8355-61B3-E263-90863942730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3494315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DD36903C-1DE2-FBED-5F5C-6126C2FA275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932544" y="3494315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54">
            <a:extLst>
              <a:ext uri="{FF2B5EF4-FFF2-40B4-BE49-F238E27FC236}">
                <a16:creationId xmlns:a16="http://schemas.microsoft.com/office/drawing/2014/main" id="{0BA3447C-1ED2-849E-71AB-8DC5ACCFFCC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408715" y="3494315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21">
            <a:extLst>
              <a:ext uri="{FF2B5EF4-FFF2-40B4-BE49-F238E27FC236}">
                <a16:creationId xmlns:a16="http://schemas.microsoft.com/office/drawing/2014/main" id="{7C54963B-2887-7D7D-DBB6-8AF3A1B95D8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41260" y="3494315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54">
            <a:extLst>
              <a:ext uri="{FF2B5EF4-FFF2-40B4-BE49-F238E27FC236}">
                <a16:creationId xmlns:a16="http://schemas.microsoft.com/office/drawing/2014/main" id="{6FB6830B-8FA9-FB7E-2FE7-4454DB85668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817431" y="3494315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0927035D-0214-8A98-C3F1-4D513CE33D6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749975" y="3494315"/>
            <a:ext cx="449235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54">
            <a:extLst>
              <a:ext uri="{FF2B5EF4-FFF2-40B4-BE49-F238E27FC236}">
                <a16:creationId xmlns:a16="http://schemas.microsoft.com/office/drawing/2014/main" id="{E9B2BCD4-D5B1-9526-BD08-B5092DBFDFE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73868" y="5236028"/>
            <a:ext cx="2800697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52564C5D-3413-9C8A-24BA-A58487475BD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06413" y="5236028"/>
            <a:ext cx="1348611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54">
            <a:extLst>
              <a:ext uri="{FF2B5EF4-FFF2-40B4-BE49-F238E27FC236}">
                <a16:creationId xmlns:a16="http://schemas.microsoft.com/office/drawing/2014/main" id="{9439F38A-1CAF-B2C0-CAFA-81DFCE13A5E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982583" y="5236028"/>
            <a:ext cx="2800697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21">
            <a:extLst>
              <a:ext uri="{FF2B5EF4-FFF2-40B4-BE49-F238E27FC236}">
                <a16:creationId xmlns:a16="http://schemas.microsoft.com/office/drawing/2014/main" id="{F0D395A9-2F13-45D8-543B-2C088B0227F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915128" y="5236028"/>
            <a:ext cx="1348611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54">
            <a:extLst>
              <a:ext uri="{FF2B5EF4-FFF2-40B4-BE49-F238E27FC236}">
                <a16:creationId xmlns:a16="http://schemas.microsoft.com/office/drawing/2014/main" id="{A90FF8A5-80FF-854A-125F-85B54DD6C52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91299" y="5236028"/>
            <a:ext cx="2800697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0AA4924D-B0F8-6B8B-E5E6-97C7545BF03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-7205" y="5236028"/>
            <a:ext cx="449235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959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8278D11-4566-6E7F-8856-90D8DE971AE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3952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DF7C917F-93F9-EB85-3895-D0A29006E49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48469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E5EF1C09-C0BF-2A5A-B8F5-7DAC4ABFDE3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447489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D8C097C7-FC21-9907-85E5-67BA9133112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9DFD30E2-60B0-1349-264E-6E4B2AD9E02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CED5AF94-DFC3-F3C0-FEB9-A6F9DC35CE7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DD0EC4E2-5656-3BDF-2086-C40E0BF1F9A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359AD4A6-E960-6CAC-8E4C-D2469425AF4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FA381183-127B-E170-CD3D-E6AFF4EFD9B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1591D442-091C-B8BC-5835-85698854BB9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9ECAB2D1-5BCD-35BF-363A-38576389FF7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61449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90376824-9F41-8A58-2E80-CB532520262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1468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7717ACEB-DF4A-6E0C-69D4-444789A7A46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29175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871B81AB-5815-90CC-0550-431FF6D5376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6197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F0135CD0-0225-0E50-528E-900139B8D7C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81978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6D87E07C-F5EB-6A6A-9B3A-3B1B1EDBD4C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90645" y="2371917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4847841D-4B27-BF6F-A73A-199A5A6EBBA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395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DE456860-0BDC-F310-8358-F6FD19D87BA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18AA1AA-2752-C8C6-9C72-1B22B257B43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3FFD92F9-7894-B10D-E012-5EDCE9AAA3F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47696AF2-82F6-48AD-62F9-9E566F046EC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7B9FDC4A-C319-BE45-0A9A-E2F60894E78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BE581BD9-55B4-198D-5066-5A3A711A00B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FC3D1E0F-8DF7-B0BD-4E45-504C8C43046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4495354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53224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601617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F0C5261-6C9C-DAE5-513A-355F09F3F9AC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724516CE-4CF0-ED38-09FB-17B288E5EC50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Commercial Offer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7EA9A5A-23AD-69F7-214F-B17F51EF31E8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1708E89-A343-4777-B7B8-8C2C013956FE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8C397-B97F-FC60-D959-B49B603C3F7F}"/>
              </a:ext>
            </a:extLst>
          </p:cNvPr>
          <p:cNvSpPr/>
          <p:nvPr/>
        </p:nvSpPr>
        <p:spPr>
          <a:xfrm>
            <a:off x="9665400" y="0"/>
            <a:ext cx="2194660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62D605-F493-C5C4-0E12-F0FC46C11E0A}"/>
              </a:ext>
            </a:extLst>
          </p:cNvPr>
          <p:cNvSpPr/>
          <p:nvPr/>
        </p:nvSpPr>
        <p:spPr>
          <a:xfrm>
            <a:off x="7076852" y="0"/>
            <a:ext cx="2194660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2E08255-390B-6BEE-6A62-A9B412727BEF}"/>
              </a:ext>
            </a:extLst>
          </p:cNvPr>
          <p:cNvSpPr/>
          <p:nvPr/>
        </p:nvSpPr>
        <p:spPr>
          <a:xfrm>
            <a:off x="4513963" y="0"/>
            <a:ext cx="2194660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7327585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BC Studios Black Log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602707B-36B3-3163-2449-55F09692807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49831" y="1643862"/>
            <a:ext cx="2485110" cy="33790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EFF3056-FB45-3CE1-96EB-0A8FBD00E7C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35411" y="1878013"/>
            <a:ext cx="2166935" cy="29463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C1D4C18-911A-928C-4762-947B44FA9BF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284805" y="1775874"/>
            <a:ext cx="2312462" cy="314427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2364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3EB99C7-589A-D4D0-F7C2-9C0DE5102AB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D9DBE33C-24B9-42CE-B8DD-AE37840F25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7337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86B5A68-0F4A-6D95-6119-5E316A979D40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342986D-2909-4282-8BE1-703C74C8CB98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39266056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FF102E-4E5D-DD8E-EF63-3412D50CD42E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A68A27-07A8-4FE2-B6CC-427034FDE918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969522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11A477F-92AC-DAA2-BF66-3CF449E99539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1A6FA50-608C-47C6-B880-2AE5062D168A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06900920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20F2EAA-A8B3-0AD1-2F60-E787FA61AB50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AEE8DB5-CCAD-4417-AE0D-9F9102B485C7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25020793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6260DE5B-30B7-E4B0-0BFF-85E7A470023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63693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4244152B-E16B-BAFC-1357-B4280ECEBBF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678457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6004898E-C5C7-D479-E560-CBB63CCD424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63693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19F41008-567E-BD87-2662-236AD5339CE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681657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53669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EF06C49-152D-437A-6B86-A5A17D7DF12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747979" y="180579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4D36FE6-74E4-F246-BD82-610AD88DB29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2419118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A9DC4812-E12C-C10F-091D-B9228E8AEA1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924851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A0566B19-EB6B-04F3-F167-589386131EE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740432" y="4292513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6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6E598F3-D715-60B3-6B59-844940488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51707981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9220916-0552-F3DF-F6BB-494C10252E9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2419118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94A1A40-E393-E7E0-9D12-7EBCDED71DC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924851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518F3519-8852-277E-F0C5-C18B08E63F3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740432" y="4292513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5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2A93BD6-C322-D768-06A3-FB221250B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161401642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E4BD7CE-16E6-8659-71E3-F50F2703355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A725404-9ADA-85EA-3E4A-7D8CFB3C946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F14D62E-8A34-12FF-458A-72D5F4BE166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9648C93-BEEA-61D9-CE24-B5E2AC68B1A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3720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78D5CD9-A8EF-3F7E-9F06-3CA520EBA1E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2F1C07E-6E0E-8814-50EC-9912F4B0D5D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8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2D25F8F-416C-1058-C611-EA1A56AE38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01215464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0497F765-31C8-2C0E-38B9-6C3CD089EDC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72F0941-3643-136F-3FF9-ED730FF36FC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A5960139-7F34-4253-5A0F-41F495ED5C9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0DF69A8B-FFC6-415B-1D36-8B05E23B961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3720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D4BA291-E9C9-B06F-C6E9-71536C61725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899F5E1-B188-AE73-98A6-376C06EF9A2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8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3AB9185-E3F0-6122-2089-1BF0BEE04E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BA79F555-54A0-2A84-FC79-D28596EFF603}"/>
              </a:ext>
            </a:extLst>
          </p:cNvPr>
          <p:cNvSpPr/>
          <p:nvPr/>
        </p:nvSpPr>
        <p:spPr>
          <a:xfrm>
            <a:off x="333289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7334043-6ED5-E71C-0819-F31D53007AE4}"/>
              </a:ext>
            </a:extLst>
          </p:cNvPr>
          <p:cNvSpPr/>
          <p:nvPr/>
        </p:nvSpPr>
        <p:spPr>
          <a:xfrm>
            <a:off x="1950342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D95E24-F217-ECBB-80EA-35C0A750E036}"/>
              </a:ext>
            </a:extLst>
          </p:cNvPr>
          <p:cNvSpPr/>
          <p:nvPr/>
        </p:nvSpPr>
        <p:spPr>
          <a:xfrm>
            <a:off x="3557756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B65671-C026-901E-C0D5-0A85B8C4C237}"/>
              </a:ext>
            </a:extLst>
          </p:cNvPr>
          <p:cNvSpPr/>
          <p:nvPr/>
        </p:nvSpPr>
        <p:spPr>
          <a:xfrm>
            <a:off x="5164540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8538820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887856D-C6F6-7ADB-A281-1BC54F849E1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FB996C3F-9ED8-6894-DACB-8EB60E87449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10F043A4-CD13-0CD7-FE86-DBF93D2862B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E081009-A5BE-763A-571D-DBAED428E24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3720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39F3A5E-52FB-54F2-EE6E-80F80D7E4DC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854F795-F02F-8609-FFC5-94E68AB64E1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8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C75E1ED-6690-9603-A299-0DE5B3370E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328631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02119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1">
            <a:extLst>
              <a:ext uri="{FF2B5EF4-FFF2-40B4-BE49-F238E27FC236}">
                <a16:creationId xmlns:a16="http://schemas.microsoft.com/office/drawing/2014/main" id="{DA4EA41B-02C6-851F-10AF-573A62D4FB3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40590" y="-1408"/>
            <a:ext cx="991877" cy="122420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54">
            <a:extLst>
              <a:ext uri="{FF2B5EF4-FFF2-40B4-BE49-F238E27FC236}">
                <a16:creationId xmlns:a16="http://schemas.microsoft.com/office/drawing/2014/main" id="{6D4239CA-7966-AD7D-36D7-BC5BF73C20A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77046" y="1304921"/>
            <a:ext cx="2064431" cy="13749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54">
            <a:extLst>
              <a:ext uri="{FF2B5EF4-FFF2-40B4-BE49-F238E27FC236}">
                <a16:creationId xmlns:a16="http://schemas.microsoft.com/office/drawing/2014/main" id="{B9A63105-8D2F-CA3B-3A91-2F5DB59A92A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43781" y="1304921"/>
            <a:ext cx="2064431" cy="13749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54">
            <a:extLst>
              <a:ext uri="{FF2B5EF4-FFF2-40B4-BE49-F238E27FC236}">
                <a16:creationId xmlns:a16="http://schemas.microsoft.com/office/drawing/2014/main" id="{191DF0AE-9DB8-5471-1CC0-57AF9A65E4B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126696" y="0"/>
            <a:ext cx="2074819" cy="12088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54">
            <a:extLst>
              <a:ext uri="{FF2B5EF4-FFF2-40B4-BE49-F238E27FC236}">
                <a16:creationId xmlns:a16="http://schemas.microsoft.com/office/drawing/2014/main" id="{18046162-94D6-1C40-60D7-5DC69799CC4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66659" y="0"/>
            <a:ext cx="2074819" cy="12088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54">
            <a:extLst>
              <a:ext uri="{FF2B5EF4-FFF2-40B4-BE49-F238E27FC236}">
                <a16:creationId xmlns:a16="http://schemas.microsoft.com/office/drawing/2014/main" id="{DF717979-A482-1FCC-B831-94FCD9D1F1B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959961" y="2782958"/>
            <a:ext cx="2074819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54">
            <a:extLst>
              <a:ext uri="{FF2B5EF4-FFF2-40B4-BE49-F238E27FC236}">
                <a16:creationId xmlns:a16="http://schemas.microsoft.com/office/drawing/2014/main" id="{47EC3692-6BBD-82F2-356A-4AD598953C9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66659" y="4273823"/>
            <a:ext cx="2074819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54">
            <a:extLst>
              <a:ext uri="{FF2B5EF4-FFF2-40B4-BE49-F238E27FC236}">
                <a16:creationId xmlns:a16="http://schemas.microsoft.com/office/drawing/2014/main" id="{0E192B81-E894-69C7-32B9-D1859A4ABEE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126696" y="4273823"/>
            <a:ext cx="2074819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54">
            <a:extLst>
              <a:ext uri="{FF2B5EF4-FFF2-40B4-BE49-F238E27FC236}">
                <a16:creationId xmlns:a16="http://schemas.microsoft.com/office/drawing/2014/main" id="{71647804-5221-C7FC-3224-320FA3CEBF3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66659" y="5764697"/>
            <a:ext cx="2074819" cy="10933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54">
            <a:extLst>
              <a:ext uri="{FF2B5EF4-FFF2-40B4-BE49-F238E27FC236}">
                <a16:creationId xmlns:a16="http://schemas.microsoft.com/office/drawing/2014/main" id="{95AEDD22-4539-2BE8-AE28-798360A3799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43333" y="5764697"/>
            <a:ext cx="2064431" cy="10933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21">
            <a:extLst>
              <a:ext uri="{FF2B5EF4-FFF2-40B4-BE49-F238E27FC236}">
                <a16:creationId xmlns:a16="http://schemas.microsoft.com/office/drawing/2014/main" id="{CDE0FED4-B098-538F-F6DE-FAC2FEB216C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00119" y="1290675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36AC3294-E51E-BB83-C55C-85B38AAAFE8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00119" y="2761670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C61BD4F9-DA27-CF93-8423-F237D780C59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106817" y="2761670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21">
            <a:extLst>
              <a:ext uri="{FF2B5EF4-FFF2-40B4-BE49-F238E27FC236}">
                <a16:creationId xmlns:a16="http://schemas.microsoft.com/office/drawing/2014/main" id="{9FC5BB5C-054E-F56E-BFFA-2B5AE27A36E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56719" y="2761670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21">
            <a:extLst>
              <a:ext uri="{FF2B5EF4-FFF2-40B4-BE49-F238E27FC236}">
                <a16:creationId xmlns:a16="http://schemas.microsoft.com/office/drawing/2014/main" id="{D2F3A2E2-1EEA-CF06-263E-456122FF4E2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33394" y="4273823"/>
            <a:ext cx="999082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25C443ED-674B-A981-1EBF-352A8597DEE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10059" y="5754758"/>
            <a:ext cx="981937" cy="11032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41535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920AC8-D05F-3DB7-1F35-B989DC0C2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9575" cy="684539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55639907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0133D29-05F9-3086-9F26-0ECA78F8A0EA}"/>
              </a:ext>
            </a:extLst>
          </p:cNvPr>
          <p:cNvSpPr/>
          <p:nvPr/>
        </p:nvSpPr>
        <p:spPr>
          <a:xfrm>
            <a:off x="0" y="2210424"/>
            <a:ext cx="3158831" cy="3692328"/>
          </a:xfrm>
          <a:prstGeom prst="rect">
            <a:avLst/>
          </a:prstGeom>
          <a:solidFill>
            <a:srgbClr val="26262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1FB36B8-D84F-D70C-A28D-90FD241DF899}"/>
              </a:ext>
            </a:extLst>
          </p:cNvPr>
          <p:cNvSpPr/>
          <p:nvPr/>
        </p:nvSpPr>
        <p:spPr>
          <a:xfrm>
            <a:off x="3234004" y="2210424"/>
            <a:ext cx="2500838" cy="3692328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E267EF-0611-C908-45CC-455BE1816974}"/>
              </a:ext>
            </a:extLst>
          </p:cNvPr>
          <p:cNvSpPr/>
          <p:nvPr/>
        </p:nvSpPr>
        <p:spPr>
          <a:xfrm>
            <a:off x="5810006" y="2210424"/>
            <a:ext cx="6381990" cy="1795973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F29CEC64-5C9E-D0FD-F963-EB645543B9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06866" y="167271"/>
            <a:ext cx="4597383" cy="66907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3740045-ADFC-1F14-18D7-06DB4BDDFD0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450528" y="405801"/>
            <a:ext cx="2264036" cy="49155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F84C863D-07B6-22A6-4981-635D691024F3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96F8AF67-30E0-7278-C1EB-B0E2643EA10E}"/>
              </a:ext>
            </a:extLst>
          </p:cNvPr>
          <p:cNvSpPr/>
          <p:nvPr/>
        </p:nvSpPr>
        <p:spPr>
          <a:xfrm>
            <a:off x="1547722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6004A1-2B8F-5BC5-D790-D04F73883E29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AA6F711-3D13-45DB-9383-FF01B16F215B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91432237"/>
      </p:ext>
    </p:extLst>
  </p:cSld>
  <p:clrMapOvr>
    <a:masterClrMapping/>
  </p:clrMapOvr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 descr="A white background with a black and white image&#10;&#10;AI-generated content may be incorrect.">
            <a:extLst>
              <a:ext uri="{FF2B5EF4-FFF2-40B4-BE49-F238E27FC236}">
                <a16:creationId xmlns:a16="http://schemas.microsoft.com/office/drawing/2014/main" id="{4D1FBDB3-129C-C60B-0516-95BCBEDF3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181" y="3082323"/>
            <a:ext cx="4383313" cy="13207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1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93886DBA-0012-A5AD-09C9-1F83652A3A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06866" y="167271"/>
            <a:ext cx="4597383" cy="66907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4BD5244-F5D0-1A3B-C3A7-5233EC95727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450528" y="405801"/>
            <a:ext cx="2264036" cy="49155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541555F-3928-010F-69F3-EA4046294091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BECD6331-567A-3CC2-C3E2-17455D72A30D}"/>
              </a:ext>
            </a:extLst>
          </p:cNvPr>
          <p:cNvSpPr/>
          <p:nvPr/>
        </p:nvSpPr>
        <p:spPr>
          <a:xfrm>
            <a:off x="1547722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19F4002-4F83-E8A9-2F03-99D708D1FF1D}"/>
              </a:ext>
            </a:extLst>
          </p:cNvPr>
          <p:cNvSpPr/>
          <p:nvPr/>
        </p:nvSpPr>
        <p:spPr>
          <a:xfrm>
            <a:off x="326440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4F3FAD00-D4B5-A68B-AB7E-D2FA21C689FF}"/>
              </a:ext>
            </a:extLst>
          </p:cNvPr>
          <p:cNvSpPr/>
          <p:nvPr/>
        </p:nvSpPr>
        <p:spPr>
          <a:xfrm>
            <a:off x="2257873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B90407F5-67AA-E52A-84E5-42C7841F5D35}"/>
              </a:ext>
            </a:extLst>
          </p:cNvPr>
          <p:cNvSpPr/>
          <p:nvPr/>
        </p:nvSpPr>
        <p:spPr>
          <a:xfrm>
            <a:off x="4198641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7C883972-9A54-3A21-1319-1F39B868B63A}"/>
              </a:ext>
            </a:extLst>
          </p:cNvPr>
          <p:cNvSpPr/>
          <p:nvPr/>
        </p:nvSpPr>
        <p:spPr>
          <a:xfrm>
            <a:off x="6139409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B367FA-3A1B-F646-C08E-2E61C83943AC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77B6713-0CE9-43B6-A6DF-CBAFDDCB44EB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14227518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BA9517B8-C322-8A82-DB94-A76090248DFC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70A0AB3C-4D3B-93A9-5DAE-4C9B013790AF}"/>
              </a:ext>
            </a:extLst>
          </p:cNvPr>
          <p:cNvSpPr/>
          <p:nvPr/>
        </p:nvSpPr>
        <p:spPr>
          <a:xfrm>
            <a:off x="1547722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D017F4-378F-9D6B-0C99-39FA9E47ADFE}"/>
              </a:ext>
            </a:extLst>
          </p:cNvPr>
          <p:cNvSpPr/>
          <p:nvPr/>
        </p:nvSpPr>
        <p:spPr>
          <a:xfrm>
            <a:off x="326440" y="5154719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8C1BC292-F7AA-3032-BE28-36596B4E63BF}"/>
              </a:ext>
            </a:extLst>
          </p:cNvPr>
          <p:cNvSpPr/>
          <p:nvPr/>
        </p:nvSpPr>
        <p:spPr>
          <a:xfrm>
            <a:off x="2257873" y="5154719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6B48083-2F87-3E67-C665-4C575B727996}"/>
              </a:ext>
            </a:extLst>
          </p:cNvPr>
          <p:cNvSpPr/>
          <p:nvPr/>
        </p:nvSpPr>
        <p:spPr>
          <a:xfrm>
            <a:off x="4198641" y="5154719"/>
            <a:ext cx="2692185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8CA2898-4752-4FE5-6636-161421877937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5DD1333-748A-48BB-878F-9F00D454D600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1CF64BA2-0DED-9DD4-1762-E3AD29B78E4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050344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A1DDA67-6CA2-3633-D81E-30AE9C8B731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14761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D1B7E0-C817-2675-E7B5-906D753BC76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050344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4E9DF7C4-C2F3-1C45-EA6E-7EF8A90F52A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14761" y="0"/>
            <a:ext cx="2350803" cy="23880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B439E278-883A-1DFE-42A0-1DF29F73DB1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14761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C0E3BBC-C2B1-40D2-7FD4-36B914C69EC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050344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14" name="Picture 1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2FBB53F-8C67-17D1-FAE0-39D277F991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7502862"/>
      </p:ext>
    </p:extLst>
  </p:cSld>
  <p:clrMapOvr>
    <a:masterClrMapping/>
  </p:clrMapOvr>
  <p:hf sldNum="0"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47905A13-501E-1678-22A6-504805CB3512}"/>
              </a:ext>
            </a:extLst>
          </p:cNvPr>
          <p:cNvSpPr/>
          <p:nvPr/>
        </p:nvSpPr>
        <p:spPr>
          <a:xfrm>
            <a:off x="1547722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466102-716E-19C2-D7DE-CB5DFDB6056C}"/>
              </a:ext>
            </a:extLst>
          </p:cNvPr>
          <p:cNvSpPr/>
          <p:nvPr/>
        </p:nvSpPr>
        <p:spPr>
          <a:xfrm>
            <a:off x="4174537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ECCDBBDE-611F-97B5-90B4-55ADD92F67F3}"/>
              </a:ext>
            </a:extLst>
          </p:cNvPr>
          <p:cNvSpPr/>
          <p:nvPr/>
        </p:nvSpPr>
        <p:spPr>
          <a:xfrm>
            <a:off x="6105979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FB8C8DC6-B605-E1A1-5659-4B9D1C16CED3}"/>
              </a:ext>
            </a:extLst>
          </p:cNvPr>
          <p:cNvSpPr/>
          <p:nvPr/>
        </p:nvSpPr>
        <p:spPr>
          <a:xfrm>
            <a:off x="8046747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F8D0D3FE-D3DD-5264-3BAA-A4DC54C888A2}"/>
              </a:ext>
            </a:extLst>
          </p:cNvPr>
          <p:cNvSpPr/>
          <p:nvPr/>
        </p:nvSpPr>
        <p:spPr>
          <a:xfrm>
            <a:off x="9987506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75BBC6E-B24E-DDED-A2DA-311F5707093F}"/>
              </a:ext>
            </a:extLst>
          </p:cNvPr>
          <p:cNvSpPr/>
          <p:nvPr/>
        </p:nvSpPr>
        <p:spPr>
          <a:xfrm>
            <a:off x="4174537" y="4986332"/>
            <a:ext cx="3779032" cy="120239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E5B3FC4-C7A9-9939-84E7-05EBA04765E4}"/>
              </a:ext>
            </a:extLst>
          </p:cNvPr>
          <p:cNvSpPr/>
          <p:nvPr/>
        </p:nvSpPr>
        <p:spPr>
          <a:xfrm>
            <a:off x="8046738" y="4986332"/>
            <a:ext cx="3788359" cy="120239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C79ECCC6-5000-4141-A1BE-5DFCAA342A3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174537" y="852056"/>
            <a:ext cx="7660559" cy="27268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0B636AB-3BF9-A951-2EFA-E647771C3AF5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87339F1-4F7C-48A1-BD8B-97D3EEEB145B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9957459"/>
      </p:ext>
    </p:extLst>
  </p:cSld>
  <p:clrMapOvr>
    <a:masterClrMapping/>
  </p:clrMapOvr>
  <p:hf sldNum="0"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33145FAA-7535-6DFD-3379-0E7FF3A2D2D8}"/>
              </a:ext>
            </a:extLst>
          </p:cNvPr>
          <p:cNvSpPr/>
          <p:nvPr/>
        </p:nvSpPr>
        <p:spPr>
          <a:xfrm>
            <a:off x="0" y="2453271"/>
            <a:ext cx="12191996" cy="4404728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21A7CBDF-486C-4986-40BB-E7AFE57193C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3706" y="284954"/>
            <a:ext cx="5093107" cy="62711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CE772332-102E-58FC-04EF-CA3F24C5D01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590955" y="1636483"/>
            <a:ext cx="2558610" cy="35680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13FB499-D113-7BB8-7F92-AE2F6706D549}"/>
              </a:ext>
            </a:extLst>
          </p:cNvPr>
          <p:cNvSpPr txBox="1"/>
          <p:nvPr/>
        </p:nvSpPr>
        <p:spPr>
          <a:xfrm>
            <a:off x="9042401" y="6486360"/>
            <a:ext cx="2814322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5E38EB9-D65B-47D3-9BC1-2E8D586568C5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35047146"/>
      </p:ext>
    </p:extLst>
  </p:cSld>
  <p:clrMapOvr>
    <a:masterClrMapping/>
  </p:clrMapOvr>
  <p:hf sldNum="0"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2B588EAB-058A-0359-B8D9-3A644626E56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40360" y="2869323"/>
            <a:ext cx="5708004" cy="36867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D2E85F1-9CD2-7532-4056-E1BB8C123B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33606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53608472"/>
      </p:ext>
    </p:extLst>
  </p:cSld>
  <p:clrMapOvr>
    <a:masterClrMapping/>
  </p:clrMapOvr>
  <p:hf sldNum="0"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248D7F1B-1951-930D-36F6-0F36E7E3297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60335" y="3442222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33982057-7A45-B090-C1F4-62F12DC8DF6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38568" y="3442222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B665F5C5-320A-F7DC-2262-AB331914BC3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63535" y="35396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88892"/>
      </p:ext>
    </p:extLst>
  </p:cSld>
  <p:clrMapOvr>
    <a:masterClrMapping/>
  </p:clrMapOvr>
  <p:hf sldNum="0"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4C076552-F615-5BEF-60AB-74EFA32758F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1357" y="819832"/>
            <a:ext cx="3775484" cy="38754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FBE7BAEA-F76B-1204-9556-EEA741AC2C1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74545" y="819832"/>
            <a:ext cx="3775484" cy="38754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109F62F-5DAF-273C-4235-EE85E56BFEC2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9190BC-39AD-4F98-85FD-ACFD005E141F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56BBC51-7E5B-07D2-68BA-53A38B5957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78306138"/>
      </p:ext>
    </p:extLst>
  </p:cSld>
  <p:clrMapOvr>
    <a:masterClrMapping/>
  </p:clrMapOvr>
  <p:hf sldNum="0"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CAE3ED33-E9E4-7BF4-66C9-CFEF2C78ADB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1357" y="2453271"/>
            <a:ext cx="3775484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AF008F3-878E-9C19-3959-05479EEA378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74545" y="2453271"/>
            <a:ext cx="3775484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D3DEE3B-A5CE-D86F-3158-3CDED88516A8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B649B7D-2DD6-44A5-9891-EA8F05C94A0A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86B8D3A-8A4D-CF34-328E-6A2308734F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687124022"/>
      </p:ext>
    </p:extLst>
  </p:cSld>
  <p:clrMapOvr>
    <a:masterClrMapping/>
  </p:clrMapOvr>
  <p:hf sldNum="0"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9A29362E-9B8D-6CF6-B998-7588069D24A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1357" y="2337517"/>
            <a:ext cx="3775484" cy="1921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D35160DC-10D4-67FC-EABA-F0A3C7E2765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74545" y="2337517"/>
            <a:ext cx="3775484" cy="1921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145711-2DD7-D46D-F942-89CBA8ED57C7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B44534-00B0-41DA-B881-C64C8C43AE84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6DFA16B-EE9F-703B-8DCB-F47CA9FEA5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195343010"/>
      </p:ext>
    </p:extLst>
  </p:cSld>
  <p:clrMapOvr>
    <a:masterClrMapping/>
  </p:clrMapOvr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9AD7C38-5733-2354-BB20-03E2DFC393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7D9B9F8-DD46-D2FF-40DF-1275E17F94E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05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8AE7195-F0C3-3641-E6B8-28172C162AA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259866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C08BCA0-52BA-4C42-9664-8F0040F00B8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5901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67D1913-1B34-5AAA-D91B-7BC20300C02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38531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355D4D3-9853-C34D-B286-041C4AEA8EC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67815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9B5B67D-4EB0-8C47-92A1-FAC5E215A88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013850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1FC7076C-ACC0-ADAF-84F7-B08C291B058F}"/>
              </a:ext>
            </a:extLst>
          </p:cNvPr>
          <p:cNvCxnSpPr/>
          <p:nvPr/>
        </p:nvCxnSpPr>
        <p:spPr>
          <a:xfrm>
            <a:off x="334963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0" name="Straight Connector 16">
            <a:extLst>
              <a:ext uri="{FF2B5EF4-FFF2-40B4-BE49-F238E27FC236}">
                <a16:creationId xmlns:a16="http://schemas.microsoft.com/office/drawing/2014/main" id="{DDCEE9AC-A116-0309-9B27-1D4D61F99743}"/>
              </a:ext>
            </a:extLst>
          </p:cNvPr>
          <p:cNvCxnSpPr/>
          <p:nvPr/>
        </p:nvCxnSpPr>
        <p:spPr>
          <a:xfrm>
            <a:off x="2264246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9AE900C4-74C8-89B7-5950-7E02F3789A34}"/>
              </a:ext>
            </a:extLst>
          </p:cNvPr>
          <p:cNvCxnSpPr/>
          <p:nvPr/>
        </p:nvCxnSpPr>
        <p:spPr>
          <a:xfrm>
            <a:off x="4203579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2" name="Straight Connector 19">
            <a:extLst>
              <a:ext uri="{FF2B5EF4-FFF2-40B4-BE49-F238E27FC236}">
                <a16:creationId xmlns:a16="http://schemas.microsoft.com/office/drawing/2014/main" id="{B3621063-9A9F-5902-0EF1-64095572CF68}"/>
              </a:ext>
            </a:extLst>
          </p:cNvPr>
          <p:cNvCxnSpPr/>
          <p:nvPr/>
        </p:nvCxnSpPr>
        <p:spPr>
          <a:xfrm>
            <a:off x="6142911" y="4860246"/>
            <a:ext cx="1845525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3" name="Straight Connector 20">
            <a:extLst>
              <a:ext uri="{FF2B5EF4-FFF2-40B4-BE49-F238E27FC236}">
                <a16:creationId xmlns:a16="http://schemas.microsoft.com/office/drawing/2014/main" id="{58C903E3-4CF6-6F89-D3C8-71FC95868717}"/>
              </a:ext>
            </a:extLst>
          </p:cNvPr>
          <p:cNvCxnSpPr/>
          <p:nvPr/>
        </p:nvCxnSpPr>
        <p:spPr>
          <a:xfrm>
            <a:off x="8082244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4" name="Straight Connector 21">
            <a:extLst>
              <a:ext uri="{FF2B5EF4-FFF2-40B4-BE49-F238E27FC236}">
                <a16:creationId xmlns:a16="http://schemas.microsoft.com/office/drawing/2014/main" id="{C905C0B8-7D3F-3041-0B85-CCC5C31A4A50}"/>
              </a:ext>
            </a:extLst>
          </p:cNvPr>
          <p:cNvCxnSpPr/>
          <p:nvPr/>
        </p:nvCxnSpPr>
        <p:spPr>
          <a:xfrm>
            <a:off x="10011527" y="4860246"/>
            <a:ext cx="1845525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4267775315"/>
      </p:ext>
    </p:extLst>
  </p:cSld>
  <p:clrMapOvr>
    <a:masterClrMapping/>
  </p:clrMapOvr>
  <p:hf sldNum="0"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8DED5B9-C0C3-BF47-B0F5-1E1B1F1D06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E89FB79-DEF1-03D5-0398-CD325617F6F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05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A3DB33F-B7C6-4C69-BE67-DF1239D553B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1552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133E9E1-8813-9270-5205-88FFDB24E7A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35786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BF0AC46-AF1B-2E44-34AB-2632CA0A580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18274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DF501B81-1FD9-D1C8-5B0E-937630E5DF3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70624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D2E87916-5025-9470-9501-2D1B4C0A5F4B}"/>
              </a:ext>
            </a:extLst>
          </p:cNvPr>
          <p:cNvCxnSpPr/>
          <p:nvPr/>
        </p:nvCxnSpPr>
        <p:spPr>
          <a:xfrm>
            <a:off x="334963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23FB4E71-37AC-98B5-D810-0EB8C8C7EE09}"/>
              </a:ext>
            </a:extLst>
          </p:cNvPr>
          <p:cNvCxnSpPr/>
          <p:nvPr/>
        </p:nvCxnSpPr>
        <p:spPr>
          <a:xfrm>
            <a:off x="2588410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4CB272B-F0CF-4D78-29E5-9BA6F435E1F9}"/>
              </a:ext>
            </a:extLst>
          </p:cNvPr>
          <p:cNvCxnSpPr/>
          <p:nvPr/>
        </p:nvCxnSpPr>
        <p:spPr>
          <a:xfrm>
            <a:off x="4835786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54719F53-F006-964A-5E66-F28802F6EDB7}"/>
              </a:ext>
            </a:extLst>
          </p:cNvPr>
          <p:cNvCxnSpPr/>
          <p:nvPr/>
        </p:nvCxnSpPr>
        <p:spPr>
          <a:xfrm>
            <a:off x="7108225" y="4858764"/>
            <a:ext cx="184553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2" name="Straight Connector 20">
            <a:extLst>
              <a:ext uri="{FF2B5EF4-FFF2-40B4-BE49-F238E27FC236}">
                <a16:creationId xmlns:a16="http://schemas.microsoft.com/office/drawing/2014/main" id="{21641040-5395-A72B-39BB-2961B3D1B465}"/>
              </a:ext>
            </a:extLst>
          </p:cNvPr>
          <p:cNvCxnSpPr/>
          <p:nvPr/>
        </p:nvCxnSpPr>
        <p:spPr>
          <a:xfrm>
            <a:off x="9370624" y="4858764"/>
            <a:ext cx="1845525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724368284"/>
      </p:ext>
    </p:extLst>
  </p:cSld>
  <p:clrMapOvr>
    <a:masterClrMapping/>
  </p:clrMapOvr>
  <p:hf sldNum="0"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98245F-5C46-529F-D2F0-28AF86C565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4CAC9E23-6EC1-B119-2F3A-33656EDA170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59823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A579418-01D8-5643-86A8-C57095025EC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844762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C9FD2106-172A-A371-A042-C5711118315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065026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E81FC702-05B0-1357-ACED-1F945E5B9BF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47514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43749A3C-BF2C-D96B-705B-8B0E61BE39F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99864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9942178B-E5E6-D3CA-8617-F69AC98647A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770689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A8ED2E70-B85F-3C1E-3767-91D4DB9A9BC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990953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3B13D32B-5A8D-8AA2-D3C8-1273A90E466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273442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C942545E-5F73-D864-E792-23E17902A45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525792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16820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4297C3F-F1E1-14F2-B689-E73A334F80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C9ACB41-92FB-23B5-8538-614C9581B4E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05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F90C72-6283-CE1C-E288-2078E084DFA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920639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DA5FB41F-262F-1566-CDCA-7E4CCD6D785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510695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B388E13-A2C9-593A-FD54-8F5FEA3E941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10074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7" name="Straight Connector 13">
            <a:extLst>
              <a:ext uri="{FF2B5EF4-FFF2-40B4-BE49-F238E27FC236}">
                <a16:creationId xmlns:a16="http://schemas.microsoft.com/office/drawing/2014/main" id="{2382635C-EC20-0D73-E390-154DC2B6481F}"/>
              </a:ext>
            </a:extLst>
          </p:cNvPr>
          <p:cNvCxnSpPr/>
          <p:nvPr/>
        </p:nvCxnSpPr>
        <p:spPr>
          <a:xfrm>
            <a:off x="334963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9DE9ABF4-5428-D576-7076-D7DACE8CD646}"/>
              </a:ext>
            </a:extLst>
          </p:cNvPr>
          <p:cNvCxnSpPr/>
          <p:nvPr/>
        </p:nvCxnSpPr>
        <p:spPr>
          <a:xfrm>
            <a:off x="2893527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1DF1636F-CC05-9119-E6E3-0B34A5CB4430}"/>
              </a:ext>
            </a:extLst>
          </p:cNvPr>
          <p:cNvCxnSpPr/>
          <p:nvPr/>
        </p:nvCxnSpPr>
        <p:spPr>
          <a:xfrm>
            <a:off x="5510695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0" name="Straight Connector 19">
            <a:extLst>
              <a:ext uri="{FF2B5EF4-FFF2-40B4-BE49-F238E27FC236}">
                <a16:creationId xmlns:a16="http://schemas.microsoft.com/office/drawing/2014/main" id="{251BB2D3-FECC-AE6A-4E4E-F1405A78C1EB}"/>
              </a:ext>
            </a:extLst>
          </p:cNvPr>
          <p:cNvCxnSpPr/>
          <p:nvPr/>
        </p:nvCxnSpPr>
        <p:spPr>
          <a:xfrm>
            <a:off x="8090693" y="4858764"/>
            <a:ext cx="184553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559124037"/>
      </p:ext>
    </p:extLst>
  </p:cSld>
  <p:clrMapOvr>
    <a:masterClrMapping/>
  </p:clrMapOvr>
  <p:hf sldNum="0"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4BD78FC-D3B4-F3CC-2A61-1509826ED7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7B8D52F4-F941-1D2B-2B99-D52AB56829A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19189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B893E2-1DF2-25A2-792B-767CA3932F5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209245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CD5B76-CFEB-A89E-BFE2-7E4D31A1581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7992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6" name="Straight Connector 16">
            <a:extLst>
              <a:ext uri="{FF2B5EF4-FFF2-40B4-BE49-F238E27FC236}">
                <a16:creationId xmlns:a16="http://schemas.microsoft.com/office/drawing/2014/main" id="{4F37C0B9-757C-540D-E66C-A7C12892D857}"/>
              </a:ext>
            </a:extLst>
          </p:cNvPr>
          <p:cNvCxnSpPr/>
          <p:nvPr/>
        </p:nvCxnSpPr>
        <p:spPr>
          <a:xfrm>
            <a:off x="2592067" y="4858764"/>
            <a:ext cx="184553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7" name="Straight Connector 18">
            <a:extLst>
              <a:ext uri="{FF2B5EF4-FFF2-40B4-BE49-F238E27FC236}">
                <a16:creationId xmlns:a16="http://schemas.microsoft.com/office/drawing/2014/main" id="{9BCD87FE-C5DE-8C76-628A-99B3022E6F87}"/>
              </a:ext>
            </a:extLst>
          </p:cNvPr>
          <p:cNvCxnSpPr/>
          <p:nvPr/>
        </p:nvCxnSpPr>
        <p:spPr>
          <a:xfrm>
            <a:off x="5209245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A8FA5DA-8CA0-5FE0-6EA8-9C1F1ACF0013}"/>
              </a:ext>
            </a:extLst>
          </p:cNvPr>
          <p:cNvCxnSpPr/>
          <p:nvPr/>
        </p:nvCxnSpPr>
        <p:spPr>
          <a:xfrm>
            <a:off x="7789243" y="4858764"/>
            <a:ext cx="1845533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183878703"/>
      </p:ext>
    </p:extLst>
  </p:cSld>
  <p:clrMapOvr>
    <a:masterClrMapping/>
  </p:clrMapOvr>
  <p:hf sldNum="0"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461A9599-6AF4-7E41-6E60-38A4F46A760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76706" y="2453271"/>
            <a:ext cx="2812090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00D04A6-9B75-A4B3-27C8-F002F8B80C79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B9BA01B-B673-426B-BC86-10EB7D3FF0E0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7A2559D-E869-F714-6549-ECDC48EB67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52D0C18-385A-08C2-EF3E-A48FDD4DB43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92115" y="2453271"/>
            <a:ext cx="2843098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51110B12-E8DE-6410-B966-BE0E43E93F9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33219" y="2453271"/>
            <a:ext cx="2812090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34033"/>
      </p:ext>
    </p:extLst>
  </p:cSld>
  <p:clrMapOvr>
    <a:masterClrMapping/>
  </p:clrMapOvr>
  <p:hf sldNum="0"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69D249B9-4663-8818-5F7F-CA8CAB22AF4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76706" y="2673751"/>
            <a:ext cx="2812090" cy="2046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6C03765-FCA4-EA94-62B8-80F644788B1A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F13DCFA-6AE9-46DE-B9D7-7A780B1976E2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46DAB88-75B8-4B3B-96CE-6575D5D16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E54327DD-8DDF-78FA-EF10-E44B8E0C72F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92115" y="2673751"/>
            <a:ext cx="2843098" cy="2046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0349E3D7-D286-506B-BB61-8D794F73924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33219" y="2673751"/>
            <a:ext cx="2812090" cy="2046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50550"/>
      </p:ext>
    </p:extLst>
  </p:cSld>
  <p:clrMapOvr>
    <a:masterClrMapping/>
  </p:clrMapOvr>
  <p:hf sldNum="0"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725A1AD-2ED9-DD87-EFE1-9FBF601A6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angle 23">
            <a:extLst>
              <a:ext uri="{FF2B5EF4-FFF2-40B4-BE49-F238E27FC236}">
                <a16:creationId xmlns:a16="http://schemas.microsoft.com/office/drawing/2014/main" id="{73203691-F808-E850-D8C7-3A8F58C8305D}"/>
              </a:ext>
            </a:extLst>
          </p:cNvPr>
          <p:cNvSpPr/>
          <p:nvPr/>
        </p:nvSpPr>
        <p:spPr>
          <a:xfrm>
            <a:off x="345871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848C6CAC-0EDE-EF71-F629-14FE722C971E}"/>
              </a:ext>
            </a:extLst>
          </p:cNvPr>
          <p:cNvSpPr/>
          <p:nvPr/>
        </p:nvSpPr>
        <p:spPr>
          <a:xfrm>
            <a:off x="2596703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25">
            <a:extLst>
              <a:ext uri="{FF2B5EF4-FFF2-40B4-BE49-F238E27FC236}">
                <a16:creationId xmlns:a16="http://schemas.microsoft.com/office/drawing/2014/main" id="{8A2608A7-4922-DF33-7933-7EE137EC234C}"/>
              </a:ext>
            </a:extLst>
          </p:cNvPr>
          <p:cNvSpPr/>
          <p:nvPr/>
        </p:nvSpPr>
        <p:spPr>
          <a:xfrm>
            <a:off x="4867634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6F2ABF26-5816-09B0-411C-D7F2480122AA}"/>
              </a:ext>
            </a:extLst>
          </p:cNvPr>
          <p:cNvSpPr/>
          <p:nvPr/>
        </p:nvSpPr>
        <p:spPr>
          <a:xfrm>
            <a:off x="7118466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7E86FA85-C94C-E93E-1976-72E3B08C4DD1}"/>
              </a:ext>
            </a:extLst>
          </p:cNvPr>
          <p:cNvSpPr/>
          <p:nvPr/>
        </p:nvSpPr>
        <p:spPr>
          <a:xfrm>
            <a:off x="9359249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64925679"/>
      </p:ext>
    </p:extLst>
  </p:cSld>
  <p:clrMapOvr>
    <a:masterClrMapping/>
  </p:clrMapOvr>
  <p:hf sldNum="0"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4ED3E44D-7CA4-9DFA-FCA0-C780553E6F6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450528" y="405801"/>
            <a:ext cx="2264036" cy="49155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643FEAD-B7C7-C3F1-8EB8-118AD8DD0796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3FD148D-F50A-4D87-BF0D-F36F93848C06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35AE06-5FF5-EAA1-4550-2B0FDD16E8AB}"/>
              </a:ext>
            </a:extLst>
          </p:cNvPr>
          <p:cNvSpPr/>
          <p:nvPr/>
        </p:nvSpPr>
        <p:spPr>
          <a:xfrm>
            <a:off x="345871" y="2425674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79A717-82C2-634C-1A63-3E57A4713EF7}"/>
              </a:ext>
            </a:extLst>
          </p:cNvPr>
          <p:cNvSpPr/>
          <p:nvPr/>
        </p:nvSpPr>
        <p:spPr>
          <a:xfrm>
            <a:off x="2596703" y="2425674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C7CAE6-FD4B-91FF-6DF2-057AACE4DEBF}"/>
              </a:ext>
            </a:extLst>
          </p:cNvPr>
          <p:cNvSpPr/>
          <p:nvPr/>
        </p:nvSpPr>
        <p:spPr>
          <a:xfrm>
            <a:off x="4867634" y="2425674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7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34109EEA-DA61-F363-A3BB-12B1E80A8D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897343850"/>
      </p:ext>
    </p:extLst>
  </p:cSld>
  <p:clrMapOvr>
    <a:masterClrMapping/>
  </p:clrMapOvr>
  <p:hf sldNum="0"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932AB66-4F97-FE4B-4ACA-A817A8E475FE}"/>
              </a:ext>
            </a:extLst>
          </p:cNvPr>
          <p:cNvSpPr/>
          <p:nvPr/>
        </p:nvSpPr>
        <p:spPr>
          <a:xfrm>
            <a:off x="0" y="1949994"/>
            <a:ext cx="12191996" cy="3828144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79888554"/>
      </p:ext>
    </p:extLst>
  </p:cSld>
  <p:clrMapOvr>
    <a:masterClrMapping/>
  </p:clrMapOvr>
  <p:hf sldNum="0"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8E53B5-DD9B-87A3-F54D-A288994ADADF}"/>
              </a:ext>
            </a:extLst>
          </p:cNvPr>
          <p:cNvSpPr/>
          <p:nvPr/>
        </p:nvSpPr>
        <p:spPr>
          <a:xfrm>
            <a:off x="0" y="1751798"/>
            <a:ext cx="12191996" cy="402634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23951294"/>
      </p:ext>
    </p:extLst>
  </p:cSld>
  <p:clrMapOvr>
    <a:masterClrMapping/>
  </p:clrMapOvr>
  <p:hf sldNum="0"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000797"/>
      </p:ext>
    </p:extLst>
  </p:cSld>
  <p:clrMapOvr>
    <a:masterClrMapping/>
  </p:clrMapOvr>
  <p:hf sldNum="0"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F2A8B0F3-00FB-5795-DC94-64E23C5871D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28032" y="2643228"/>
            <a:ext cx="2807683" cy="42147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E73C4933-5AC0-6828-9168-872236C7BF1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24935" y="339727"/>
            <a:ext cx="3167060" cy="19462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06486"/>
      </p:ext>
    </p:extLst>
  </p:cSld>
  <p:clrMapOvr>
    <a:masterClrMapping/>
  </p:clrMapOvr>
  <p:hf sldNum="0"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6F12CF5A-523F-24E4-0829-383CA38D010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63693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DFDEE6FE-9881-12B8-0EC8-D1B9AE4615E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681657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8CD779FA-CB53-82F4-438F-FB0C2EB4D86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004706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35BD603B-53E2-C0B4-F2F5-B57559F9CDB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007906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6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B0F3F12-03A8-8D86-20C7-6E428F35A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2240974" y="324483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34763045"/>
      </p:ext>
    </p:extLst>
  </p:cSld>
  <p:clrMapOvr>
    <a:masterClrMapping/>
  </p:clrMapOvr>
  <p:hf sldNum="0"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2419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22101DA6-2256-3B69-42D1-CC9B8A2C8866}"/>
              </a:ext>
            </a:extLst>
          </p:cNvPr>
          <p:cNvSpPr/>
          <p:nvPr/>
        </p:nvSpPr>
        <p:spPr>
          <a:xfrm>
            <a:off x="0" y="0"/>
            <a:ext cx="2907188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6948BD95-6412-FD37-A3B9-CE68D612FCAA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A3569899-EF56-56E9-BB7D-99436AE46D22}"/>
              </a:ext>
            </a:extLst>
          </p:cNvPr>
          <p:cNvSpPr/>
          <p:nvPr/>
        </p:nvSpPr>
        <p:spPr>
          <a:xfrm>
            <a:off x="3224485" y="917947"/>
            <a:ext cx="2825496" cy="5004520"/>
          </a:xfrm>
          <a:custGeom>
            <a:avLst>
              <a:gd name="f0" fmla="val 5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336ED61D-E66A-90FA-276D-A8546EB99F8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14553" y="1040349"/>
            <a:ext cx="2645359" cy="21444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50FA6A63-F486-FF41-19DE-A21B2A730FC4}"/>
              </a:ext>
            </a:extLst>
          </p:cNvPr>
          <p:cNvSpPr/>
          <p:nvPr/>
        </p:nvSpPr>
        <p:spPr>
          <a:xfrm>
            <a:off x="6141421" y="917947"/>
            <a:ext cx="2825496" cy="5004520"/>
          </a:xfrm>
          <a:custGeom>
            <a:avLst>
              <a:gd name="f0" fmla="val 5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D6E0878A-9AAD-2FAA-72B2-0BBA617B195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231489" y="1040349"/>
            <a:ext cx="2645359" cy="21444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Rounded Rectangle 21">
            <a:extLst>
              <a:ext uri="{FF2B5EF4-FFF2-40B4-BE49-F238E27FC236}">
                <a16:creationId xmlns:a16="http://schemas.microsoft.com/office/drawing/2014/main" id="{76F96953-7A37-37E7-8AB5-2F01ADA829F1}"/>
              </a:ext>
            </a:extLst>
          </p:cNvPr>
          <p:cNvSpPr/>
          <p:nvPr/>
        </p:nvSpPr>
        <p:spPr>
          <a:xfrm>
            <a:off x="9049213" y="917947"/>
            <a:ext cx="2825496" cy="5004520"/>
          </a:xfrm>
          <a:custGeom>
            <a:avLst>
              <a:gd name="f0" fmla="val 5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87ACEB08-A0A2-B9AB-9499-CA6D08EEC4C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39281" y="1040349"/>
            <a:ext cx="2645359" cy="21444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Oval 24">
            <a:extLst>
              <a:ext uri="{FF2B5EF4-FFF2-40B4-BE49-F238E27FC236}">
                <a16:creationId xmlns:a16="http://schemas.microsoft.com/office/drawing/2014/main" id="{3BAAEDD7-EACB-295C-DDE7-4298FE243F6A}"/>
              </a:ext>
            </a:extLst>
          </p:cNvPr>
          <p:cNvSpPr/>
          <p:nvPr/>
        </p:nvSpPr>
        <p:spPr>
          <a:xfrm>
            <a:off x="7511201" y="6023390"/>
            <a:ext cx="92235" cy="9223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Oval 25">
            <a:extLst>
              <a:ext uri="{FF2B5EF4-FFF2-40B4-BE49-F238E27FC236}">
                <a16:creationId xmlns:a16="http://schemas.microsoft.com/office/drawing/2014/main" id="{7C3C3DB5-F59D-AA62-FFBD-8896389880BB}"/>
              </a:ext>
            </a:extLst>
          </p:cNvPr>
          <p:cNvSpPr/>
          <p:nvPr/>
        </p:nvSpPr>
        <p:spPr>
          <a:xfrm>
            <a:off x="4589099" y="6023390"/>
            <a:ext cx="92235" cy="9223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Oval 26">
            <a:extLst>
              <a:ext uri="{FF2B5EF4-FFF2-40B4-BE49-F238E27FC236}">
                <a16:creationId xmlns:a16="http://schemas.microsoft.com/office/drawing/2014/main" id="{B5CEB9EA-3C6D-D224-AEEC-7A39FAB18CEB}"/>
              </a:ext>
            </a:extLst>
          </p:cNvPr>
          <p:cNvSpPr/>
          <p:nvPr/>
        </p:nvSpPr>
        <p:spPr>
          <a:xfrm>
            <a:off x="10415838" y="6023390"/>
            <a:ext cx="92235" cy="9223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13" name="Straight Connector 28">
            <a:extLst>
              <a:ext uri="{FF2B5EF4-FFF2-40B4-BE49-F238E27FC236}">
                <a16:creationId xmlns:a16="http://schemas.microsoft.com/office/drawing/2014/main" id="{98DAC1F6-07EF-18D2-C487-22420FBB60AF}"/>
              </a:ext>
            </a:extLst>
          </p:cNvPr>
          <p:cNvCxnSpPr/>
          <p:nvPr/>
        </p:nvCxnSpPr>
        <p:spPr>
          <a:xfrm>
            <a:off x="4635212" y="6069503"/>
            <a:ext cx="5826740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FAA69D3-23AA-F221-319B-0AD3D0531687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2AC25C6-1C37-4147-8E87-CF1600D11D09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73045571"/>
      </p:ext>
    </p:extLst>
  </p:cSld>
  <p:clrMapOvr>
    <a:masterClrMapping/>
  </p:clrMapOvr>
  <p:hf sldNum="0"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98D9DA-F59C-1F9F-73EC-46B56DE4D3DE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A73E763-966B-4C44-BAC5-01494DA93E59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2916728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804AB425-481A-D7E1-7B9B-EE2B9A646854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A2FE140E-F202-D051-348E-43C0120ABDA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50252" y="276962"/>
            <a:ext cx="11685071" cy="63163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5388"/>
      </p:ext>
    </p:extLst>
  </p:cSld>
  <p:clrMapOvr>
    <a:masterClrMapping/>
  </p:clrMapOvr>
  <p:hf sldNum="0"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51530"/>
      </p:ext>
    </p:extLst>
  </p:cSld>
  <p:clrMapOvr>
    <a:masterClrMapping/>
  </p:clrMapOvr>
  <p:hf sldNum="0"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174136"/>
      </p:ext>
    </p:extLst>
  </p:cSld>
  <p:clrMapOvr>
    <a:masterClrMapping/>
  </p:clrMapOvr>
  <p:hf sldNum="0"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84FF7E08-5F38-7C60-CE93-C980AD0DF63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39546" y="603741"/>
            <a:ext cx="2157051" cy="282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535C0A0-16E8-2350-0DE0-EE3E063D037D}"/>
              </a:ext>
            </a:extLst>
          </p:cNvPr>
          <p:cNvSpPr txBox="1"/>
          <p:nvPr/>
        </p:nvSpPr>
        <p:spPr>
          <a:xfrm>
            <a:off x="9042401" y="6486360"/>
            <a:ext cx="2814322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2CBA241-A316-4E5C-B248-C4B3E7333A65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81295342"/>
      </p:ext>
    </p:extLst>
  </p:cSld>
  <p:clrMapOvr>
    <a:masterClrMapping/>
  </p:clrMapOvr>
  <p:hf sldNum="0" hdr="0" ft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627A3C25-A7DE-1ABC-2BE6-B0C91DE3C09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048801" y="0"/>
            <a:ext cx="3840982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48174694-2AC9-5E82-1658-8CB620D616D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889784" y="0"/>
            <a:ext cx="2302212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97BEF20-892C-4BCE-D4F4-2388460FF15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207827" y="3429000"/>
            <a:ext cx="3840982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15A11F2C-A431-D914-497A-9CC70523CDD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3429000"/>
            <a:ext cx="2244861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3526F7-2898-8332-CF06-F8F840AD9F0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310378" y="3429000"/>
            <a:ext cx="3881618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195ECA4A-145A-43C2-1BEF-2DD1B7AED43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036667" y="3429000"/>
            <a:ext cx="2273710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97660"/>
      </p:ext>
    </p:extLst>
  </p:cSld>
  <p:clrMapOvr>
    <a:masterClrMapping/>
  </p:clrMapOvr>
  <p:hf sldNum="0"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26267763-434F-1962-8B08-FD4BC85ECAA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01233" y="-19046"/>
            <a:ext cx="3090763" cy="68960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638421DB-610D-DB6D-33DD-D4D2DD4F3C9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273710" y="3429000"/>
            <a:ext cx="2275841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F25F4EFB-D8AC-44E4-83B4-51CADD2594D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511036" y="0"/>
            <a:ext cx="2314355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D39BCD98-A3B5-3A0A-C032-798EDF9DB41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25392" y="0"/>
            <a:ext cx="2275841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266BA65B-025A-90E8-2399-FDD76430832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511036" y="3422644"/>
            <a:ext cx="4600986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80944"/>
      </p:ext>
    </p:extLst>
  </p:cSld>
  <p:clrMapOvr>
    <a:masterClrMapping/>
  </p:clrMapOvr>
  <p:hf sldNum="0"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726B262-E62E-F0FC-7D1E-0139D0D82DD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893493" y="1912933"/>
            <a:ext cx="3033714" cy="30321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0ACCF8AC-1596-F3A6-666D-282AAFA34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8868306"/>
      </p:ext>
    </p:extLst>
  </p:cSld>
  <p:clrMapOvr>
    <a:masterClrMapping/>
  </p:clrMapOvr>
  <p:hf sldNum="0" hdr="0" ft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710ABFF5-758B-5A2C-E6D2-C0AD0F3ABE4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893493" y="1912933"/>
            <a:ext cx="3033714" cy="30321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8868ACE-ADF6-BBF0-4ECB-5B547B65E4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88118914"/>
      </p:ext>
    </p:extLst>
  </p:cSld>
  <p:clrMapOvr>
    <a:masterClrMapping/>
  </p:clrMapOvr>
  <p:hf sldNum="0" hdr="0" ft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B125F283-D5AC-2E61-141B-8FFFF276C60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7D10FF-3A0F-75DE-1FD9-6AAD9642B0F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72D042C5-87B9-EE8F-999F-FA1FAE61878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F9E7BFD-9AFA-B3AB-3277-D7475C975B2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2CE35814-E671-23D2-3DE7-A070BDA4E81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086D2EA-8AE0-DE9D-984C-268607DD9B1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BE26FC06-BF6A-2A33-57F7-1DE64518B4F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48469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A01E644E-3CEF-CBE5-66F1-8D3BC61032D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63C64011-8810-09C1-9117-586912B1A74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61449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5493E4A2-8A7F-CC84-BCC5-AD16756FF82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1468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F9DFB85-D354-4EF5-D141-29D0BABC25B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29175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2595FE13-8F38-48F5-939D-C49DDC2EA1C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6197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B3FAD1BB-EEA8-1FF8-3693-E9358263AB2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81978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16C21AFD-73EB-41EB-F215-B958258292D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90645" y="2371917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8487EB10-E3EA-4966-10DA-4639A80FDCA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395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C41C947F-A3DE-F23C-6178-AAD32C50B41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43457E84-4CB9-AF17-637B-C7335C6A32E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5BB4C290-3C02-48A4-84CC-D03558E3FF8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90425DA-4296-7701-E534-C0BE5DC27DE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361F0010-1747-72ED-B941-A8682FB243F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F9B9B0BD-952C-95B0-178E-DD923532FDD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4823E269-A5D0-7EFA-7AE0-DB627313DE9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4495354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3918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4">
            <a:extLst>
              <a:ext uri="{FF2B5EF4-FFF2-40B4-BE49-F238E27FC236}">
                <a16:creationId xmlns:a16="http://schemas.microsoft.com/office/drawing/2014/main" id="{5AB2DE4A-DDFB-DAB3-E145-974AEAE3DF7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408715" y="0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B3793EA0-AFFC-3618-656B-B5E7FF7EE79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41260" y="0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54">
            <a:extLst>
              <a:ext uri="{FF2B5EF4-FFF2-40B4-BE49-F238E27FC236}">
                <a16:creationId xmlns:a16="http://schemas.microsoft.com/office/drawing/2014/main" id="{E76E5F7B-15D8-1E3E-333F-DC714FDB903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817431" y="0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A4068D60-7148-D867-F35D-BDDB6C7DFB7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749975" y="0"/>
            <a:ext cx="449235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54">
            <a:extLst>
              <a:ext uri="{FF2B5EF4-FFF2-40B4-BE49-F238E27FC236}">
                <a16:creationId xmlns:a16="http://schemas.microsoft.com/office/drawing/2014/main" id="{5FABE9D0-C7F4-D532-1D76-2B688E7924D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73868" y="1752603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21">
            <a:extLst>
              <a:ext uri="{FF2B5EF4-FFF2-40B4-BE49-F238E27FC236}">
                <a16:creationId xmlns:a16="http://schemas.microsoft.com/office/drawing/2014/main" id="{98790CB3-270C-82FB-2F57-841F9873C92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06413" y="1752603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54">
            <a:extLst>
              <a:ext uri="{FF2B5EF4-FFF2-40B4-BE49-F238E27FC236}">
                <a16:creationId xmlns:a16="http://schemas.microsoft.com/office/drawing/2014/main" id="{8323A409-276C-18A1-E5FE-37879FDC4CC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982583" y="1752603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21">
            <a:extLst>
              <a:ext uri="{FF2B5EF4-FFF2-40B4-BE49-F238E27FC236}">
                <a16:creationId xmlns:a16="http://schemas.microsoft.com/office/drawing/2014/main" id="{4C3448C6-0593-19FF-21DD-AB2D631C369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915128" y="1752603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54">
            <a:extLst>
              <a:ext uri="{FF2B5EF4-FFF2-40B4-BE49-F238E27FC236}">
                <a16:creationId xmlns:a16="http://schemas.microsoft.com/office/drawing/2014/main" id="{8A09950D-A62B-0382-91B0-4D793138B85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91299" y="1752603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231E5610-E004-CDDB-E1D6-1F458B826ED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-7205" y="1752603"/>
            <a:ext cx="449235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54">
            <a:extLst>
              <a:ext uri="{FF2B5EF4-FFF2-40B4-BE49-F238E27FC236}">
                <a16:creationId xmlns:a16="http://schemas.microsoft.com/office/drawing/2014/main" id="{6B328C64-55B5-726A-061E-ED17038D35B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3494315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5D7AB501-4218-0D98-CC46-A547CE1D8CE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932544" y="3494315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54">
            <a:extLst>
              <a:ext uri="{FF2B5EF4-FFF2-40B4-BE49-F238E27FC236}">
                <a16:creationId xmlns:a16="http://schemas.microsoft.com/office/drawing/2014/main" id="{65198BCC-9504-EA5B-E0E7-5142A679718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408715" y="3494315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21">
            <a:extLst>
              <a:ext uri="{FF2B5EF4-FFF2-40B4-BE49-F238E27FC236}">
                <a16:creationId xmlns:a16="http://schemas.microsoft.com/office/drawing/2014/main" id="{7C374B3C-AE88-3329-0F0C-43608ED11E9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41260" y="3494315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54">
            <a:extLst>
              <a:ext uri="{FF2B5EF4-FFF2-40B4-BE49-F238E27FC236}">
                <a16:creationId xmlns:a16="http://schemas.microsoft.com/office/drawing/2014/main" id="{0CE7E7B3-0CA3-A8B7-8887-AE66DF6E460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817431" y="3494315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3FE6C8C3-9560-B797-5AB0-DF1E720FB14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749975" y="3494315"/>
            <a:ext cx="449235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54">
            <a:extLst>
              <a:ext uri="{FF2B5EF4-FFF2-40B4-BE49-F238E27FC236}">
                <a16:creationId xmlns:a16="http://schemas.microsoft.com/office/drawing/2014/main" id="{8212EA70-5D09-E090-BED4-31A93E3FF4F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73868" y="5236028"/>
            <a:ext cx="2800697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034081AA-729A-0FD9-CB0D-ECE02AE103A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06413" y="5236028"/>
            <a:ext cx="1348611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54">
            <a:extLst>
              <a:ext uri="{FF2B5EF4-FFF2-40B4-BE49-F238E27FC236}">
                <a16:creationId xmlns:a16="http://schemas.microsoft.com/office/drawing/2014/main" id="{5807C131-EFB3-F1CC-E8C0-B1134505584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982583" y="5236028"/>
            <a:ext cx="2800697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21">
            <a:extLst>
              <a:ext uri="{FF2B5EF4-FFF2-40B4-BE49-F238E27FC236}">
                <a16:creationId xmlns:a16="http://schemas.microsoft.com/office/drawing/2014/main" id="{4664EBFD-A7B9-4750-4CE0-90E4B9B8AC7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915128" y="5236028"/>
            <a:ext cx="1348611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54">
            <a:extLst>
              <a:ext uri="{FF2B5EF4-FFF2-40B4-BE49-F238E27FC236}">
                <a16:creationId xmlns:a16="http://schemas.microsoft.com/office/drawing/2014/main" id="{1727A4E7-BF65-1AD4-3889-885BB1B27A2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91299" y="5236028"/>
            <a:ext cx="2800697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97CF975-F50A-422F-5A8F-CD70014DC2C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-7205" y="5236028"/>
            <a:ext cx="449235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0309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5395961E-E537-8EBB-E13E-8FDFB030478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3952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375BAA42-68BA-0637-87BF-0E02382DC0C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48469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58554229-9EAC-2741-A361-1621808E742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447489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B263CED-A290-D337-B636-309FD195CFA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926E7BB5-AB48-56FD-587D-700767C4198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89719807-3398-58D0-B984-F46D4821D58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F57DC70F-3289-CE6B-F808-98B2E57E180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2295A2A-EDAE-1641-DBA2-7ABD5FB759B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3D8C73CB-74EC-FD27-C9BE-0D4D401356F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CD9C7570-2D76-B0EA-D3F9-839B41AA406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6E438DD1-A349-3537-A999-9E0D75DCA0E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61449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688EE523-6DA4-8895-559D-0B665619BAF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1468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CFC713F-0163-1328-9DDD-418FB43E99C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29175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8BE2815E-A3DA-F3D4-891C-0C585889566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6197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21F691C0-A245-3C13-6F43-68E86CD23FE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81978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ACAE16C0-AC32-85B8-4FE6-C62606B4106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90645" y="2371917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4B8C6A71-950E-97A4-9670-86EEE590A4A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395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2A618270-70B7-0D06-4811-B1F971C6D1B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2A7F3FC-8BF0-F8B0-DF12-E6BAFABBB11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245F6AD5-8E7E-3786-C51B-E06C24C54EA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223125AF-1C99-90E8-1EE5-8C94F9D8D97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98FCAC47-C327-A10E-54AB-AE04C92A3A3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24C10F77-FA1B-2DED-AB4B-25FAC9D66C8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D1F5DBFB-FECE-1594-E05A-5746EF128BF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4495354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69878"/>
      </p:ext>
    </p:extLst>
  </p:cSld>
  <p:clrMapOvr>
    <a:masterClrMapping/>
  </p:clrMapOvr>
  <p:hf sldNum="0" hdr="0" ftr="0" dt="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861960"/>
      </p:ext>
    </p:extLst>
  </p:cSld>
  <p:clrMapOvr>
    <a:masterClrMapping/>
  </p:clrMapOvr>
  <p:hf sldNum="0" hdr="0" ft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4D35389-10D2-E33F-B395-749E4C096DF7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06DEEDA-48D9-E817-656B-27CD5F2014A6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Commercial Offer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DF920C9-5E6B-81B3-11ED-E663C9D6DAA7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B131414-F129-4D43-BE43-D40902387995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605211-BA8C-2BCF-5072-2624F24A5599}"/>
              </a:ext>
            </a:extLst>
          </p:cNvPr>
          <p:cNvSpPr/>
          <p:nvPr/>
        </p:nvSpPr>
        <p:spPr>
          <a:xfrm>
            <a:off x="9665400" y="0"/>
            <a:ext cx="2194660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6D23D0-ABE9-9738-041E-E4A42D50EE93}"/>
              </a:ext>
            </a:extLst>
          </p:cNvPr>
          <p:cNvSpPr/>
          <p:nvPr/>
        </p:nvSpPr>
        <p:spPr>
          <a:xfrm>
            <a:off x="7076852" y="0"/>
            <a:ext cx="2194660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B11094E-7210-8413-2758-1D15B43C6768}"/>
              </a:ext>
            </a:extLst>
          </p:cNvPr>
          <p:cNvSpPr/>
          <p:nvPr/>
        </p:nvSpPr>
        <p:spPr>
          <a:xfrm>
            <a:off x="4513963" y="0"/>
            <a:ext cx="2194660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32772246"/>
      </p:ext>
    </p:extLst>
  </p:cSld>
  <p:clrMapOvr>
    <a:masterClrMapping/>
  </p:clrMapOvr>
  <p:hf sldNum="0" hdr="0" ftr="0" dt="0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BC Studios Black Log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4C9F0BD2-4797-F1B1-641B-BAE41E8F373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49831" y="1643862"/>
            <a:ext cx="2485110" cy="33790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8CC50998-BF71-E9D5-5643-C4F755533D9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35411" y="1878013"/>
            <a:ext cx="2166935" cy="29463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65A958A9-E314-168E-0127-A50B84C0BF2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284805" y="1775874"/>
            <a:ext cx="2312462" cy="314427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9648"/>
      </p:ext>
    </p:extLst>
  </p:cSld>
  <p:clrMapOvr>
    <a:masterClrMapping/>
  </p:clrMapOvr>
  <p:hf sldNum="0" hdr="0" ft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FF70B9D-CC6A-1B7F-6AE3-D7B1A7C698B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70356278-6A04-44FE-AD0D-35601219FE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86102"/>
      </p:ext>
    </p:extLst>
  </p:cSld>
  <p:clrMapOvr>
    <a:masterClrMapping/>
  </p:clrMapOvr>
  <p:hf sldNum="0" hdr="0" ft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76DB3D90-EAC6-F720-7CBF-18758734B0A8}"/>
              </a:ext>
            </a:extLst>
          </p:cNvPr>
          <p:cNvSpPr/>
          <p:nvPr/>
        </p:nvSpPr>
        <p:spPr>
          <a:xfrm>
            <a:off x="0" y="3097164"/>
            <a:ext cx="12191996" cy="3760835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0E623D4-C2E5-AE81-1E53-934191342BB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785460" y="284954"/>
            <a:ext cx="5093107" cy="62711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37198"/>
      </p:ext>
    </p:extLst>
  </p:cSld>
  <p:clrMapOvr>
    <a:masterClrMapping/>
  </p:clrMapOvr>
  <p:hf sldNum="0" hdr="0" ftr="0" dt="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1CA3531-C1B2-AF1D-B384-4B8A5E6A4D2E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8912EE5-87A7-4C7A-B698-342A40C92663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648654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C573812-F7EE-9B7F-42AD-078BDF101141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B776A60-318A-41A4-A2F3-D429190C7342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781E74-D3B2-EE48-C284-58C6EEF09B5D}"/>
              </a:ext>
            </a:extLst>
          </p:cNvPr>
          <p:cNvSpPr/>
          <p:nvPr/>
        </p:nvSpPr>
        <p:spPr>
          <a:xfrm>
            <a:off x="239490" y="163284"/>
            <a:ext cx="1621971" cy="70757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6834418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BDF0E3-5CF6-CBB4-DB38-1212DA0DB3BC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9F05DBD-4B02-4405-8C41-76E2EDAC3040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0102856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B192029F-17BE-265E-2FD2-3E046ED2E1F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63693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993BC2-D126-0E9D-623C-91D70588681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678457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F90FF2D-384B-957F-DF1B-FA75617616F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63693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40D21C7D-729E-97FB-E2C4-3D4D44903AB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681657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6954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56480A3-1235-8F78-E16A-D809332FF2A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747979" y="180579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2486979B-1432-CA53-E243-353F53604DB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2419118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8E002C2E-1B08-24C8-9DD5-5A249E7BED7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924851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B0FA0467-47E7-F1B0-09D6-8BE06D10CD7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740432" y="4292513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6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A242992-088D-A647-5258-B8D72218A7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22534840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08083020-741F-5351-A030-0A94D774B8E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2419118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7410D15C-5F02-ECEC-223B-208A374D72F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212397" y="924851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B7E03AB2-6813-F73A-9FA8-A142C9A80F6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740432" y="4292513"/>
            <a:ext cx="1358953" cy="13589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5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C41F9C3-DF5B-1325-45B6-BD90D5B634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4094370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59E5178-354F-6680-E953-A8FC63166CE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5CD10B0-59D0-D0EE-751C-16A284A9ED1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93F034B7-8EED-BC52-BE46-9BE3901DE1D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C44D559-DA28-F5AB-0886-2BAF93A7E87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3720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7BC175FD-41EA-610E-52A2-F88FA2C7EC0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01F61B0-A066-D403-5494-5A5E805A962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8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232E231-274A-6A87-150C-76CBD77296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58915293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0789BEC0-9F91-5C91-F2D1-60480B6AE8C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6DC83423-95B8-EDAC-9634-AE5C9096611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6E2B8E17-67C2-A39E-8511-F9DDD24BCA0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80845C4D-D42E-C978-650C-FA7D7E6CD50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3720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E64D5AB-F7C5-19DA-4B59-3A515F9B7A0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DD2FF0F-2FFE-5935-E47C-10CA74B894D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8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C4CA826-3CCF-404C-B01A-48AD091C6E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F5E91C73-01FE-D8CE-F401-149E5A1C8EDD}"/>
              </a:ext>
            </a:extLst>
          </p:cNvPr>
          <p:cNvSpPr/>
          <p:nvPr/>
        </p:nvSpPr>
        <p:spPr>
          <a:xfrm>
            <a:off x="333289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B3F73871-F4B2-A0F4-045E-36033C2579AF}"/>
              </a:ext>
            </a:extLst>
          </p:cNvPr>
          <p:cNvSpPr/>
          <p:nvPr/>
        </p:nvSpPr>
        <p:spPr>
          <a:xfrm>
            <a:off x="1950342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FBA04B-3C61-92CF-D888-BB5A764BA7B8}"/>
              </a:ext>
            </a:extLst>
          </p:cNvPr>
          <p:cNvSpPr/>
          <p:nvPr/>
        </p:nvSpPr>
        <p:spPr>
          <a:xfrm>
            <a:off x="3557756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2AA170-8297-911A-E56E-C33D320D2FAB}"/>
              </a:ext>
            </a:extLst>
          </p:cNvPr>
          <p:cNvSpPr/>
          <p:nvPr/>
        </p:nvSpPr>
        <p:spPr>
          <a:xfrm>
            <a:off x="5164540" y="2882764"/>
            <a:ext cx="1517803" cy="1696184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3524471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0C2E361-1080-949F-6276-655255D3AB5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0833B13-25F3-9545-D3F1-612F42BE045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BD38BE04-690A-CBB1-A40B-233D86A2FE9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7A6BBCD-0451-BEC4-124C-CDAE2741F74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3720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BC9E0B5-D6A0-B05F-FF7D-C2AAC9DEBBA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28FC1C8-3728-18D6-CE66-A35D07FDE74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8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D3A5DFD-B2EB-6CB7-709D-F60A489FC1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36794430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552682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1">
            <a:extLst>
              <a:ext uri="{FF2B5EF4-FFF2-40B4-BE49-F238E27FC236}">
                <a16:creationId xmlns:a16="http://schemas.microsoft.com/office/drawing/2014/main" id="{DEEC1A49-1804-5677-AF4B-A65DEA5B52A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40590" y="-1408"/>
            <a:ext cx="991877" cy="122420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54">
            <a:extLst>
              <a:ext uri="{FF2B5EF4-FFF2-40B4-BE49-F238E27FC236}">
                <a16:creationId xmlns:a16="http://schemas.microsoft.com/office/drawing/2014/main" id="{E5C86447-04DD-9802-2F4F-22DD2863AE4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77046" y="1304921"/>
            <a:ext cx="2064431" cy="13749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54">
            <a:extLst>
              <a:ext uri="{FF2B5EF4-FFF2-40B4-BE49-F238E27FC236}">
                <a16:creationId xmlns:a16="http://schemas.microsoft.com/office/drawing/2014/main" id="{961CD2CA-52C8-AC24-F6ED-AF7970B58E5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43781" y="1304921"/>
            <a:ext cx="2064431" cy="13749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54">
            <a:extLst>
              <a:ext uri="{FF2B5EF4-FFF2-40B4-BE49-F238E27FC236}">
                <a16:creationId xmlns:a16="http://schemas.microsoft.com/office/drawing/2014/main" id="{08391FEF-76E6-F605-BBAA-28027FCD2B3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126696" y="0"/>
            <a:ext cx="2074819" cy="12088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54">
            <a:extLst>
              <a:ext uri="{FF2B5EF4-FFF2-40B4-BE49-F238E27FC236}">
                <a16:creationId xmlns:a16="http://schemas.microsoft.com/office/drawing/2014/main" id="{68DCD4B2-84E7-4ABD-A72D-6E46F852267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66659" y="0"/>
            <a:ext cx="2074819" cy="12088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54">
            <a:extLst>
              <a:ext uri="{FF2B5EF4-FFF2-40B4-BE49-F238E27FC236}">
                <a16:creationId xmlns:a16="http://schemas.microsoft.com/office/drawing/2014/main" id="{6105950E-4F98-EEE7-36E5-5DD12E7842C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959961" y="2782958"/>
            <a:ext cx="2074819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54">
            <a:extLst>
              <a:ext uri="{FF2B5EF4-FFF2-40B4-BE49-F238E27FC236}">
                <a16:creationId xmlns:a16="http://schemas.microsoft.com/office/drawing/2014/main" id="{27E0D027-F6EB-1D51-E0B4-E960B45DA7B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66659" y="4273823"/>
            <a:ext cx="2074819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54">
            <a:extLst>
              <a:ext uri="{FF2B5EF4-FFF2-40B4-BE49-F238E27FC236}">
                <a16:creationId xmlns:a16="http://schemas.microsoft.com/office/drawing/2014/main" id="{75224CE9-3C38-6022-0644-EB2C8D5378C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126696" y="4273823"/>
            <a:ext cx="2074819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54">
            <a:extLst>
              <a:ext uri="{FF2B5EF4-FFF2-40B4-BE49-F238E27FC236}">
                <a16:creationId xmlns:a16="http://schemas.microsoft.com/office/drawing/2014/main" id="{DF67BCD0-C8B6-7429-02DC-7164339DAF5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66659" y="5764697"/>
            <a:ext cx="2074819" cy="10933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54">
            <a:extLst>
              <a:ext uri="{FF2B5EF4-FFF2-40B4-BE49-F238E27FC236}">
                <a16:creationId xmlns:a16="http://schemas.microsoft.com/office/drawing/2014/main" id="{41CA7703-9E26-0A9D-6B48-85033657705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43333" y="5764697"/>
            <a:ext cx="2064431" cy="10933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21">
            <a:extLst>
              <a:ext uri="{FF2B5EF4-FFF2-40B4-BE49-F238E27FC236}">
                <a16:creationId xmlns:a16="http://schemas.microsoft.com/office/drawing/2014/main" id="{A7700DEF-317E-8BF8-0AC4-A79E74563D8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00119" y="1290675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36FB27F5-2776-F3CA-AC1D-F5416702BCF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00119" y="2761670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5F2A4C1C-A864-BE50-6B45-9252E1B1BAE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106817" y="2761670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21">
            <a:extLst>
              <a:ext uri="{FF2B5EF4-FFF2-40B4-BE49-F238E27FC236}">
                <a16:creationId xmlns:a16="http://schemas.microsoft.com/office/drawing/2014/main" id="{4273D483-9A50-73CB-09C0-8358BB4F87D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56719" y="2761670"/>
            <a:ext cx="999082" cy="13891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21">
            <a:extLst>
              <a:ext uri="{FF2B5EF4-FFF2-40B4-BE49-F238E27FC236}">
                <a16:creationId xmlns:a16="http://schemas.microsoft.com/office/drawing/2014/main" id="{A4D645B0-FBE3-BA6C-FE3F-34DE18DAA77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33394" y="4273823"/>
            <a:ext cx="999082" cy="1357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2CD0FE5F-279E-1B65-4116-9E232DBD45D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10059" y="5754758"/>
            <a:ext cx="981937" cy="11032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8798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5F7166-D148-3247-389D-1A1054F16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9575" cy="684539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09457498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4707B69-EC99-6A02-69FE-1619B9EC3C39}"/>
              </a:ext>
            </a:extLst>
          </p:cNvPr>
          <p:cNvSpPr/>
          <p:nvPr/>
        </p:nvSpPr>
        <p:spPr>
          <a:xfrm>
            <a:off x="0" y="2210424"/>
            <a:ext cx="3158831" cy="3692328"/>
          </a:xfrm>
          <a:prstGeom prst="rect">
            <a:avLst/>
          </a:prstGeom>
          <a:solidFill>
            <a:srgbClr val="26262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37C5C2-95E6-1D3A-E824-8FB0505C8D3D}"/>
              </a:ext>
            </a:extLst>
          </p:cNvPr>
          <p:cNvSpPr/>
          <p:nvPr/>
        </p:nvSpPr>
        <p:spPr>
          <a:xfrm>
            <a:off x="3234004" y="2210424"/>
            <a:ext cx="2500838" cy="3692328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6A1BDC-4E34-CA13-A0D3-74D4472B0D3B}"/>
              </a:ext>
            </a:extLst>
          </p:cNvPr>
          <p:cNvSpPr/>
          <p:nvPr/>
        </p:nvSpPr>
        <p:spPr>
          <a:xfrm>
            <a:off x="5810006" y="2210424"/>
            <a:ext cx="6381990" cy="1795973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CA3A8967-3F67-ED4B-C228-58F169BD81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06866" y="167271"/>
            <a:ext cx="4597383" cy="66907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681C711-B6B3-F491-ECB2-E0D12892439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450528" y="405801"/>
            <a:ext cx="2264036" cy="49155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3BC4A223-79A3-044C-AF2D-2BFE2F9D767A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9000657F-04D3-057F-E3A1-1F767AB06531}"/>
              </a:ext>
            </a:extLst>
          </p:cNvPr>
          <p:cNvSpPr/>
          <p:nvPr/>
        </p:nvSpPr>
        <p:spPr>
          <a:xfrm>
            <a:off x="1547722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AFD112D-2EE8-DFC6-649C-53FE565CE926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02A9DE0-EE0A-4FAA-96B4-6E62195523B3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3807002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 descr="A white background with a black and white image&#10;&#10;AI-generated content may be incorrect.">
            <a:extLst>
              <a:ext uri="{FF2B5EF4-FFF2-40B4-BE49-F238E27FC236}">
                <a16:creationId xmlns:a16="http://schemas.microsoft.com/office/drawing/2014/main" id="{83F0122D-4C34-4B04-D292-6A857C62B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181" y="3082323"/>
            <a:ext cx="4383313" cy="13207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1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AD18D5B7-1F80-F044-3491-D078B9C1DF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06866" y="167271"/>
            <a:ext cx="4597383" cy="66907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BE825D-11C5-9350-4F91-C47B58E4B98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450528" y="405801"/>
            <a:ext cx="2264036" cy="49155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6E69D8-E7D1-EA5D-10E3-F445737559ED}"/>
              </a:ext>
            </a:extLst>
          </p:cNvPr>
          <p:cNvSpPr/>
          <p:nvPr/>
        </p:nvSpPr>
        <p:spPr>
          <a:xfrm>
            <a:off x="326440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AB0FC41B-C889-5453-A349-CF88F1C304E3}"/>
              </a:ext>
            </a:extLst>
          </p:cNvPr>
          <p:cNvSpPr/>
          <p:nvPr/>
        </p:nvSpPr>
        <p:spPr>
          <a:xfrm>
            <a:off x="2257873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F6F96FB4-2F3A-5FE8-DB03-1AB2FB03014E}"/>
              </a:ext>
            </a:extLst>
          </p:cNvPr>
          <p:cNvSpPr/>
          <p:nvPr/>
        </p:nvSpPr>
        <p:spPr>
          <a:xfrm>
            <a:off x="4198641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angle 20">
            <a:extLst>
              <a:ext uri="{FF2B5EF4-FFF2-40B4-BE49-F238E27FC236}">
                <a16:creationId xmlns:a16="http://schemas.microsoft.com/office/drawing/2014/main" id="{EF304D6D-C496-E20C-3E89-7E62B1A2F37D}"/>
              </a:ext>
            </a:extLst>
          </p:cNvPr>
          <p:cNvSpPr/>
          <p:nvPr/>
        </p:nvSpPr>
        <p:spPr>
          <a:xfrm>
            <a:off x="6139409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7AEDE1A-BAFD-2E38-2605-F8A0B6304542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CA55E23-5B69-4426-87B0-A5F2D1F5AF77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98637797"/>
      </p:ext>
    </p:extLst>
  </p:cSld>
  <p:clrMapOvr>
    <a:masterClrMapping/>
  </p:clrMapOvr>
  <p:hf sldNum="0" hdr="0" ftr="0" dt="0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AFA725A2-342C-2C93-F92D-053A620B6342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CA9725F0-986C-A005-5BF6-15940D1A2D90}"/>
              </a:ext>
            </a:extLst>
          </p:cNvPr>
          <p:cNvSpPr/>
          <p:nvPr/>
        </p:nvSpPr>
        <p:spPr>
          <a:xfrm>
            <a:off x="1547722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646A7D8-3307-4B0B-2059-860641D9DD3F}"/>
              </a:ext>
            </a:extLst>
          </p:cNvPr>
          <p:cNvSpPr/>
          <p:nvPr/>
        </p:nvSpPr>
        <p:spPr>
          <a:xfrm>
            <a:off x="326440" y="5154719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5F07E68E-3D8F-4409-61EB-7D8EEE2A0421}"/>
              </a:ext>
            </a:extLst>
          </p:cNvPr>
          <p:cNvSpPr/>
          <p:nvPr/>
        </p:nvSpPr>
        <p:spPr>
          <a:xfrm>
            <a:off x="2257873" y="5154719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2AD3E632-7EFC-53B6-5812-65C9654E7A5E}"/>
              </a:ext>
            </a:extLst>
          </p:cNvPr>
          <p:cNvSpPr/>
          <p:nvPr/>
        </p:nvSpPr>
        <p:spPr>
          <a:xfrm>
            <a:off x="4198641" y="5154719"/>
            <a:ext cx="2692185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FE1142A-9A3C-931C-590D-075E0A110ED4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A3CF988-83BD-40F2-AEAE-86B9ACE7D989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1A6574AB-BBD4-21DD-5AB4-0DB6FF6AF2B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050344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FE4E01A-F7E6-EFFA-46B2-84599A8634A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14761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E4209FE-F10E-F4B5-6EDA-EC5159EFCB4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050344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33125EA8-24D0-46EC-0343-1F36B35E8E6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14761" y="0"/>
            <a:ext cx="2350803" cy="23880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F2E1828B-640A-C44F-71A7-91A7ECE0889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14761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035FBDC-95A9-6B5A-F9EE-A04D027A08A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050344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14" name="Picture 1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51B3630-0E96-5146-B4D3-7F169B307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5304416" y="336069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6405951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>
            <a:extLst>
              <a:ext uri="{FF2B5EF4-FFF2-40B4-BE49-F238E27FC236}">
                <a16:creationId xmlns:a16="http://schemas.microsoft.com/office/drawing/2014/main" id="{76C98643-544C-A618-5610-E651146B79B1}"/>
              </a:ext>
            </a:extLst>
          </p:cNvPr>
          <p:cNvSpPr/>
          <p:nvPr/>
        </p:nvSpPr>
        <p:spPr>
          <a:xfrm>
            <a:off x="6105979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1E5431C1-075D-525A-3C65-0A28F6A5DB5C}"/>
              </a:ext>
            </a:extLst>
          </p:cNvPr>
          <p:cNvSpPr/>
          <p:nvPr/>
        </p:nvSpPr>
        <p:spPr>
          <a:xfrm>
            <a:off x="8046747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001E854E-AFEB-A103-834B-FBD311B3E18A}"/>
              </a:ext>
            </a:extLst>
          </p:cNvPr>
          <p:cNvSpPr/>
          <p:nvPr/>
        </p:nvSpPr>
        <p:spPr>
          <a:xfrm>
            <a:off x="9987506" y="3681410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7B097-2F34-CF2E-955B-A252EAB1E9F6}"/>
              </a:ext>
            </a:extLst>
          </p:cNvPr>
          <p:cNvSpPr/>
          <p:nvPr/>
        </p:nvSpPr>
        <p:spPr>
          <a:xfrm>
            <a:off x="4174537" y="4986332"/>
            <a:ext cx="3779032" cy="120239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CD757-A3CD-1C9D-5071-DA37FD4CB088}"/>
              </a:ext>
            </a:extLst>
          </p:cNvPr>
          <p:cNvSpPr/>
          <p:nvPr/>
        </p:nvSpPr>
        <p:spPr>
          <a:xfrm>
            <a:off x="8046738" y="4986332"/>
            <a:ext cx="3788359" cy="120239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0E676E0D-6277-2CDE-E51D-E6ACE3244D3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174537" y="852056"/>
            <a:ext cx="7660559" cy="27268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030CB17-7C4C-E386-962A-BB77553C8027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8A35897-9F7C-4B53-ABD1-616882EC4C2B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13315939"/>
      </p:ext>
    </p:extLst>
  </p:cSld>
  <p:clrMapOvr>
    <a:masterClrMapping/>
  </p:clrMapOvr>
  <p:hf sldNum="0" hdr="0" ftr="0" dt="0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C588F2F0-5CFF-CB4D-3688-85002814BC3C}"/>
              </a:ext>
            </a:extLst>
          </p:cNvPr>
          <p:cNvSpPr/>
          <p:nvPr/>
        </p:nvSpPr>
        <p:spPr>
          <a:xfrm>
            <a:off x="0" y="2453271"/>
            <a:ext cx="12191996" cy="4404728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A832080B-F6C6-3FE0-484F-EB4471D04E2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3706" y="284954"/>
            <a:ext cx="5093107" cy="62711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6B1EADF7-FDC5-C134-8730-D500CDAA97D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590955" y="1636483"/>
            <a:ext cx="2558610" cy="35680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F9556A-7A6C-07D3-9D37-5B3F4C388A0B}"/>
              </a:ext>
            </a:extLst>
          </p:cNvPr>
          <p:cNvSpPr txBox="1"/>
          <p:nvPr/>
        </p:nvSpPr>
        <p:spPr>
          <a:xfrm>
            <a:off x="9042401" y="6486360"/>
            <a:ext cx="2814322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C9AB2E7-0142-414A-84D6-1991ACED7D81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0536347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C3AB831-2869-2DE8-355C-51EC9DAB3D3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40360" y="2869323"/>
            <a:ext cx="5708004" cy="368675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F18F07B-E128-1A18-C1CD-B7F9A4E7C9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33606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94479596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5326831E-4E49-0166-C1DB-9407087A281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60335" y="3442222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879A41B8-F1BD-300B-F171-50AA9FC9353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38568" y="3442222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AA7F23C-4690-2483-7067-9AEBBADA80A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63535" y="35396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0724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97E80F4C-BFFD-982D-8C90-52C1A026491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1357" y="819832"/>
            <a:ext cx="3775484" cy="38754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5A98115A-4631-977A-1277-04DC27D7324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74545" y="819832"/>
            <a:ext cx="3775484" cy="38754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39FB49-8853-56BF-8302-4A259FE141A2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2E5A43F-155A-4638-8019-3771A5D6FE7F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585C2EF-33EB-26E2-FF17-8EF1D5DBD0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87572201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23BE862D-F012-8D7A-B8E8-98300E953AB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1357" y="2453271"/>
            <a:ext cx="3775484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D60BAF92-1174-40D4-0509-810A2608E2D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74545" y="2453271"/>
            <a:ext cx="3775484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47A066-BE8F-33E7-0C8E-D9F8C8758A42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701EF82-8417-4383-907C-831F736EB22F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9B29AAF-14AB-DCD4-0ECB-72B5F42AC4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05488282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041DD638-1B17-50FD-4F78-CA3DC96089B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1357" y="2337517"/>
            <a:ext cx="3775484" cy="1921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2B88768-6B99-4B8B-4F5F-0A1344AB610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74545" y="2337517"/>
            <a:ext cx="3775484" cy="1921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4A5D53-A797-7165-6A4E-1B34E1142B61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BA862AE-ED69-4093-BB37-23453B73E8FC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DD94859-EC6A-AC6B-9B73-CD58727604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5701513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165E3FE-052B-2A85-5D62-834110F9F1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97A6429B-E977-5697-51F5-5B7924675DB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05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3C192AB-C74A-18D8-97B7-50C313D71D9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259866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37DBC30-4B14-0CBE-1860-176DA504C8C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5901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77DABC09-51EF-4F1F-8E30-0EB5C830FC6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38531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A64C783-AC26-EF8B-6ABC-49D9D814020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67815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98E0154-0CB8-106E-F0B0-98E5747B9F5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013850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D751B2C5-54E5-A4E2-BEEE-7E402BEBEB8C}"/>
              </a:ext>
            </a:extLst>
          </p:cNvPr>
          <p:cNvCxnSpPr/>
          <p:nvPr/>
        </p:nvCxnSpPr>
        <p:spPr>
          <a:xfrm>
            <a:off x="334963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0" name="Straight Connector 16">
            <a:extLst>
              <a:ext uri="{FF2B5EF4-FFF2-40B4-BE49-F238E27FC236}">
                <a16:creationId xmlns:a16="http://schemas.microsoft.com/office/drawing/2014/main" id="{AF5E6275-831D-EEA3-EBE2-46DE193270C4}"/>
              </a:ext>
            </a:extLst>
          </p:cNvPr>
          <p:cNvCxnSpPr/>
          <p:nvPr/>
        </p:nvCxnSpPr>
        <p:spPr>
          <a:xfrm>
            <a:off x="2264246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DE4F5632-1EA1-42E1-F7AD-232849DB91AB}"/>
              </a:ext>
            </a:extLst>
          </p:cNvPr>
          <p:cNvCxnSpPr/>
          <p:nvPr/>
        </p:nvCxnSpPr>
        <p:spPr>
          <a:xfrm>
            <a:off x="4203579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2" name="Straight Connector 19">
            <a:extLst>
              <a:ext uri="{FF2B5EF4-FFF2-40B4-BE49-F238E27FC236}">
                <a16:creationId xmlns:a16="http://schemas.microsoft.com/office/drawing/2014/main" id="{F871F47C-3AD1-C332-0806-1871E44205B0}"/>
              </a:ext>
            </a:extLst>
          </p:cNvPr>
          <p:cNvCxnSpPr/>
          <p:nvPr/>
        </p:nvCxnSpPr>
        <p:spPr>
          <a:xfrm>
            <a:off x="6142911" y="4860246"/>
            <a:ext cx="1845525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3" name="Straight Connector 20">
            <a:extLst>
              <a:ext uri="{FF2B5EF4-FFF2-40B4-BE49-F238E27FC236}">
                <a16:creationId xmlns:a16="http://schemas.microsoft.com/office/drawing/2014/main" id="{A5A24A5E-6763-0D5B-760C-58C464E9CDCE}"/>
              </a:ext>
            </a:extLst>
          </p:cNvPr>
          <p:cNvCxnSpPr/>
          <p:nvPr/>
        </p:nvCxnSpPr>
        <p:spPr>
          <a:xfrm>
            <a:off x="8082244" y="4860246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4" name="Straight Connector 21">
            <a:extLst>
              <a:ext uri="{FF2B5EF4-FFF2-40B4-BE49-F238E27FC236}">
                <a16:creationId xmlns:a16="http://schemas.microsoft.com/office/drawing/2014/main" id="{25E9B52B-F47E-6769-7EC2-AC92CBDF138D}"/>
              </a:ext>
            </a:extLst>
          </p:cNvPr>
          <p:cNvCxnSpPr/>
          <p:nvPr/>
        </p:nvCxnSpPr>
        <p:spPr>
          <a:xfrm>
            <a:off x="10011527" y="4860246"/>
            <a:ext cx="1845525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DC03B2AA-7A78-B045-9D14-BCBFDD215D8B}"/>
              </a:ext>
            </a:extLst>
          </p:cNvPr>
          <p:cNvSpPr/>
          <p:nvPr/>
        </p:nvSpPr>
        <p:spPr>
          <a:xfrm>
            <a:off x="213759" y="190003"/>
            <a:ext cx="1710046" cy="534393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50323390"/>
      </p:ext>
    </p:extLst>
  </p:cSld>
  <p:clrMapOvr>
    <a:masterClrMapping/>
  </p:clrMapOvr>
  <p:hf sldNum="0" hdr="0" ftr="0" dt="0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68DA29C-7D3A-4A2C-7E7E-B71B47BF2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A99A6A4-4FC0-8E7B-3D90-B7D5DC6B725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05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700C183-AA0C-38E5-6690-BAEE745E1A2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1552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3F9573E-C13C-086A-4AC2-8FA14C2A6C5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35786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84BD5CB5-A72B-0F16-70DA-5A91D62395C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18274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EEEAEFFB-2452-309E-0C4E-43A1A474385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70624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26152FA7-A591-C7C5-1765-D9DF0D775E60}"/>
              </a:ext>
            </a:extLst>
          </p:cNvPr>
          <p:cNvCxnSpPr/>
          <p:nvPr/>
        </p:nvCxnSpPr>
        <p:spPr>
          <a:xfrm>
            <a:off x="334963" y="4645005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9" name="Straight Connector 16">
            <a:extLst>
              <a:ext uri="{FF2B5EF4-FFF2-40B4-BE49-F238E27FC236}">
                <a16:creationId xmlns:a16="http://schemas.microsoft.com/office/drawing/2014/main" id="{58B18ABD-E288-4B08-02F4-2CE90D164EC9}"/>
              </a:ext>
            </a:extLst>
          </p:cNvPr>
          <p:cNvCxnSpPr/>
          <p:nvPr/>
        </p:nvCxnSpPr>
        <p:spPr>
          <a:xfrm>
            <a:off x="2588410" y="4645005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71EE165A-87BA-34B4-220D-5E939861C603}"/>
              </a:ext>
            </a:extLst>
          </p:cNvPr>
          <p:cNvCxnSpPr/>
          <p:nvPr/>
        </p:nvCxnSpPr>
        <p:spPr>
          <a:xfrm>
            <a:off x="4835786" y="4645005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F2BCEC57-ADD9-FF26-400F-A70B8B8C1956}"/>
              </a:ext>
            </a:extLst>
          </p:cNvPr>
          <p:cNvCxnSpPr/>
          <p:nvPr/>
        </p:nvCxnSpPr>
        <p:spPr>
          <a:xfrm>
            <a:off x="7108225" y="4645005"/>
            <a:ext cx="184553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2" name="Straight Connector 20">
            <a:extLst>
              <a:ext uri="{FF2B5EF4-FFF2-40B4-BE49-F238E27FC236}">
                <a16:creationId xmlns:a16="http://schemas.microsoft.com/office/drawing/2014/main" id="{C102A179-8D68-75B0-EFB9-E01B7C2336C7}"/>
              </a:ext>
            </a:extLst>
          </p:cNvPr>
          <p:cNvCxnSpPr/>
          <p:nvPr/>
        </p:nvCxnSpPr>
        <p:spPr>
          <a:xfrm>
            <a:off x="9370624" y="4645005"/>
            <a:ext cx="1845525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sp>
        <p:nvSpPr>
          <p:cNvPr id="13" name="Rectangle 1">
            <a:extLst>
              <a:ext uri="{FF2B5EF4-FFF2-40B4-BE49-F238E27FC236}">
                <a16:creationId xmlns:a16="http://schemas.microsoft.com/office/drawing/2014/main" id="{C279B9E8-7EDB-45CA-C20A-CFEA3EA68DB9}"/>
              </a:ext>
            </a:extLst>
          </p:cNvPr>
          <p:cNvSpPr/>
          <p:nvPr/>
        </p:nvSpPr>
        <p:spPr>
          <a:xfrm>
            <a:off x="213759" y="190003"/>
            <a:ext cx="1710046" cy="534393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45462723"/>
      </p:ext>
    </p:extLst>
  </p:cSld>
  <p:clrMapOvr>
    <a:masterClrMapping/>
  </p:clrMapOvr>
  <p:hf sldNum="0" hdr="0" ftr="0" dt="0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EC40240-2638-DABA-6ED3-3891ED106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5AACFEA-7588-B242-40C6-85C1636595B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59823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CB39904B-C915-EB75-A949-F0637D8A752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844762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64475D88-35DE-3906-4F42-1EC12FC8FF0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065026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28767D83-4E09-F05C-E17E-EE3259B3C1D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47514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26B78116-F4CA-E2B1-6DA4-33C6A4ABD63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99864" y="194943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43CF5C1-D702-DBF9-7D48-8737E59E6D9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770689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88FA80A0-7F81-D410-174B-0BF9BB2DF97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990953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F810D5F-400D-0058-1D27-AB1E82EC425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273442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8EBDDE3C-4375-C237-4D5F-59AD394E59B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525792" y="4248156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67990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C83FEEB-22B2-7C7C-7EDD-25CFF4C0A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74B1680-BEEF-89E0-7AF4-01F3F273A7B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05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0B37026-23E6-848F-0844-84B3E9B4019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920639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4EA7F0D-08F9-A15C-EF7D-F29095386B2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510695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289B2DF-0382-C513-B590-6CD24D141A1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10074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7" name="Straight Connector 13">
            <a:extLst>
              <a:ext uri="{FF2B5EF4-FFF2-40B4-BE49-F238E27FC236}">
                <a16:creationId xmlns:a16="http://schemas.microsoft.com/office/drawing/2014/main" id="{AE6890D5-3D31-4DD7-1514-6D0BE04D2FE5}"/>
              </a:ext>
            </a:extLst>
          </p:cNvPr>
          <p:cNvCxnSpPr/>
          <p:nvPr/>
        </p:nvCxnSpPr>
        <p:spPr>
          <a:xfrm>
            <a:off x="334963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E57595D4-1A30-DB53-BD7E-6F72FAAB9996}"/>
              </a:ext>
            </a:extLst>
          </p:cNvPr>
          <p:cNvCxnSpPr/>
          <p:nvPr/>
        </p:nvCxnSpPr>
        <p:spPr>
          <a:xfrm>
            <a:off x="2893527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9" name="Straight Connector 18">
            <a:extLst>
              <a:ext uri="{FF2B5EF4-FFF2-40B4-BE49-F238E27FC236}">
                <a16:creationId xmlns:a16="http://schemas.microsoft.com/office/drawing/2014/main" id="{16375DFD-C32B-9C9F-4986-942FF2AB58B6}"/>
              </a:ext>
            </a:extLst>
          </p:cNvPr>
          <p:cNvCxnSpPr/>
          <p:nvPr/>
        </p:nvCxnSpPr>
        <p:spPr>
          <a:xfrm>
            <a:off x="5510695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10" name="Straight Connector 19">
            <a:extLst>
              <a:ext uri="{FF2B5EF4-FFF2-40B4-BE49-F238E27FC236}">
                <a16:creationId xmlns:a16="http://schemas.microsoft.com/office/drawing/2014/main" id="{4C3238B9-F67E-3464-52D5-C554CD258444}"/>
              </a:ext>
            </a:extLst>
          </p:cNvPr>
          <p:cNvCxnSpPr/>
          <p:nvPr/>
        </p:nvCxnSpPr>
        <p:spPr>
          <a:xfrm>
            <a:off x="8090693" y="4858764"/>
            <a:ext cx="184553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81121562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F226C37-A8B9-C1ED-3B80-8620B745D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79783A41-599C-E65C-5839-F672015363C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19189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4EA6EDA-7E4F-E488-817E-B4FF7C898DA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209245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7407F86B-2828-705A-CDB7-BB86C4152E1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799292" y="2340132"/>
            <a:ext cx="1849904" cy="18499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cxnSp>
        <p:nvCxnSpPr>
          <p:cNvPr id="6" name="Straight Connector 16">
            <a:extLst>
              <a:ext uri="{FF2B5EF4-FFF2-40B4-BE49-F238E27FC236}">
                <a16:creationId xmlns:a16="http://schemas.microsoft.com/office/drawing/2014/main" id="{B6B068E9-C714-1ACE-20F2-11F89EC32FA4}"/>
              </a:ext>
            </a:extLst>
          </p:cNvPr>
          <p:cNvCxnSpPr/>
          <p:nvPr/>
        </p:nvCxnSpPr>
        <p:spPr>
          <a:xfrm>
            <a:off x="2592067" y="4858764"/>
            <a:ext cx="184553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7" name="Straight Connector 18">
            <a:extLst>
              <a:ext uri="{FF2B5EF4-FFF2-40B4-BE49-F238E27FC236}">
                <a16:creationId xmlns:a16="http://schemas.microsoft.com/office/drawing/2014/main" id="{322883F1-DA65-5DBF-CEC7-239B45C4A81B}"/>
              </a:ext>
            </a:extLst>
          </p:cNvPr>
          <p:cNvCxnSpPr/>
          <p:nvPr/>
        </p:nvCxnSpPr>
        <p:spPr>
          <a:xfrm>
            <a:off x="5209245" y="4858764"/>
            <a:ext cx="1845524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A8D5F31-6D3F-D1AD-0C98-50984B8AEA35}"/>
              </a:ext>
            </a:extLst>
          </p:cNvPr>
          <p:cNvCxnSpPr/>
          <p:nvPr/>
        </p:nvCxnSpPr>
        <p:spPr>
          <a:xfrm>
            <a:off x="7789243" y="4858764"/>
            <a:ext cx="1845533" cy="0"/>
          </a:xfrm>
          <a:prstGeom prst="straightConnector1">
            <a:avLst/>
          </a:prstGeom>
          <a:noFill/>
          <a:ln w="3172" cap="flat">
            <a:solidFill>
              <a:srgbClr val="0000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97712156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46A4D07C-769D-2DD5-0953-30BAA611B2A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76706" y="2453271"/>
            <a:ext cx="2812090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A4D5595-5A60-4E31-3A57-6EC5FCE74BD2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3D487B7-5B39-49B0-856A-5B150E78481A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AA06B7-D527-1E6A-F3D7-DC94160C40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6C222704-03DF-1B6E-6EB7-16D51491B3F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92115" y="2453271"/>
            <a:ext cx="2843098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924ECAAF-4498-AF08-C0C0-669CAA482F4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33219" y="2453271"/>
            <a:ext cx="2812090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21180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232FD115-C578-6DF8-D5D7-F0AA34E966E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76706" y="2673751"/>
            <a:ext cx="2812090" cy="2046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C0620A-2B29-2000-739C-B39E78556D31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FC25A85-93B1-4ACA-81D6-2D76C0B3A0F7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661C4D5-702B-80B0-BCE5-4D78355A34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454D7ED4-8E2C-5C8B-B947-135F8A75568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92115" y="2673751"/>
            <a:ext cx="2843098" cy="2046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DD39B30F-EF09-736D-644D-15CF97F76DA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33219" y="2673751"/>
            <a:ext cx="2812090" cy="20463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34747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3426A64-AD9D-8DFB-5F8E-302E820957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angle 23">
            <a:extLst>
              <a:ext uri="{FF2B5EF4-FFF2-40B4-BE49-F238E27FC236}">
                <a16:creationId xmlns:a16="http://schemas.microsoft.com/office/drawing/2014/main" id="{3C6ACD79-9C13-F43E-33D1-E36DD5B43B3A}"/>
              </a:ext>
            </a:extLst>
          </p:cNvPr>
          <p:cNvSpPr/>
          <p:nvPr/>
        </p:nvSpPr>
        <p:spPr>
          <a:xfrm>
            <a:off x="345871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24">
            <a:extLst>
              <a:ext uri="{FF2B5EF4-FFF2-40B4-BE49-F238E27FC236}">
                <a16:creationId xmlns:a16="http://schemas.microsoft.com/office/drawing/2014/main" id="{C26697FB-3BF5-CF9B-1D54-1E89A05B19A4}"/>
              </a:ext>
            </a:extLst>
          </p:cNvPr>
          <p:cNvSpPr/>
          <p:nvPr/>
        </p:nvSpPr>
        <p:spPr>
          <a:xfrm>
            <a:off x="2596703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25">
            <a:extLst>
              <a:ext uri="{FF2B5EF4-FFF2-40B4-BE49-F238E27FC236}">
                <a16:creationId xmlns:a16="http://schemas.microsoft.com/office/drawing/2014/main" id="{A360E993-9277-D1B0-B774-3922BC64CC45}"/>
              </a:ext>
            </a:extLst>
          </p:cNvPr>
          <p:cNvSpPr/>
          <p:nvPr/>
        </p:nvSpPr>
        <p:spPr>
          <a:xfrm>
            <a:off x="4867634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64725ED4-1EE7-6742-141A-CFDDE13967F6}"/>
              </a:ext>
            </a:extLst>
          </p:cNvPr>
          <p:cNvSpPr/>
          <p:nvPr/>
        </p:nvSpPr>
        <p:spPr>
          <a:xfrm>
            <a:off x="7118466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C4AAC0E2-EC60-BE17-89E3-FFECD624EF92}"/>
              </a:ext>
            </a:extLst>
          </p:cNvPr>
          <p:cNvSpPr/>
          <p:nvPr/>
        </p:nvSpPr>
        <p:spPr>
          <a:xfrm>
            <a:off x="9359249" y="2857756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88918063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F4DEDAD7-7DD3-29A9-96AD-5B49473D9A3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450528" y="405801"/>
            <a:ext cx="2264036" cy="49155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B9132FF-1569-12BE-5196-1F6AEADF8011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5F3D774-FB1E-4321-B2BC-9FCAFB8B2715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239E8E-9BCB-B055-256F-89911D7085E8}"/>
              </a:ext>
            </a:extLst>
          </p:cNvPr>
          <p:cNvSpPr/>
          <p:nvPr/>
        </p:nvSpPr>
        <p:spPr>
          <a:xfrm>
            <a:off x="345871" y="2425674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E5E9AD-1493-BC1A-DA8C-193031D995F9}"/>
              </a:ext>
            </a:extLst>
          </p:cNvPr>
          <p:cNvSpPr/>
          <p:nvPr/>
        </p:nvSpPr>
        <p:spPr>
          <a:xfrm>
            <a:off x="2596703" y="2425674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342017-4CA5-3B4C-4C2F-EE94857B8EA3}"/>
              </a:ext>
            </a:extLst>
          </p:cNvPr>
          <p:cNvSpPr/>
          <p:nvPr/>
        </p:nvSpPr>
        <p:spPr>
          <a:xfrm>
            <a:off x="4867634" y="2425674"/>
            <a:ext cx="2159840" cy="2226390"/>
          </a:xfrm>
          <a:prstGeom prst="rect">
            <a:avLst/>
          </a:pr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7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146726E9-42F8-870A-892D-38EA26A008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75671685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83D51CA-4C7A-603D-39D8-B24BAF14F00F}"/>
              </a:ext>
            </a:extLst>
          </p:cNvPr>
          <p:cNvSpPr/>
          <p:nvPr/>
        </p:nvSpPr>
        <p:spPr>
          <a:xfrm>
            <a:off x="0" y="1949994"/>
            <a:ext cx="12191996" cy="3828144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FB1A1D6-ACB4-B78C-EDB6-FFDA7EDB6F93}"/>
              </a:ext>
            </a:extLst>
          </p:cNvPr>
          <p:cNvSpPr/>
          <p:nvPr/>
        </p:nvSpPr>
        <p:spPr>
          <a:xfrm>
            <a:off x="129789" y="273131"/>
            <a:ext cx="1758382" cy="42750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5518121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768BE6-E6BE-595C-4E58-BB8CD0DB3D6F}"/>
              </a:ext>
            </a:extLst>
          </p:cNvPr>
          <p:cNvSpPr/>
          <p:nvPr/>
        </p:nvSpPr>
        <p:spPr>
          <a:xfrm>
            <a:off x="0" y="1751798"/>
            <a:ext cx="12191996" cy="402634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08A88EA-E2E0-5F31-6549-DF6CAF925058}"/>
              </a:ext>
            </a:extLst>
          </p:cNvPr>
          <p:cNvSpPr/>
          <p:nvPr/>
        </p:nvSpPr>
        <p:spPr>
          <a:xfrm>
            <a:off x="285009" y="213759"/>
            <a:ext cx="1377534" cy="48689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5469220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743885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58BBD1D-90DB-C6E5-439F-FAA8A8E1886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28032" y="2643228"/>
            <a:ext cx="2807683" cy="42147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69BD575D-F835-F13F-ED58-B7F8C6DEA0C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24935" y="339727"/>
            <a:ext cx="3167060" cy="19462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8618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29ABC337-134E-CAF7-BD1B-576DD655C89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63693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A4AB4506-445C-B062-2589-29DC02B4545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681657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84567A5B-AD15-188A-EF01-1A643B8F483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004706" y="3542797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1E65E587-90F6-ACAF-59E4-F29A1AE39D3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007906" y="284954"/>
            <a:ext cx="2500938" cy="3013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6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54D0337-D6EC-E272-F148-6E8B7F5CA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2240974" y="324483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60700595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35316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9802965A-0CD7-A1E3-FDC7-57837B925DFD}"/>
              </a:ext>
            </a:extLst>
          </p:cNvPr>
          <p:cNvSpPr/>
          <p:nvPr/>
        </p:nvSpPr>
        <p:spPr>
          <a:xfrm>
            <a:off x="0" y="0"/>
            <a:ext cx="2907188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44F12678-7FC2-0100-B6B6-2926774AA83F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2CA48E66-7092-C421-C600-8BBC375FA30E}"/>
              </a:ext>
            </a:extLst>
          </p:cNvPr>
          <p:cNvSpPr/>
          <p:nvPr/>
        </p:nvSpPr>
        <p:spPr>
          <a:xfrm>
            <a:off x="3224485" y="917947"/>
            <a:ext cx="2825496" cy="5004520"/>
          </a:xfrm>
          <a:custGeom>
            <a:avLst>
              <a:gd name="f0" fmla="val 5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81E95F8F-0FF8-3938-D913-732D3B60EF5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14553" y="1040349"/>
            <a:ext cx="2645359" cy="21444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3DBB19DF-DBC2-EE91-6450-73F201CA0C06}"/>
              </a:ext>
            </a:extLst>
          </p:cNvPr>
          <p:cNvSpPr/>
          <p:nvPr/>
        </p:nvSpPr>
        <p:spPr>
          <a:xfrm>
            <a:off x="6141421" y="917947"/>
            <a:ext cx="2825496" cy="5004520"/>
          </a:xfrm>
          <a:custGeom>
            <a:avLst>
              <a:gd name="f0" fmla="val 5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EE72FE28-266E-107C-35CF-674B79FE97B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231489" y="1040349"/>
            <a:ext cx="2645359" cy="21444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Rounded Rectangle 21">
            <a:extLst>
              <a:ext uri="{FF2B5EF4-FFF2-40B4-BE49-F238E27FC236}">
                <a16:creationId xmlns:a16="http://schemas.microsoft.com/office/drawing/2014/main" id="{4D2F85A7-584B-68CB-39E2-090F6314666D}"/>
              </a:ext>
            </a:extLst>
          </p:cNvPr>
          <p:cNvSpPr/>
          <p:nvPr/>
        </p:nvSpPr>
        <p:spPr>
          <a:xfrm>
            <a:off x="9049213" y="917947"/>
            <a:ext cx="2825496" cy="5004520"/>
          </a:xfrm>
          <a:custGeom>
            <a:avLst>
              <a:gd name="f0" fmla="val 5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5055F94F-A8D3-3B9F-7018-25673B3664F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39281" y="1040349"/>
            <a:ext cx="2645359" cy="21444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Oval 24">
            <a:extLst>
              <a:ext uri="{FF2B5EF4-FFF2-40B4-BE49-F238E27FC236}">
                <a16:creationId xmlns:a16="http://schemas.microsoft.com/office/drawing/2014/main" id="{6580C002-E0DB-2E9D-BB25-F6A8F20BAD72}"/>
              </a:ext>
            </a:extLst>
          </p:cNvPr>
          <p:cNvSpPr/>
          <p:nvPr/>
        </p:nvSpPr>
        <p:spPr>
          <a:xfrm>
            <a:off x="7511201" y="6023390"/>
            <a:ext cx="92235" cy="9223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Oval 25">
            <a:extLst>
              <a:ext uri="{FF2B5EF4-FFF2-40B4-BE49-F238E27FC236}">
                <a16:creationId xmlns:a16="http://schemas.microsoft.com/office/drawing/2014/main" id="{B1589A52-E2AC-DD70-A690-CBACC9C6F3E8}"/>
              </a:ext>
            </a:extLst>
          </p:cNvPr>
          <p:cNvSpPr/>
          <p:nvPr/>
        </p:nvSpPr>
        <p:spPr>
          <a:xfrm>
            <a:off x="4589099" y="6023390"/>
            <a:ext cx="92235" cy="9223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Oval 26">
            <a:extLst>
              <a:ext uri="{FF2B5EF4-FFF2-40B4-BE49-F238E27FC236}">
                <a16:creationId xmlns:a16="http://schemas.microsoft.com/office/drawing/2014/main" id="{75CB8A8A-0527-9463-DC8E-3369E9B6C295}"/>
              </a:ext>
            </a:extLst>
          </p:cNvPr>
          <p:cNvSpPr/>
          <p:nvPr/>
        </p:nvSpPr>
        <p:spPr>
          <a:xfrm>
            <a:off x="10415838" y="6023390"/>
            <a:ext cx="92235" cy="9223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13" name="Straight Connector 28">
            <a:extLst>
              <a:ext uri="{FF2B5EF4-FFF2-40B4-BE49-F238E27FC236}">
                <a16:creationId xmlns:a16="http://schemas.microsoft.com/office/drawing/2014/main" id="{ADE2975E-D705-8520-6547-270154EC6E02}"/>
              </a:ext>
            </a:extLst>
          </p:cNvPr>
          <p:cNvCxnSpPr/>
          <p:nvPr/>
        </p:nvCxnSpPr>
        <p:spPr>
          <a:xfrm>
            <a:off x="4635212" y="6069503"/>
            <a:ext cx="5826740" cy="0"/>
          </a:xfrm>
          <a:prstGeom prst="straightConnector1">
            <a:avLst/>
          </a:prstGeom>
          <a:noFill/>
          <a:ln w="6345" cap="flat">
            <a:solidFill>
              <a:srgbClr val="000000"/>
            </a:solidFill>
            <a:prstDash val="solid"/>
            <a:miter/>
          </a:ln>
        </p:spPr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BB0DA5A-00CF-7DD7-3E6D-B8EA94E7D04D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F354927-5C3E-4DEC-A76F-55EC73ABCDF3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6943034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469CA24-2B9F-BAEF-D102-7C2D0F54C846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72C13BA-9777-4C16-A08C-579BC1B0FE50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5768813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C464F79-3B7F-8BA5-9B5B-7B514AF3C674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FF6E13BC-044C-A1C3-2190-9A9EBF078EA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50252" y="276962"/>
            <a:ext cx="11685071" cy="63163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0561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60641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361430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40D9B9E7-81E9-EBAE-EE4F-E2573DAA77F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39546" y="603741"/>
            <a:ext cx="2157051" cy="282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16C666D-5E28-32A4-F69C-38AA14AC6419}"/>
              </a:ext>
            </a:extLst>
          </p:cNvPr>
          <p:cNvSpPr txBox="1"/>
          <p:nvPr/>
        </p:nvSpPr>
        <p:spPr>
          <a:xfrm>
            <a:off x="9042401" y="6486360"/>
            <a:ext cx="2814322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851CC3F-85FB-4ACD-9AE4-20263EFAC6DC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534834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F965CD7D-FE37-6EC1-3023-C2CB10B2F6F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048801" y="0"/>
            <a:ext cx="3840982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6C3A052E-CDE3-5295-1CDE-B8A7653A2B5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889784" y="0"/>
            <a:ext cx="2302212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ACA8D206-EFC9-CCB0-413A-7FCDF6BB34A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207827" y="3429000"/>
            <a:ext cx="3840982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8F49E87D-8F8E-1B85-F0D3-FA1C748FE40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3429000"/>
            <a:ext cx="2244861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F1A3FC0F-5B07-1C7E-36F8-BC6E0300922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310378" y="3429000"/>
            <a:ext cx="3881618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069EF1B7-DCB8-AC1F-83FE-4234E0FCB02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036667" y="3429000"/>
            <a:ext cx="2273710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92244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411FFA9E-1F65-1453-24E9-45E8CB5252F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101233" y="-19046"/>
            <a:ext cx="3090763" cy="68960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8D4E4AD4-85F5-AE71-958A-B0C3A7043BB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273710" y="3429000"/>
            <a:ext cx="2275841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99F76B2-5752-373C-B6CF-86E6EB539DD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511036" y="0"/>
            <a:ext cx="2314355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F8E3C29D-9593-CE0D-0409-23BC59784ED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825392" y="0"/>
            <a:ext cx="2275841" cy="342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5AF10D4F-71FE-6061-A16A-6782C9418B0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511036" y="3422644"/>
            <a:ext cx="4600986" cy="3454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8895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04A4C200-1142-E562-A5F6-25C0ECE8128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893493" y="1912933"/>
            <a:ext cx="3033714" cy="30321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677D2B2A-5F3C-CAD0-89B0-314ECF32D9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901191926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A0196FB7-24E7-8C9D-CA02-8AF0D3075CF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893493" y="1912933"/>
            <a:ext cx="3033714" cy="30321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A5D0C5B-0B79-59C5-9A67-98E270EB89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81071722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6F59BE8C-FB10-CE4A-FC22-1BA0E90B22B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CBB9C989-C2B0-C9D8-442C-E577B068405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E5278BC8-DF14-57D1-1081-AB1089FDE22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290D1667-DBBB-802A-8B40-97B034D58D2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30E01BEE-C0F4-F1D3-DA47-3E0B7FF902C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0E58964C-25DB-53AA-CC9B-AC2C6CE9CC0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BA3ACA78-F0F5-A0E5-CC56-5BA03088E9A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48469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9364B114-6BAF-FA92-E48C-B5E60C74D96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91785A8A-4756-4609-17EB-5E18302F5D9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61449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0F6F5FB7-1DB3-D5D4-29C6-2F47ABD4B2A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1468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20A5F38F-8EAD-85AB-853E-50D431FBF7F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29175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F77F1C55-99E1-F724-AE76-2214B0C34E9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6197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D82F32F-4B40-3F8D-698B-2C81513A790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81978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2B1BC7B5-1FBB-92AD-F413-D29A6EAEA38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90645" y="2371917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0CAC12FE-942C-7BDE-6A08-92FA894E8E1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395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3A2A4D59-36A1-7E70-5F55-8979DD3AD37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A9C40C05-70E5-338D-A297-70A3D7AF91D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4BC556FE-369C-EB4D-DECA-021EA3B5E8B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BBB70E8-192C-756A-D530-D9D4192E4FC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CB4BFCD2-7014-E8A9-EC65-34DFF692653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44462ACD-6CF9-DE0D-0A02-4CC43CFF841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21801AA4-B3DC-51ED-4D43-CC74BBBFFF4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4495354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65944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4">
            <a:extLst>
              <a:ext uri="{FF2B5EF4-FFF2-40B4-BE49-F238E27FC236}">
                <a16:creationId xmlns:a16="http://schemas.microsoft.com/office/drawing/2014/main" id="{EDF75869-4FA2-E9DB-27C5-2FD50F6732C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408715" y="0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CEA0D318-7E45-4088-81A0-F4929C51A4E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41260" y="0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54">
            <a:extLst>
              <a:ext uri="{FF2B5EF4-FFF2-40B4-BE49-F238E27FC236}">
                <a16:creationId xmlns:a16="http://schemas.microsoft.com/office/drawing/2014/main" id="{41DA7106-FB1A-7055-FCC8-463F7609E00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817431" y="0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41F3169C-7ADE-1971-FB21-4F8BA802426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749975" y="0"/>
            <a:ext cx="449235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54">
            <a:extLst>
              <a:ext uri="{FF2B5EF4-FFF2-40B4-BE49-F238E27FC236}">
                <a16:creationId xmlns:a16="http://schemas.microsoft.com/office/drawing/2014/main" id="{E37CCA65-7702-9DFC-CE65-1F12A1BD720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73868" y="1752603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21">
            <a:extLst>
              <a:ext uri="{FF2B5EF4-FFF2-40B4-BE49-F238E27FC236}">
                <a16:creationId xmlns:a16="http://schemas.microsoft.com/office/drawing/2014/main" id="{D1D1E04F-130B-5992-3164-22A91520B97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06413" y="1752603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54">
            <a:extLst>
              <a:ext uri="{FF2B5EF4-FFF2-40B4-BE49-F238E27FC236}">
                <a16:creationId xmlns:a16="http://schemas.microsoft.com/office/drawing/2014/main" id="{6EA6E8C8-13F0-7CC6-CEE1-641B05D6EBC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982583" y="1752603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21">
            <a:extLst>
              <a:ext uri="{FF2B5EF4-FFF2-40B4-BE49-F238E27FC236}">
                <a16:creationId xmlns:a16="http://schemas.microsoft.com/office/drawing/2014/main" id="{E6381155-61D9-68E5-8E75-B918BF80AE1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915128" y="1752603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54">
            <a:extLst>
              <a:ext uri="{FF2B5EF4-FFF2-40B4-BE49-F238E27FC236}">
                <a16:creationId xmlns:a16="http://schemas.microsoft.com/office/drawing/2014/main" id="{29451627-D9B8-066A-CC89-3372E8EBC08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91299" y="1752603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F632CDFD-DBE4-AD9B-B8DA-8C808E83804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-7205" y="1752603"/>
            <a:ext cx="449235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54">
            <a:extLst>
              <a:ext uri="{FF2B5EF4-FFF2-40B4-BE49-F238E27FC236}">
                <a16:creationId xmlns:a16="http://schemas.microsoft.com/office/drawing/2014/main" id="{0E1351DC-2BDC-7C5C-54E1-80D83464BFB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3494315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3C36846D-2AA8-1792-1125-C9E0F6496BF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932544" y="3494315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54">
            <a:extLst>
              <a:ext uri="{FF2B5EF4-FFF2-40B4-BE49-F238E27FC236}">
                <a16:creationId xmlns:a16="http://schemas.microsoft.com/office/drawing/2014/main" id="{D3CFE945-C035-5605-C9BD-53B21CD2D77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408715" y="3494315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21">
            <a:extLst>
              <a:ext uri="{FF2B5EF4-FFF2-40B4-BE49-F238E27FC236}">
                <a16:creationId xmlns:a16="http://schemas.microsoft.com/office/drawing/2014/main" id="{06978AC3-3091-C5D5-CBA9-BAD971F23AF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41260" y="3494315"/>
            <a:ext cx="1348611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54">
            <a:extLst>
              <a:ext uri="{FF2B5EF4-FFF2-40B4-BE49-F238E27FC236}">
                <a16:creationId xmlns:a16="http://schemas.microsoft.com/office/drawing/2014/main" id="{75ACB850-5162-89C4-87CB-7BA80317947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817431" y="3494315"/>
            <a:ext cx="2800697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A7AFF22A-5FCA-63D6-9A35-42031810C91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749975" y="3494315"/>
            <a:ext cx="449235" cy="1631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54">
            <a:extLst>
              <a:ext uri="{FF2B5EF4-FFF2-40B4-BE49-F238E27FC236}">
                <a16:creationId xmlns:a16="http://schemas.microsoft.com/office/drawing/2014/main" id="{5CF07F64-60A0-C5DD-0E95-1DD8F131EE2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73868" y="5236028"/>
            <a:ext cx="2800697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3A073A5E-3DB3-993B-1DD2-6937F94A4BB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506413" y="5236028"/>
            <a:ext cx="1348611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54">
            <a:extLst>
              <a:ext uri="{FF2B5EF4-FFF2-40B4-BE49-F238E27FC236}">
                <a16:creationId xmlns:a16="http://schemas.microsoft.com/office/drawing/2014/main" id="{F5CD13F0-894C-A6FD-71F3-783F6BC423B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982583" y="5236028"/>
            <a:ext cx="2800697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21">
            <a:extLst>
              <a:ext uri="{FF2B5EF4-FFF2-40B4-BE49-F238E27FC236}">
                <a16:creationId xmlns:a16="http://schemas.microsoft.com/office/drawing/2014/main" id="{D4DF61CA-B8EF-646E-448F-FB391293515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915128" y="5236028"/>
            <a:ext cx="1348611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54">
            <a:extLst>
              <a:ext uri="{FF2B5EF4-FFF2-40B4-BE49-F238E27FC236}">
                <a16:creationId xmlns:a16="http://schemas.microsoft.com/office/drawing/2014/main" id="{9073F043-7492-A1B4-FF22-B2678107BFC8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91299" y="5236028"/>
            <a:ext cx="2800697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FA4B1068-E3AE-D013-FBF6-553AC7DD129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-7205" y="5236028"/>
            <a:ext cx="449235" cy="1621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70476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FE6081D-A6B8-B583-6455-5E57DFDC487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3952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31061FCF-72F7-777C-6734-1652AD92F34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48469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1E91245-29B5-5549-367A-D2487144A77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447489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155BB449-6679-9EEF-856B-81B739B7282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928F007-A732-06E6-A51B-43AA6A93B09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936CD3BF-016E-D5B7-8FE5-C42881904FD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FEB84872-026A-B7C1-2618-3C4B3EDCF78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D5D055F4-F298-F193-6001-0DD0FE92E93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0D426D41-CCF2-9BB4-3022-F65E99ABB5F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248469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F2F13BC8-AC94-AFCA-1140-11B9BDADA1C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8C9338FA-B634-02DC-EDAE-2245A7A6CF0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61449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00B3F8A-F226-5D82-8C85-46E9116BA82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1468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36595E5-88A2-2AE6-93AC-B4D5E01A4A6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29175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A93239B0-BFB0-9C5C-70C4-B9642C97B3F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61972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120EF031-9F1F-ED92-7ECC-FF61BB75FDE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81978" y="2371917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C6929309-5142-1CB4-3FFA-2915A580E8C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90645" y="2371917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46B0550B-72AF-B168-A4F0-6BF57485178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395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EE315EF5-F3A0-1A04-C616-0A05876636E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084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0C6A10D-00D5-FDBB-2D2C-730B6C2EB36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864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EA65C13F-D55D-4286-9C0A-1603ABD7C00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823127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1BB4E587-9953-0AA0-A64F-E9551654B92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441442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67111AAA-3470-996D-E745-0EBC6E16724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055934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F55D71E2-2D59-E967-8D75-3BE342D0A31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75930" y="4495354"/>
            <a:ext cx="1516066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0B2C3A7F-24AF-2C29-79D9-798B0E658E3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0" y="4495354"/>
            <a:ext cx="901360" cy="196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8966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27453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6EA9069-1781-05A9-A1EF-A4A189D73E7C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BF74DF-5A53-823D-14F5-D64876707192}"/>
              </a:ext>
            </a:extLst>
          </p:cNvPr>
          <p:cNvSpPr/>
          <p:nvPr/>
        </p:nvSpPr>
        <p:spPr>
          <a:xfrm>
            <a:off x="4521095" y="0"/>
            <a:ext cx="2486829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3F0C8E-9593-D292-9B4E-FC9E0791C877}"/>
              </a:ext>
            </a:extLst>
          </p:cNvPr>
          <p:cNvSpPr/>
          <p:nvPr/>
        </p:nvSpPr>
        <p:spPr>
          <a:xfrm>
            <a:off x="7101925" y="0"/>
            <a:ext cx="2486829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0578E-5051-0D8E-8045-33EAE777596D}"/>
              </a:ext>
            </a:extLst>
          </p:cNvPr>
          <p:cNvSpPr/>
          <p:nvPr/>
        </p:nvSpPr>
        <p:spPr>
          <a:xfrm>
            <a:off x="9682755" y="0"/>
            <a:ext cx="2486829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9CD770C0-3B7F-9FEA-DD6A-052A90A2CBBC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Commercial Offer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942A3079-7EE3-1EE2-8AE2-21247682621B}"/>
              </a:ext>
            </a:extLst>
          </p:cNvPr>
          <p:cNvSpPr txBox="1"/>
          <p:nvPr/>
        </p:nvSpPr>
        <p:spPr>
          <a:xfrm rot="16200004">
            <a:off x="6850959" y="2292566"/>
            <a:ext cx="4819802" cy="6155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000" b="0" i="0" u="none" strike="noStrike" kern="1200" cap="none" spc="0" baseline="0">
                <a:solidFill>
                  <a:srgbClr val="EDE8E3"/>
                </a:solidFill>
                <a:uFillTx/>
                <a:latin typeface="Arial Light" pitchFamily="34"/>
                <a:ea typeface="Arial Light" pitchFamily="34"/>
                <a:cs typeface="Arial Light" pitchFamily="34"/>
              </a:rPr>
              <a:t>Editorial Alignment</a:t>
            </a:r>
            <a:endParaRPr lang="en-US" sz="4000" b="0" i="0" u="none" strike="noStrike" kern="1200" cap="none" spc="0" baseline="0">
              <a:solidFill>
                <a:srgbClr val="EDE8E3"/>
              </a:solidFill>
              <a:uFillTx/>
              <a:latin typeface="Arial Light" pitchFamily="34"/>
              <a:ea typeface="Arial Light" pitchFamily="34"/>
              <a:cs typeface="Arial Light" pitchFamily="34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0B00E3A8-F078-F6EE-70B8-790994F4BDA6}"/>
              </a:ext>
            </a:extLst>
          </p:cNvPr>
          <p:cNvSpPr txBox="1"/>
          <p:nvPr/>
        </p:nvSpPr>
        <p:spPr>
          <a:xfrm rot="16200004">
            <a:off x="9459751" y="2292566"/>
            <a:ext cx="4819802" cy="6155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000" b="0" i="0" u="none" strike="noStrike" kern="1200" cap="none" spc="0" baseline="0">
                <a:solidFill>
                  <a:srgbClr val="EDE8E3"/>
                </a:solidFill>
                <a:uFillTx/>
                <a:latin typeface="Arial Light" pitchFamily="34"/>
                <a:ea typeface="Arial Light" pitchFamily="34"/>
                <a:cs typeface="Arial Light" pitchFamily="34"/>
              </a:rPr>
              <a:t>Branded Content</a:t>
            </a:r>
            <a:endParaRPr lang="en-US" sz="4000" b="0" i="0" u="none" strike="noStrike" kern="1200" cap="none" spc="0" baseline="0">
              <a:solidFill>
                <a:srgbClr val="EDE8E3"/>
              </a:solidFill>
              <a:uFillTx/>
              <a:latin typeface="Arial Light" pitchFamily="34"/>
              <a:ea typeface="Arial Light" pitchFamily="34"/>
              <a:cs typeface="Arial Light" pitchFamily="34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86DC6AAD-CB39-040E-17E0-2B21BB033CCE}"/>
              </a:ext>
            </a:extLst>
          </p:cNvPr>
          <p:cNvSpPr txBox="1"/>
          <p:nvPr/>
        </p:nvSpPr>
        <p:spPr>
          <a:xfrm rot="16200004">
            <a:off x="4293281" y="2292566"/>
            <a:ext cx="4819802" cy="6155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000" b="0" i="0" u="none" strike="noStrike" kern="1200" cap="none" spc="0" baseline="0">
                <a:solidFill>
                  <a:srgbClr val="EDE8E3"/>
                </a:solidFill>
                <a:uFillTx/>
                <a:latin typeface="Arial Light" pitchFamily="34"/>
                <a:ea typeface="Arial Light" pitchFamily="34"/>
                <a:cs typeface="Arial Light" pitchFamily="34"/>
              </a:rPr>
              <a:t>Media Distribution</a:t>
            </a:r>
            <a:endParaRPr lang="en-US" sz="4000" b="0" i="0" u="none" strike="noStrike" kern="1200" cap="none" spc="0" baseline="0">
              <a:solidFill>
                <a:srgbClr val="EDE8E3"/>
              </a:solidFill>
              <a:uFillTx/>
              <a:latin typeface="Arial Light" pitchFamily="34"/>
              <a:ea typeface="Arial Light" pitchFamily="34"/>
              <a:cs typeface="Arial Light" pitchFamily="34"/>
            </a:endParaRP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6216A454-FAF2-22C9-1A1F-2BF49820B83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763868" y="236619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FD5EDFEF-03C5-CFFD-9EEB-76DD28FA2E0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763868" y="1841034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37279E74-B2DB-52E9-29DB-F924DE03F5F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763868" y="3413930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F6FF215-5A5F-8086-74CA-D1D9C34C0CA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86989" y="236619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7F7CE920-9F3C-0AE6-DA74-AD9C48E72E7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86989" y="1841034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7803E30B-A8A1-1431-CCDC-ED61330E02A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86989" y="3413930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1EC4EF2A-9914-E170-4854-D9032CECECA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82413" y="236619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F635C07E-860D-D1F4-0D1E-9CD1E317C72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82413" y="1841034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40DD3A33-06D3-E7A3-7FC5-D7F4B9E5171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82413" y="3413930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70ACD9A-B034-9D50-36F9-7B1F2A629772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7CA83F1-E0AA-4DAD-BAE3-0F61DC8FA745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14646967"/>
      </p:ext>
    </p:extLst>
  </p:cSld>
  <p:clrMapOvr>
    <a:masterClrMapping/>
  </p:clrMapOvr>
  <p:hf sldNum="0" hdr="0" ftr="0" dt="0"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B178871-C976-DC05-BF42-6685D1B85B60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7D9A5D0-1310-2493-DECA-AB25262A8170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A3EE529-DDD5-4B1B-B5CC-9F394E436870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5692F8-B98E-2D2F-C3DC-B2331F71E899}"/>
              </a:ext>
            </a:extLst>
          </p:cNvPr>
          <p:cNvSpPr/>
          <p:nvPr/>
        </p:nvSpPr>
        <p:spPr>
          <a:xfrm>
            <a:off x="9665400" y="0"/>
            <a:ext cx="2194660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A8327B-6B36-6561-E6EA-66B8DE01ACCB}"/>
              </a:ext>
            </a:extLst>
          </p:cNvPr>
          <p:cNvSpPr/>
          <p:nvPr/>
        </p:nvSpPr>
        <p:spPr>
          <a:xfrm>
            <a:off x="7076852" y="0"/>
            <a:ext cx="2194660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399F992-2B6B-7983-876F-ED0CD29222FD}"/>
              </a:ext>
            </a:extLst>
          </p:cNvPr>
          <p:cNvSpPr/>
          <p:nvPr/>
        </p:nvSpPr>
        <p:spPr>
          <a:xfrm>
            <a:off x="4513963" y="0"/>
            <a:ext cx="2194660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5485219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BC Studios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925143"/>
      </p:ext>
    </p:extLst>
  </p:cSld>
  <p:clrMapOvr>
    <a:masterClrMapping/>
  </p:clrMapOvr>
  <p:hf sldNum="0" hdr="0" ftr="0" dt="0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BC Studios Black Log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2A1B57F-CDAB-59FA-43AE-02A8E94AFED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849831" y="1643862"/>
            <a:ext cx="2485110" cy="33790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482A6D89-B732-F7E7-77A9-145D2A65C75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335411" y="1878013"/>
            <a:ext cx="2166935" cy="29463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D4287E6A-B6D2-3E92-B44E-A145E967E8D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284805" y="1775874"/>
            <a:ext cx="2312462" cy="314427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54817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8A58CAD-2AB1-77E3-C47B-9B6AB5E1DD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5DDECCB8-E53A-40BB-9BD5-5C36267376E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17400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insights slide_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C9A3D53-3E25-72EC-F8C5-C2867F4ADD1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088F9-E040-C02A-B92D-1EC4D2F9309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1412876"/>
            <a:ext cx="11573414" cy="43120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 Insert single line space between paragraphs.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02B608E-E63F-37AC-44EF-92B3D67A787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B19CB7-F343-7F6F-DB69-27DEFC4FBCE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</p:spTree>
    <p:extLst>
      <p:ext uri="{BB962C8B-B14F-4D97-AF65-F5344CB8AC3E}">
        <p14:creationId xmlns:p14="http://schemas.microsoft.com/office/powerpoint/2010/main" val="1686610975"/>
      </p:ext>
    </p:extLst>
  </p:cSld>
  <p:clrMapOvr>
    <a:masterClrMapping/>
  </p:clrMapOvr>
  <p:transition spd="med">
    <p:fade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slide_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FA2DAFD-E865-DA7C-2DF3-A1647B230759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27159-CBDC-A979-A752-EA9A958DEED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478078"/>
            <a:ext cx="3270479" cy="19545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2AF1C18-8D4F-C2B1-F2D3-78D14F645BB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8255EDF-C705-51AC-ADBE-F962BB578A2B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9B6BFFF-DA91-580C-0E16-226E57A005EE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1846219"/>
            <a:ext cx="3270479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3A0BFE-A9F0-AE07-0BC1-3C7D8039292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4742316"/>
            <a:ext cx="3270479" cy="5806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1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Italic.  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F5DB6A-3E74-DCDD-A168-740C7908CBF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621484" y="2478078"/>
            <a:ext cx="3270479" cy="19545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EC1A154-C7B2-412A-87D0-6E36D1D8C01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621484" y="1846219"/>
            <a:ext cx="3270479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508DB4D-4488-485B-F5AD-0B7F5D9879C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621484" y="4742316"/>
            <a:ext cx="3270479" cy="5806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1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Italic.  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25FC055-CBA2-1D19-8256-1CB5F81DB78F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460763" y="2478078"/>
            <a:ext cx="3270479" cy="19545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C30B59-74EC-CE80-E5CB-F9B0AFEA2A5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460763" y="1846219"/>
            <a:ext cx="3270479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859D9D5-8441-C82D-C606-84A031C92BAE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460763" y="4742316"/>
            <a:ext cx="3270479" cy="5806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1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Italic. 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67360"/>
      </p:ext>
    </p:extLst>
  </p:cSld>
  <p:clrMapOvr>
    <a:masterClrMapping/>
  </p:clrMapOvr>
  <p:transition spd="med">
    <p:fade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rcle slide_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E274DF8-C28A-ED2D-8CB2-163648210D6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3275" y="1646715"/>
            <a:ext cx="1093028" cy="667210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  <a:lvl2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2pPr>
          </a:lstStyle>
          <a:p>
            <a:pPr lvl="0"/>
            <a:r>
              <a:rPr lang="en-GB"/>
              <a:t>Insert image</a:t>
            </a:r>
          </a:p>
          <a:p>
            <a:pPr lvl="0"/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752F3A7-BBF4-3E84-B571-FC7FABFD20E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41068" y="3332997"/>
            <a:ext cx="860349" cy="642548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  <a:lvl2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2pPr>
          </a:lstStyle>
          <a:p>
            <a:pPr lvl="0"/>
            <a:r>
              <a:rPr lang="en-GB"/>
              <a:t>Insert image</a:t>
            </a:r>
          </a:p>
          <a:p>
            <a:pPr lvl="0"/>
            <a:endParaRPr lang="en-GB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BEF7BC97-4351-78FE-D891-7BA626F9B88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48465" y="4958928"/>
            <a:ext cx="646078" cy="838267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Insert image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AB18E0C2-81A5-817E-9903-4EE0EA09FAC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752118" y="4986616"/>
            <a:ext cx="394408" cy="858950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35999" tIns="45720" rIns="35999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Insert image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6FC53195-58BD-087B-7F3D-433A8129C11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652010" y="1646715"/>
            <a:ext cx="1093028" cy="669066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  <a:lvl2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2pPr>
          </a:lstStyle>
          <a:p>
            <a:pPr lvl="0"/>
            <a:r>
              <a:rPr lang="en-GB"/>
              <a:t>Insert image</a:t>
            </a:r>
          </a:p>
          <a:p>
            <a:pPr lvl="0"/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8D3874F-47FB-B372-7F53-AA192CBC5EB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769803" y="3332997"/>
            <a:ext cx="860349" cy="642548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  <a:lvl2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2pPr>
          </a:lstStyle>
          <a:p>
            <a:pPr lvl="0"/>
            <a:r>
              <a:rPr lang="en-GB"/>
              <a:t>Insert image</a:t>
            </a:r>
          </a:p>
          <a:p>
            <a:pPr lvl="0"/>
            <a:endParaRPr lang="en-GB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BDC68383-F17F-F5DF-F566-64464598FD3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1269641" y="4986616"/>
            <a:ext cx="394408" cy="858950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35999" tIns="45720" rIns="35999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Insert image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62BAF89-1A64-22A3-63AF-BF594DFB7A29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4E41AF5-05D0-6746-E516-57F87FAF072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664B8B7-B359-FECB-9E78-140B9D153446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</p:spTree>
    <p:extLst>
      <p:ext uri="{BB962C8B-B14F-4D97-AF65-F5344CB8AC3E}">
        <p14:creationId xmlns:p14="http://schemas.microsoft.com/office/powerpoint/2010/main" val="3532835777"/>
      </p:ext>
    </p:extLst>
  </p:cSld>
  <p:clrMapOvr>
    <a:masterClrMapping/>
  </p:clrMapOvr>
  <p:transition spd="med">
    <p:fade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rcle slide_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0">
            <a:extLst>
              <a:ext uri="{FF2B5EF4-FFF2-40B4-BE49-F238E27FC236}">
                <a16:creationId xmlns:a16="http://schemas.microsoft.com/office/drawing/2014/main" id="{5B97C3E4-ABFA-1ED1-0A29-EE1D12C6565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14860" y="1474360"/>
            <a:ext cx="1843997" cy="1114214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9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insert image</a:t>
            </a:r>
          </a:p>
        </p:txBody>
      </p:sp>
      <p:sp>
        <p:nvSpPr>
          <p:cNvPr id="3" name="Picture Placeholder 70">
            <a:extLst>
              <a:ext uri="{FF2B5EF4-FFF2-40B4-BE49-F238E27FC236}">
                <a16:creationId xmlns:a16="http://schemas.microsoft.com/office/drawing/2014/main" id="{0DF41D07-D980-76BA-BEB1-E91B0591954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624520" y="2097386"/>
            <a:ext cx="1190576" cy="1595499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9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insert image</a:t>
            </a:r>
          </a:p>
        </p:txBody>
      </p:sp>
      <p:sp>
        <p:nvSpPr>
          <p:cNvPr id="4" name="Picture Placeholder 70">
            <a:extLst>
              <a:ext uri="{FF2B5EF4-FFF2-40B4-BE49-F238E27FC236}">
                <a16:creationId xmlns:a16="http://schemas.microsoft.com/office/drawing/2014/main" id="{D81C5749-9014-1E3A-FBED-3F7E2600215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513094" y="4322825"/>
            <a:ext cx="1190576" cy="1595499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9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insert image</a:t>
            </a:r>
          </a:p>
        </p:txBody>
      </p:sp>
      <p:sp>
        <p:nvSpPr>
          <p:cNvPr id="5" name="Picture Placeholder 70">
            <a:extLst>
              <a:ext uri="{FF2B5EF4-FFF2-40B4-BE49-F238E27FC236}">
                <a16:creationId xmlns:a16="http://schemas.microsoft.com/office/drawing/2014/main" id="{1095AC84-1418-035B-66CD-F97065C0329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61780" y="4639784"/>
            <a:ext cx="596252" cy="1299380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9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insert image</a:t>
            </a:r>
          </a:p>
        </p:txBody>
      </p:sp>
      <p:sp>
        <p:nvSpPr>
          <p:cNvPr id="6" name="Picture Placeholder 70">
            <a:extLst>
              <a:ext uri="{FF2B5EF4-FFF2-40B4-BE49-F238E27FC236}">
                <a16:creationId xmlns:a16="http://schemas.microsoft.com/office/drawing/2014/main" id="{0EE0640A-41BC-2AF1-59A7-AA36BF4EF81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295202" y="4639784"/>
            <a:ext cx="596252" cy="1299380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9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insert image</a:t>
            </a:r>
          </a:p>
        </p:txBody>
      </p:sp>
      <p:sp>
        <p:nvSpPr>
          <p:cNvPr id="7" name="Picture Placeholder 70">
            <a:extLst>
              <a:ext uri="{FF2B5EF4-FFF2-40B4-BE49-F238E27FC236}">
                <a16:creationId xmlns:a16="http://schemas.microsoft.com/office/drawing/2014/main" id="{690D8EAB-981E-77F0-AE59-F4414648D4D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516398" y="1430450"/>
            <a:ext cx="2365516" cy="1393426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9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insert image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855CE2D-ADCF-A837-FFD0-D739274FB9C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97E1D28-120A-5BF2-0543-B889082B22F6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084BD0C-7FB9-F735-69CD-AEB91656C94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</p:spTree>
    <p:extLst>
      <p:ext uri="{BB962C8B-B14F-4D97-AF65-F5344CB8AC3E}">
        <p14:creationId xmlns:p14="http://schemas.microsoft.com/office/powerpoint/2010/main" val="3704005341"/>
      </p:ext>
    </p:extLst>
  </p:cSld>
  <p:clrMapOvr>
    <a:masterClrMapping/>
  </p:clrMapOvr>
  <p:transition spd="med">
    <p:fade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slide_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F62F01B-EA1E-EBF5-2F43-8E49A1100C6D}"/>
              </a:ext>
            </a:extLst>
          </p:cNvPr>
          <p:cNvSpPr/>
          <p:nvPr/>
        </p:nvSpPr>
        <p:spPr>
          <a:xfrm>
            <a:off x="0" y="0"/>
            <a:ext cx="12191996" cy="20290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4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C0CB1C85-46EC-86C3-4800-BD28D0E9D38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FFFFFF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B862E40-5DD1-CEE2-8320-B5F574461B7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94269"/>
            <a:ext cx="3270479" cy="3190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E9ECA41-88C1-58FF-34AC-D5851B415A2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4084ED-2786-8B4E-5562-EA439AFCE09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A89AB16-F13B-D4D8-624A-7FADC5038EB6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360020"/>
            <a:ext cx="3270479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E3EFDD5-D3F7-0425-3A3A-021518FA41A1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621484" y="2794269"/>
            <a:ext cx="3270479" cy="3190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D7FD77-2356-C725-B510-F9D124DE5DC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621484" y="2360020"/>
            <a:ext cx="3270479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80F2B1-1B6C-B92C-D812-E7222E96E49A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460763" y="2794269"/>
            <a:ext cx="3270479" cy="3190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A683743-24BA-890B-F186-D4F1CB70F3D5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460763" y="2360020"/>
            <a:ext cx="3270479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76336"/>
      </p:ext>
    </p:extLst>
  </p:cSld>
  <p:clrMapOvr>
    <a:masterClrMapping/>
  </p:clrMapOvr>
  <p:transition spd="med">
    <p:fade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slide_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B7E299D-B0CA-808E-4221-BF6700ED76F3}"/>
              </a:ext>
            </a:extLst>
          </p:cNvPr>
          <p:cNvSpPr/>
          <p:nvPr/>
        </p:nvSpPr>
        <p:spPr>
          <a:xfrm>
            <a:off x="0" y="0"/>
            <a:ext cx="3500844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4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A3C39E9-3502-6696-E195-7A0D432F2426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2939549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FFFFFF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3AD2B0A-5DCB-437F-74B2-82E802F9757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058198" y="6070491"/>
            <a:ext cx="7843814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9E15213-2BC2-EEB9-ECE4-A2273CAB0EC6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2939549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1FC3776-4839-C586-CB25-8F79D381F94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058198" y="1199427"/>
            <a:ext cx="7843814" cy="7600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01B0F26-7ED2-E368-C062-CDC54BF7B44A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058198" y="765179"/>
            <a:ext cx="7843814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A3D6B93-7CD5-5127-C632-847C87B18EA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058198" y="5083451"/>
            <a:ext cx="7843814" cy="7600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31A1218-E638-6120-260A-12AC24541A2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058198" y="4649193"/>
            <a:ext cx="7843814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FC5ED0E-5DC2-B650-D93D-1EEED9656E7F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058198" y="3141439"/>
            <a:ext cx="7843814" cy="7600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48571A3-A6BE-72E6-C2DA-3D64A3A1CA3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058198" y="2707181"/>
            <a:ext cx="7843814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03806"/>
      </p:ext>
    </p:extLst>
  </p:cSld>
  <p:clrMapOvr>
    <a:masterClrMapping/>
  </p:clrMapOvr>
  <p:transition spd="med">
    <p:fade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 slide_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DEE2E86-D42A-8919-C559-2645945ADD21}"/>
              </a:ext>
            </a:extLst>
          </p:cNvPr>
          <p:cNvSpPr/>
          <p:nvPr/>
        </p:nvSpPr>
        <p:spPr>
          <a:xfrm>
            <a:off x="0" y="0"/>
            <a:ext cx="12191996" cy="20290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4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9FBA6E7-86D3-77F8-02D2-685DCF45DEF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FFFFFF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343005D-4E2D-727A-14C3-0EC908A3CAA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94269"/>
            <a:ext cx="2460577" cy="3190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B3F7642-E551-6078-EBB7-190CA616534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AE02665-FA09-D33E-3992-1E30F1E669E6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45B977C-E888-73D8-6EED-321F5B29799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360020"/>
            <a:ext cx="2460577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1DF1CA4-FC16-2F25-0DA4-8CEA4CA4FA4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345140" y="2794269"/>
            <a:ext cx="2460577" cy="3190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C076232-7FD9-F295-3856-FCCFB5B9BBF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345140" y="2360020"/>
            <a:ext cx="2460577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04B37C2-D2CE-C85B-103A-E4B1E2E32DB6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390229" y="2794269"/>
            <a:ext cx="2460577" cy="3190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A31027-28CF-1120-2D4E-943C874EE355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390229" y="2360020"/>
            <a:ext cx="2460577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9D2EAB3-5D48-0F1D-B8A4-C70370F4E64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9435327" y="2794269"/>
            <a:ext cx="2460577" cy="3190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7F1674D-0FDB-9DD2-9F5B-D26EF77E468F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9435327" y="2360020"/>
            <a:ext cx="2460577" cy="3222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Header copy – 20pt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46684"/>
      </p:ext>
    </p:extLst>
  </p:cSld>
  <p:clrMapOvr>
    <a:masterClrMapping/>
  </p:clrMapOvr>
  <p:transition spd="med">
    <p:fade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Works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639DA57-C624-4431-5FA7-9281BEFBED6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00042" y="260347"/>
            <a:ext cx="11591921" cy="4355195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lang="en-GB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change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385DA-3B91-AD9F-9645-ADACCB40DE8B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5757044"/>
            <a:ext cx="11591921" cy="5516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400" b="0" i="0" u="none" strike="noStrike" kern="0" cap="none" spc="0" baseline="0">
                <a:solidFill>
                  <a:srgbClr val="FFFFFF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Take your story further</a:t>
            </a:r>
          </a:p>
        </p:txBody>
      </p:sp>
    </p:spTree>
    <p:extLst>
      <p:ext uri="{BB962C8B-B14F-4D97-AF65-F5344CB8AC3E}">
        <p14:creationId xmlns:p14="http://schemas.microsoft.com/office/powerpoint/2010/main" val="1456856124"/>
      </p:ext>
    </p:extLst>
  </p:cSld>
  <p:clrMapOvr>
    <a:masterClrMapping/>
  </p:clrMapOvr>
  <p:transition spd="med">
    <p:fade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tform stats_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71FC763-EDFF-8919-19B5-09D7AB26E14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C64F9-27D6-4179-298C-BD601C1374A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4154503"/>
            <a:ext cx="2138360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D5EA2B5-4478-72E0-4A7D-7FC06A45722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8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54A9E4B-F2AD-3085-3595-9242F245E9D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73405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E9D8EBE-E7D3-A21C-EC7A-19ECC25CC35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3615290"/>
            <a:ext cx="2138360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7434D59-A681-68A0-45AF-AF0ED26A93F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2666591" y="3615290"/>
            <a:ext cx="2138360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C6671FF-5479-96B9-8DC7-155D7BEDB86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5033150" y="3615290"/>
            <a:ext cx="2138360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083076C-DE28-5FFF-9311-11870CCFF6F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7399699" y="3615290"/>
            <a:ext cx="2138360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EF3A950-E41F-7D60-1EC4-BE17310B564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9766258" y="3615290"/>
            <a:ext cx="2138360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83A0552-64BC-BFE3-8A65-3BA567FFBE6F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2666591" y="4154503"/>
            <a:ext cx="2138360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1BA2570-7F3E-8D73-3BD5-8D9D1AEED6F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5026822" y="4154503"/>
            <a:ext cx="2138360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987B7E4-B26A-FE4C-B079-3F7154A5347E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7387044" y="4154503"/>
            <a:ext cx="2138360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229684F-9BE3-D159-055E-855763DB868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9753603" y="4154503"/>
            <a:ext cx="2138360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15" name="Picture Placeholder 80">
            <a:extLst>
              <a:ext uri="{FF2B5EF4-FFF2-40B4-BE49-F238E27FC236}">
                <a16:creationId xmlns:a16="http://schemas.microsoft.com/office/drawing/2014/main" id="{6C5D598B-1638-5233-2783-14A17FF2A50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455209" y="1682532"/>
            <a:ext cx="1174747" cy="1560515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  <p:sp>
        <p:nvSpPr>
          <p:cNvPr id="16" name="Picture Placeholder 80">
            <a:extLst>
              <a:ext uri="{FF2B5EF4-FFF2-40B4-BE49-F238E27FC236}">
                <a16:creationId xmlns:a16="http://schemas.microsoft.com/office/drawing/2014/main" id="{F6230A6E-6D22-94F9-C410-3F5A3520EBD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910306" y="1923403"/>
            <a:ext cx="1828187" cy="1136663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  <p:sp>
        <p:nvSpPr>
          <p:cNvPr id="17" name="Picture Placeholder 80">
            <a:extLst>
              <a:ext uri="{FF2B5EF4-FFF2-40B4-BE49-F238E27FC236}">
                <a16:creationId xmlns:a16="http://schemas.microsoft.com/office/drawing/2014/main" id="{0391C6A3-E757-AF3F-A88D-79F83259A8D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9494" y="1893795"/>
            <a:ext cx="2099133" cy="1213326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  <p:sp>
        <p:nvSpPr>
          <p:cNvPr id="18" name="Picture Placeholder 80">
            <a:extLst>
              <a:ext uri="{FF2B5EF4-FFF2-40B4-BE49-F238E27FC236}">
                <a16:creationId xmlns:a16="http://schemas.microsoft.com/office/drawing/2014/main" id="{06B08D4B-F77C-182D-D7A0-06B3209F9EC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871365" y="1959577"/>
            <a:ext cx="611596" cy="1269818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  <p:sp>
        <p:nvSpPr>
          <p:cNvPr id="19" name="Picture Placeholder 80">
            <a:extLst>
              <a:ext uri="{FF2B5EF4-FFF2-40B4-BE49-F238E27FC236}">
                <a16:creationId xmlns:a16="http://schemas.microsoft.com/office/drawing/2014/main" id="{71078873-1F8D-0E89-7330-E0AD3E17F34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9707" y="1781927"/>
            <a:ext cx="1174747" cy="1560515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  <p:sp>
        <p:nvSpPr>
          <p:cNvPr id="20" name="Picture Placeholder 80">
            <a:extLst>
              <a:ext uri="{FF2B5EF4-FFF2-40B4-BE49-F238E27FC236}">
                <a16:creationId xmlns:a16="http://schemas.microsoft.com/office/drawing/2014/main" id="{C5DE2160-D2AD-91B2-34FF-EC10C452080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350349" y="2805552"/>
            <a:ext cx="1279867" cy="596252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99147408"/>
      </p:ext>
    </p:extLst>
  </p:cSld>
  <p:clrMapOvr>
    <a:masterClrMapping/>
  </p:clrMapOvr>
  <p:transition spd="med">
    <p:fade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tform stats_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C03FED6-723D-4B1E-6B83-1B1752A2D449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7A829-7DFE-3359-03FC-A1513BD1DE0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4154503"/>
            <a:ext cx="2138360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383757C-D71B-8D57-1EDF-16F8DF301DB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8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59D2D8B-A0F1-9982-5B70-0F441A74FB4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73405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7BCB117-D66D-1430-11AE-A254954F6AA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3525103"/>
            <a:ext cx="2138360" cy="5202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3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XXXm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9504B7-1796-F938-B032-024E5432E93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2666591" y="4154503"/>
            <a:ext cx="2138360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44B148D-4F8F-F742-03A0-74C701FA4F9A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5026822" y="4154503"/>
            <a:ext cx="2138360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9C38F32-E330-16C1-7183-327286DD43E1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7387044" y="4154503"/>
            <a:ext cx="2138360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9B35D14-50A2-024F-A7E0-15EBE2821FA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9753603" y="4154503"/>
            <a:ext cx="2138360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7ED7B42-8866-1B2A-A4A9-A0C79B246A2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2666591" y="3525103"/>
            <a:ext cx="2138360" cy="5202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3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XXXm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8CA26BF-A285-2DBC-DB31-4E81340AF91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5026822" y="3525103"/>
            <a:ext cx="2138360" cy="5202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3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XXXm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347192D-2046-3196-E3D8-1E4418C9D809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7387044" y="3525103"/>
            <a:ext cx="2138360" cy="5202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3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XXXm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6DF94ED-5E8D-0918-EEED-E13409057BC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9753603" y="3525103"/>
            <a:ext cx="2138360" cy="5202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3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XXXm</a:t>
            </a:r>
            <a:endParaRPr lang="en-US"/>
          </a:p>
        </p:txBody>
      </p:sp>
      <p:sp>
        <p:nvSpPr>
          <p:cNvPr id="15" name="Picture Placeholder 80">
            <a:extLst>
              <a:ext uri="{FF2B5EF4-FFF2-40B4-BE49-F238E27FC236}">
                <a16:creationId xmlns:a16="http://schemas.microsoft.com/office/drawing/2014/main" id="{B4F85E0D-EDEA-EBB9-0AEB-1B2A47A275E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455209" y="1682532"/>
            <a:ext cx="1174747" cy="1560515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  <p:sp>
        <p:nvSpPr>
          <p:cNvPr id="16" name="Picture Placeholder 80">
            <a:extLst>
              <a:ext uri="{FF2B5EF4-FFF2-40B4-BE49-F238E27FC236}">
                <a16:creationId xmlns:a16="http://schemas.microsoft.com/office/drawing/2014/main" id="{8A43700A-705B-EB93-1B0A-BD5E36EF8A9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2910306" y="1923403"/>
            <a:ext cx="1828187" cy="1136663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  <p:sp>
        <p:nvSpPr>
          <p:cNvPr id="17" name="Picture Placeholder 80">
            <a:extLst>
              <a:ext uri="{FF2B5EF4-FFF2-40B4-BE49-F238E27FC236}">
                <a16:creationId xmlns:a16="http://schemas.microsoft.com/office/drawing/2014/main" id="{399AFA7A-575E-0536-F674-1ADCB797F94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29494" y="1893795"/>
            <a:ext cx="2099133" cy="1213326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  <p:sp>
        <p:nvSpPr>
          <p:cNvPr id="18" name="Picture Placeholder 80">
            <a:extLst>
              <a:ext uri="{FF2B5EF4-FFF2-40B4-BE49-F238E27FC236}">
                <a16:creationId xmlns:a16="http://schemas.microsoft.com/office/drawing/2014/main" id="{13FE55C7-B53F-35E3-D363-992E54B6558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871365" y="1959577"/>
            <a:ext cx="611596" cy="1269818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  <p:sp>
        <p:nvSpPr>
          <p:cNvPr id="19" name="Picture Placeholder 80">
            <a:extLst>
              <a:ext uri="{FF2B5EF4-FFF2-40B4-BE49-F238E27FC236}">
                <a16:creationId xmlns:a16="http://schemas.microsoft.com/office/drawing/2014/main" id="{DFB3937D-51F6-6729-553C-7F027E147DEC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9707" y="1781927"/>
            <a:ext cx="1174747" cy="1560515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  <p:sp>
        <p:nvSpPr>
          <p:cNvPr id="20" name="Picture Placeholder 80">
            <a:extLst>
              <a:ext uri="{FF2B5EF4-FFF2-40B4-BE49-F238E27FC236}">
                <a16:creationId xmlns:a16="http://schemas.microsoft.com/office/drawing/2014/main" id="{A035F862-C8FA-F33D-2F86-794FA28B16A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0350349" y="2805552"/>
            <a:ext cx="1279867" cy="596252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65424246"/>
      </p:ext>
    </p:extLst>
  </p:cSld>
  <p:clrMapOvr>
    <a:masterClrMapping/>
  </p:clrMapOvr>
  <p:transition spd="med">
    <p:fade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cosystem slide_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E3B3193-B1DF-C224-3DBD-4C0A6C027E1C}"/>
              </a:ext>
            </a:extLst>
          </p:cNvPr>
          <p:cNvSpPr/>
          <p:nvPr/>
        </p:nvSpPr>
        <p:spPr>
          <a:xfrm>
            <a:off x="0" y="0"/>
            <a:ext cx="12191996" cy="3152503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4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A81A6CC-24DE-F4D9-FD46-6177C1C5C99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FFFFFF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70A9A59-0B52-520C-D953-6DA56D34F16B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5BA46CA-687C-9392-24D2-EF8A86456A49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6C38C93-C20D-170E-D211-740FD7150A1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262917" y="1579369"/>
            <a:ext cx="5676220" cy="13292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16pt Reith Sans Regular. 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551073B-13C5-D2B0-4BAD-BD17B619CC15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4154503"/>
            <a:ext cx="2669581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96B0739-5B0E-8EFD-B83B-2E5F604B533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3750695"/>
            <a:ext cx="2669581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424CD6A-4E7C-3A73-4DB8-911A19F4E43B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272564" y="3750695"/>
            <a:ext cx="2669581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B0AB65E-D283-8DF3-2F80-CEC0BDA936F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245086" y="3750695"/>
            <a:ext cx="2669581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D793DAF-9749-8E4A-221C-E6CC1B289BE5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9217618" y="3750695"/>
            <a:ext cx="2669581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381A0A1-AF40-A0D9-71CE-10C0F8EEBBB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262917" y="4154503"/>
            <a:ext cx="2669581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7BB639D-7BBE-C7D3-29E1-7B75BAD1816A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244044" y="4154503"/>
            <a:ext cx="2669581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73A177F-3969-E86E-66B7-D22D2E89CC6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9212525" y="4154503"/>
            <a:ext cx="2669581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95692"/>
      </p:ext>
    </p:extLst>
  </p:cSld>
  <p:clrMapOvr>
    <a:masterClrMapping/>
  </p:clrMapOvr>
  <p:transition spd="med">
    <p:fade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cosystem slide_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9D67E9B-EE37-DE4A-448F-F7B511990FF5}"/>
              </a:ext>
            </a:extLst>
          </p:cNvPr>
          <p:cNvSpPr/>
          <p:nvPr/>
        </p:nvSpPr>
        <p:spPr>
          <a:xfrm>
            <a:off x="0" y="0"/>
            <a:ext cx="12191996" cy="3152503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4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F4FF266-B290-AE5C-DA1E-2D3683AC84D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FFFFFF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A7370C4-ECBB-159D-38B6-C251CF9A80A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CCB3951-6499-84A9-CD25-1799DA0554B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89E65A-9210-8E3A-D87B-E17FE8D7E64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262917" y="1579369"/>
            <a:ext cx="5676220" cy="13292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16pt Reith Sans Regular. 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297BC50-7BA6-808E-50B5-2834C123B25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10082" y="4154503"/>
            <a:ext cx="3701143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EF718C2-8BF2-6068-65FD-E148D1E76B7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10082" y="3750695"/>
            <a:ext cx="3701143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45CAF32-1995-BDA4-5F21-1741C3253381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249216" y="3750695"/>
            <a:ext cx="3701143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8E95D72-2967-3926-50CF-370643B10E0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180771" y="3750695"/>
            <a:ext cx="3701143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7604C8-1B6F-B1EC-D56D-76ED916C383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239560" y="4154503"/>
            <a:ext cx="3701143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63A6D14-CB86-7300-96F0-407F1AC4E60F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179728" y="4154503"/>
            <a:ext cx="3701143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79472"/>
      </p:ext>
    </p:extLst>
  </p:cSld>
  <p:clrMapOvr>
    <a:masterClrMapping/>
  </p:clrMapOvr>
  <p:transition spd="med">
    <p:fade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cosystem slide_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2B89C1D-17F9-BCC1-1707-00EE0253759E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94625-3E38-2C34-E6AE-26579BDFCF9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7EAE62-2AAC-68B5-03BD-BEF17FD79B6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C92746C-6409-CBDE-594B-474FB51A700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262917" y="1579369"/>
            <a:ext cx="5676220" cy="13292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16pt Reith Sans Regular. 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A28CE2B-AB72-F139-170A-01D19A3F153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10082" y="4154503"/>
            <a:ext cx="3701143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341369A-2815-8D55-779D-958E0AD8CEC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10082" y="3750695"/>
            <a:ext cx="3701143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80FF4B1-9385-E296-2681-8D530B50C2BF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249216" y="3750695"/>
            <a:ext cx="3701143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5958E9-A458-8D87-D788-5E0E93ACF9BE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180771" y="3750695"/>
            <a:ext cx="3701143" cy="3339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6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</a:lstStyle>
          <a:p>
            <a:pPr lvl="0"/>
            <a:r>
              <a:rPr lang="en-GB"/>
              <a:t>Body Header – 16pt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F03D65E-CEB5-A04A-E012-DF4A742C7DE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239560" y="4154503"/>
            <a:ext cx="3701143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94782E-4079-74D1-2A7F-6DBB29EAA6E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179728" y="4154503"/>
            <a:ext cx="3701143" cy="16578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85388"/>
      </p:ext>
    </p:extLst>
  </p:cSld>
  <p:clrMapOvr>
    <a:masterClrMapping/>
  </p:clrMapOvr>
  <p:transition spd="med">
    <p:fade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gital user journey_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50244E93-C9CD-B5A7-C121-7FF2FB02BB2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19FE7-467A-57A3-EE35-EB4F239371E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1808418" y="4540215"/>
            <a:ext cx="1990319" cy="10245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 Insert single line space between paragraphs.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35B4A0F-BE7C-5C2E-ED02-B6BAD630B78B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DF73025-3A40-982C-1068-58C1A4CC51AE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916FB2E-E415-A8FA-A1FB-73329A66126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1808418" y="1495766"/>
            <a:ext cx="1990319" cy="2857362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lang="en-GB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change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A6B27B0-4164-BA17-BD91-917BE76D673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5074380" y="4540215"/>
            <a:ext cx="1990319" cy="10245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 Insert single line space between paragraphs.</a:t>
            </a:r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015BE5C4-2CB1-02DA-F492-D583D545D64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5074380" y="1495766"/>
            <a:ext cx="1990319" cy="2857362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lang="en-GB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change image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950CFE7-6399-BCFD-91B2-0B07BDDCC2C9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340361" y="4540215"/>
            <a:ext cx="1990319" cy="10245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 Insert single line space between paragraphs.</a:t>
            </a:r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1C467BE-663F-8ECE-8865-A8CB053CEC2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340352" y="1495766"/>
            <a:ext cx="1990319" cy="2857362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lang="en-GB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3089547096"/>
      </p:ext>
    </p:extLst>
  </p:cSld>
  <p:clrMapOvr>
    <a:masterClrMapping/>
  </p:clrMapOvr>
  <p:transition spd="med">
    <p:fade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liverab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EA7A8E7-E700-2F1F-0A76-8A05FA03D5A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11591921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C6DF4-2A01-9652-068E-78D59168B55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503240" y="3171157"/>
            <a:ext cx="3270479" cy="17100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DEB18A7-50E4-24E8-B71A-BC5CD6D768D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850AB1-53D6-2E60-7A3E-C9A3A37F2CA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A3559F4-D9F8-18FA-43C7-9B10461C0F5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503240" y="1846219"/>
            <a:ext cx="1929448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  <a:lvl2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2pPr>
          </a:lstStyle>
          <a:p>
            <a:pPr lvl="0"/>
            <a:r>
              <a:rPr lang="en-GB"/>
              <a:t>Header </a:t>
            </a:r>
          </a:p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8E23AD5-18B6-1865-2A0D-A079055572F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2607356" y="1974747"/>
            <a:ext cx="1166362" cy="218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NET: £XXXk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A0A5BB1-3217-32C5-CA20-CF3FB7FA9491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2607356" y="2262426"/>
            <a:ext cx="1166362" cy="218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GROSS: £XXXk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B0902C8-CBE5-7A3C-9A39-858A8540542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501155" y="2848282"/>
            <a:ext cx="3270479" cy="2302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1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Leading the field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04AAC84-0F07-D788-5061-E6D488F3438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402641" y="3171157"/>
            <a:ext cx="3270479" cy="17100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B7591B-2D53-ECD0-9F78-2D39ED139915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402641" y="1846219"/>
            <a:ext cx="1929448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  <a:lvl2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2pPr>
          </a:lstStyle>
          <a:p>
            <a:pPr lvl="0"/>
            <a:r>
              <a:rPr lang="en-GB"/>
              <a:t>Header </a:t>
            </a:r>
          </a:p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D81AF55-5630-6EA4-33CA-04351277C17A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10506757" y="1974747"/>
            <a:ext cx="1166362" cy="218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NET: £XXXk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6238739-11B1-24AA-8E3A-23B5E97F7FE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10506757" y="2262426"/>
            <a:ext cx="1166362" cy="218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GROSS: £XXXk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631A9C4-EA11-F061-96A8-3E725D43CD6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400547" y="2848282"/>
            <a:ext cx="3270479" cy="2302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1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Leading the field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1231A0-4B0A-6B78-9147-C225720EFF1B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452935" y="3171157"/>
            <a:ext cx="3270479" cy="17100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6401224-AC18-83DC-65F7-62058CA2F27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452935" y="1846219"/>
            <a:ext cx="1929448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1pPr>
            <a:lvl2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2000" b="0" i="0" u="none" strike="noStrike" kern="0" cap="none" spc="0" baseline="0">
                <a:solidFill>
                  <a:srgbClr val="000000"/>
                </a:solidFill>
                <a:uFillTx/>
                <a:latin typeface="Georgia"/>
              </a:defRPr>
            </a:lvl2pPr>
          </a:lstStyle>
          <a:p>
            <a:pPr lvl="0"/>
            <a:r>
              <a:rPr lang="en-GB"/>
              <a:t>Header </a:t>
            </a:r>
          </a:p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7FB0D79-C906-EE48-F715-029E20536831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557052" y="1974747"/>
            <a:ext cx="1166362" cy="218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NET: £XXXk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F108CFA-3EB3-099A-05FB-FFEF8FE25FB9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557052" y="2262426"/>
            <a:ext cx="1166362" cy="2188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GROSS: £XXXk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57F1821-BB87-5CFA-9A9E-660EE919EFCF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450851" y="2848282"/>
            <a:ext cx="3270479" cy="2302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1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Leading the field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9664"/>
      </p:ext>
    </p:extLst>
  </p:cSld>
  <p:clrMapOvr>
    <a:masterClrMapping/>
  </p:clrMapOvr>
  <p:transition spd="med">
    <p:fade/>
  </p:transition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slide_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BAC9CC0-E888-741A-9483-C98C8EB1B9E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692655" y="889820"/>
            <a:ext cx="3393027" cy="4541852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lang="en-GB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change image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E3AB621-3103-FCC0-0FB2-105DB1EFCD5B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765179"/>
            <a:ext cx="5334682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864AB27-AB9D-CA2C-01B2-C3536B41AF3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1412876"/>
            <a:ext cx="5326160" cy="43120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 Insert single line space between paragraphs.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2450BDB-CE6D-8BD4-27D7-78C081B03ACB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78F5C3-A33F-44B0-4AD0-C3A94405A136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457E2D4C-F1C0-F00E-EF2A-63AE3595A8A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038514" y="2163817"/>
            <a:ext cx="1765203" cy="3561112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lang="en-GB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97475054"/>
      </p:ext>
    </p:extLst>
  </p:cSld>
  <p:clrMapOvr>
    <a:masterClrMapping/>
  </p:clrMapOvr>
  <p:transition spd="med">
    <p:fade/>
  </p:transition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slide_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A33055F-86BE-DDFA-4708-B9588A75199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05537" y="770775"/>
            <a:ext cx="11576377" cy="5219230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lang="en-GB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change image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803B2276-51B4-3571-E801-B6504A2DAAD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186568" y="1227618"/>
            <a:ext cx="3148215" cy="4214149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lang="en-GB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change image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B3CE150-0F93-862E-265E-D9FE382F2A6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07591" y="1088894"/>
            <a:ext cx="5130826" cy="6476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200" b="0" i="0" u="none" strike="noStrike" kern="0" cap="none" spc="0" baseline="0">
                <a:solidFill>
                  <a:srgbClr val="000000"/>
                </a:solidFill>
                <a:uFillTx/>
                <a:latin typeface="Georgia"/>
                <a:ea typeface="Arial Light" pitchFamily="34"/>
                <a:cs typeface="Arial Light" pitchFamily="34"/>
              </a:defRPr>
            </a:lvl1pPr>
          </a:lstStyle>
          <a:p>
            <a:pPr lvl="0"/>
            <a:r>
              <a:rPr lang="en-US"/>
              <a:t>Header – 32pt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A6354CB-466B-EAB7-BF7C-4FB0D0E638A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07591" y="1736591"/>
            <a:ext cx="5122633" cy="40325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Body copy in 12pt Reith Sans Regular.  Insert single line space between paragraphs.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3874574-4EBA-C276-1C3D-F600CEB3A33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6070491"/>
            <a:ext cx="11601971" cy="23028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8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SOURCE: Arial – 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A873CEA-FE21-69D8-5F5A-F23A4EFC7B4C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00042" y="277904"/>
            <a:ext cx="11581881" cy="3177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000" b="0" i="0" u="none" strike="noStrike" kern="0" cap="none" spc="0" baseline="0">
                <a:solidFill>
                  <a:srgbClr val="AFB2B4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BRIEF ‘EYEBROW’ TEXT GOES HERE – 10pt ALL CAPS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23E83B9-1BE2-835A-83D4-2E9CF6C12BE6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532427" y="2430850"/>
            <a:ext cx="1637845" cy="3304175"/>
          </a:xfrm>
          <a:prstGeom prst="rect">
            <a:avLst/>
          </a:prstGeom>
          <a:solidFill>
            <a:srgbClr val="AFB2B4"/>
          </a:solidFill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lang="en-GB" sz="1400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r>
              <a:rPr lang="en-GB"/>
              <a:t>Click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2909015230"/>
      </p:ext>
    </p:extLst>
  </p:cSld>
  <p:clrMapOvr>
    <a:masterClrMapping/>
  </p:clrMapOvr>
  <p:transition spd="med">
    <p:fade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D8226E55-01AD-24AA-03D2-995329F58526}"/>
              </a:ext>
            </a:extLst>
          </p:cNvPr>
          <p:cNvSpPr/>
          <p:nvPr/>
        </p:nvSpPr>
        <p:spPr>
          <a:xfrm>
            <a:off x="0" y="2852059"/>
            <a:ext cx="12191996" cy="400594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F550DDF7-9C84-5B12-7F58-42209EBBB11A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335603" y="2453271"/>
            <a:ext cx="3775484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7BF71935-3103-D324-2988-3247273F216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201357" y="2453271"/>
            <a:ext cx="3775484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6FFB2852-86E2-7019-A063-D6706AB312B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074545" y="2453271"/>
            <a:ext cx="3775484" cy="22420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6320E-4951-3BD3-D36C-EBABBC0908B8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5EF03F6-4AEB-4039-BA3F-AE4D14C35AB3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2FC7071-156E-A911-0887-BF1BA7647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290550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327539781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66A80C5E-9FA2-385F-A32D-87BC4375EBA5}"/>
              </a:ext>
            </a:extLst>
          </p:cNvPr>
          <p:cNvSpPr/>
          <p:nvPr/>
        </p:nvSpPr>
        <p:spPr>
          <a:xfrm>
            <a:off x="0" y="2388001"/>
            <a:ext cx="12191996" cy="4469998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525B6F0-3FDA-87DB-89C0-9202039869E4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9B3B6F-0BBE-4E69-8388-1FBF8649FD61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86EA33AF-5409-7BF5-D6A0-208BC12CFE39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2009329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1C8B94F6-04B8-022E-C2C2-7237BBFBDB2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2535073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131CE4C3-35CF-4D9B-CE27-2649C409324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0"/>
            <a:ext cx="2350803" cy="186225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1EF81E7-7288-38B4-C0AB-29D5B4110113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3720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0965D0A4-D478-5F1B-2216-5B43F70F306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613846" y="5032949"/>
            <a:ext cx="2350803" cy="18250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2243EB-4AF3-63DC-4069-E1E452665A2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149419" y="4507196"/>
            <a:ext cx="2350803" cy="2350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1284"/>
      </p:ext>
    </p:extLst>
  </p:cSld>
  <p:clrMapOvr>
    <a:masterClrMapping/>
  </p:clrMapOvr>
  <p:hf sldNum="0" hdr="0" ftr="0" dt="0"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3F2A2135-CEBC-53F5-9544-AD4937E3E632}"/>
              </a:ext>
            </a:extLst>
          </p:cNvPr>
          <p:cNvSpPr/>
          <p:nvPr/>
        </p:nvSpPr>
        <p:spPr>
          <a:xfrm>
            <a:off x="0" y="0"/>
            <a:ext cx="12204240" cy="6858000"/>
          </a:xfrm>
          <a:prstGeom prst="rect">
            <a:avLst/>
          </a:prstGeom>
          <a:solidFill>
            <a:srgbClr val="EDE8E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D82F024-6789-46C8-8C1D-7C169F711390}"/>
              </a:ext>
            </a:extLst>
          </p:cNvPr>
          <p:cNvSpPr/>
          <p:nvPr/>
        </p:nvSpPr>
        <p:spPr>
          <a:xfrm>
            <a:off x="326440" y="1985537"/>
            <a:ext cx="11542471" cy="2707584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Picture 21" descr="A white background with a black and white image&#10;&#10;AI-generated content may be incorrect.">
            <a:extLst>
              <a:ext uri="{FF2B5EF4-FFF2-40B4-BE49-F238E27FC236}">
                <a16:creationId xmlns:a16="http://schemas.microsoft.com/office/drawing/2014/main" id="{D45130CF-4224-1095-3618-C4A9C2474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181" y="3082323"/>
            <a:ext cx="4383313" cy="13207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6D26AB73-F90B-977A-9E00-0F37E0D3C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06866" y="167271"/>
            <a:ext cx="4597383" cy="66907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1584A54-167F-1A67-0D48-64C991671107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8450528" y="405801"/>
            <a:ext cx="2264036" cy="49155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7101805-B162-F362-EBBA-D1C6EA1C0DA5}"/>
              </a:ext>
            </a:extLst>
          </p:cNvPr>
          <p:cNvSpPr/>
          <p:nvPr/>
        </p:nvSpPr>
        <p:spPr>
          <a:xfrm>
            <a:off x="326440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3A56C905-0B8D-7B87-A175-1F17B8F2A2FA}"/>
              </a:ext>
            </a:extLst>
          </p:cNvPr>
          <p:cNvSpPr/>
          <p:nvPr/>
        </p:nvSpPr>
        <p:spPr>
          <a:xfrm>
            <a:off x="2257873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C2F0A5B2-2155-EDCA-C14B-1F85626EE9B4}"/>
              </a:ext>
            </a:extLst>
          </p:cNvPr>
          <p:cNvSpPr/>
          <p:nvPr/>
        </p:nvSpPr>
        <p:spPr>
          <a:xfrm>
            <a:off x="4198641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989CC721-BD53-0A65-423D-2FE4332FB868}"/>
              </a:ext>
            </a:extLst>
          </p:cNvPr>
          <p:cNvSpPr/>
          <p:nvPr/>
        </p:nvSpPr>
        <p:spPr>
          <a:xfrm>
            <a:off x="6139409" y="4814882"/>
            <a:ext cx="1847590" cy="1202399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04AD2E-413E-7085-EDA5-53E451CD9470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8955174-1444-4A97-A7B2-A019969B7413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9553438"/>
      </p:ext>
    </p:extLst>
  </p:cSld>
  <p:clrMapOvr>
    <a:masterClrMapping/>
  </p:clrMapOvr>
  <p:hf sldNum="0" hdr="0" ftr="0" dt="0"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7C3CBC0C-1BB8-40E5-34FF-4E2B23998823}"/>
              </a:ext>
            </a:extLst>
          </p:cNvPr>
          <p:cNvSpPr/>
          <p:nvPr/>
        </p:nvSpPr>
        <p:spPr>
          <a:xfrm>
            <a:off x="0" y="3429000"/>
            <a:ext cx="12191996" cy="342900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D5DF558E-8DDA-31C7-BE7C-AF73E4781484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6785460" y="284954"/>
            <a:ext cx="5093107" cy="62711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9E1F69E-006C-78DF-4961-7CAD1FDEB477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1A552D3-302C-4911-BC06-8CEC29FC9A4D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7624320"/>
      </p:ext>
    </p:extLst>
  </p:cSld>
  <p:clrMapOvr>
    <a:masterClrMapping/>
  </p:clrMapOvr>
  <p:hf sldNum="0" hdr="0" ftr="0" dt="0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3A2CE-1100-5414-4612-A71E6C03FBAC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fld id="{13BE0F51-F39F-4DDF-A0C8-31964199E9C5}" type="datetime1">
              <a:rPr lang="en-US"/>
              <a:pPr lvl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894AE-0833-CBD5-8158-F08A72B9A2D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50B25-C5F3-D093-2DB1-08BBB86555D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fld id="{5EC649A7-0827-4734-84D1-F8CD17BB68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0673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A7939DC-F7EB-8088-8179-F34E222070E9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7F3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C2F94D-2F57-A16A-9A95-0BCD3564533F}"/>
              </a:ext>
            </a:extLst>
          </p:cNvPr>
          <p:cNvSpPr/>
          <p:nvPr/>
        </p:nvSpPr>
        <p:spPr>
          <a:xfrm>
            <a:off x="4521095" y="0"/>
            <a:ext cx="2486829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9E1FD-B09D-797F-9AFA-981B2C7AB09C}"/>
              </a:ext>
            </a:extLst>
          </p:cNvPr>
          <p:cNvSpPr/>
          <p:nvPr/>
        </p:nvSpPr>
        <p:spPr>
          <a:xfrm>
            <a:off x="7101925" y="0"/>
            <a:ext cx="2486829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290F7E-E3F7-C3D9-5841-4E824CA71FD8}"/>
              </a:ext>
            </a:extLst>
          </p:cNvPr>
          <p:cNvSpPr/>
          <p:nvPr/>
        </p:nvSpPr>
        <p:spPr>
          <a:xfrm>
            <a:off x="9682755" y="0"/>
            <a:ext cx="2486829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D81BA4F3-2CE6-8D13-8758-9ABE411DD576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48494A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Commercial Offer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7DA3153-3ACB-7AE0-3C0D-44C0578D94AB}"/>
              </a:ext>
            </a:extLst>
          </p:cNvPr>
          <p:cNvSpPr txBox="1"/>
          <p:nvPr/>
        </p:nvSpPr>
        <p:spPr>
          <a:xfrm rot="16200004">
            <a:off x="6850959" y="2292566"/>
            <a:ext cx="4819802" cy="6155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000" b="0" i="0" u="none" strike="noStrike" kern="1200" cap="none" spc="0" baseline="0">
                <a:solidFill>
                  <a:srgbClr val="EDE8E3"/>
                </a:solidFill>
                <a:uFillTx/>
                <a:latin typeface="Arial Light" pitchFamily="34"/>
                <a:ea typeface="Arial Light" pitchFamily="34"/>
                <a:cs typeface="Arial Light" pitchFamily="34"/>
              </a:rPr>
              <a:t>Editorial Alignment</a:t>
            </a:r>
            <a:endParaRPr lang="en-US" sz="4000" b="0" i="0" u="none" strike="noStrike" kern="1200" cap="none" spc="0" baseline="0">
              <a:solidFill>
                <a:srgbClr val="EDE8E3"/>
              </a:solidFill>
              <a:uFillTx/>
              <a:latin typeface="Arial Light" pitchFamily="34"/>
              <a:ea typeface="Arial Light" pitchFamily="34"/>
              <a:cs typeface="Arial Light" pitchFamily="34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15DD36B-312F-31D8-73A7-5B7A59FBE2E5}"/>
              </a:ext>
            </a:extLst>
          </p:cNvPr>
          <p:cNvSpPr txBox="1"/>
          <p:nvPr/>
        </p:nvSpPr>
        <p:spPr>
          <a:xfrm rot="16200004">
            <a:off x="9459751" y="2292566"/>
            <a:ext cx="4819802" cy="6155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000" b="0" i="0" u="none" strike="noStrike" kern="1200" cap="none" spc="0" baseline="0">
                <a:solidFill>
                  <a:srgbClr val="EDE8E3"/>
                </a:solidFill>
                <a:uFillTx/>
                <a:latin typeface="Arial Light" pitchFamily="34"/>
                <a:ea typeface="Arial Light" pitchFamily="34"/>
                <a:cs typeface="Arial Light" pitchFamily="34"/>
              </a:rPr>
              <a:t>Branded Content</a:t>
            </a:r>
            <a:endParaRPr lang="en-US" sz="4000" b="0" i="0" u="none" strike="noStrike" kern="1200" cap="none" spc="0" baseline="0">
              <a:solidFill>
                <a:srgbClr val="EDE8E3"/>
              </a:solidFill>
              <a:uFillTx/>
              <a:latin typeface="Arial Light" pitchFamily="34"/>
              <a:ea typeface="Arial Light" pitchFamily="34"/>
              <a:cs typeface="Arial Light" pitchFamily="34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06418DD1-BD00-ED24-0570-038A72D2F663}"/>
              </a:ext>
            </a:extLst>
          </p:cNvPr>
          <p:cNvSpPr txBox="1"/>
          <p:nvPr/>
        </p:nvSpPr>
        <p:spPr>
          <a:xfrm rot="16200004">
            <a:off x="4293281" y="2292566"/>
            <a:ext cx="4819802" cy="6155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000" b="0" i="0" u="none" strike="noStrike" kern="1200" cap="none" spc="0" baseline="0">
                <a:solidFill>
                  <a:srgbClr val="EDE8E3"/>
                </a:solidFill>
                <a:uFillTx/>
                <a:latin typeface="Arial Light" pitchFamily="34"/>
                <a:ea typeface="Arial Light" pitchFamily="34"/>
                <a:cs typeface="Arial Light" pitchFamily="34"/>
              </a:rPr>
              <a:t>Media Distribution</a:t>
            </a:r>
            <a:endParaRPr lang="en-US" sz="4000" b="0" i="0" u="none" strike="noStrike" kern="1200" cap="none" spc="0" baseline="0">
              <a:solidFill>
                <a:srgbClr val="EDE8E3"/>
              </a:solidFill>
              <a:uFillTx/>
              <a:latin typeface="Arial Light" pitchFamily="34"/>
              <a:ea typeface="Arial Light" pitchFamily="34"/>
              <a:cs typeface="Arial Light" pitchFamily="34"/>
            </a:endParaRP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1CAE986F-D939-4C89-1FDE-ABB5BF5FB4C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763868" y="236619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6EB83ED5-7118-A8F9-2D28-4C1A37E27CB1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763868" y="1841034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45B8A9FE-B89D-665E-4917-53071718144E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4763868" y="3413930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4263238-BDCF-519C-8404-F42F7CE16CFB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86989" y="236619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375C1E6A-ACBE-3888-F301-3BACC5882EDF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86989" y="1841034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788B13-5D6A-B298-B9BE-01C8AFB83F62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7386989" y="3413930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72854BE-75F0-50FD-A847-16EBF3F2C8D5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82413" y="236619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E1AF0E0C-AC59-BD58-0EF6-6F3ED99E7210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82413" y="1841034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5B0ED810-EF65-CC79-EF7F-44BD09E7654D}"/>
              </a:ext>
            </a:extLst>
          </p:cNvPr>
          <p:cNvSpPr txBox="1">
            <a:spLocks noGrp="1"/>
          </p:cNvSpPr>
          <p:nvPr>
            <p:ph type="pic" sz="quarter" idx="4294967295"/>
          </p:nvPr>
        </p:nvSpPr>
        <p:spPr>
          <a:xfrm>
            <a:off x="9982413" y="3413930"/>
            <a:ext cx="1455249" cy="1455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457190" marR="0" lvl="0" indent="-457190" fontAlgn="auto">
              <a:lnSpc>
                <a:spcPct val="100000"/>
              </a:lnSpc>
              <a:spcAft>
                <a:spcPts val="0"/>
              </a:spcAft>
              <a:buSzPct val="100000"/>
              <a:tabLst/>
              <a:defRPr lang="en-US" sz="4267" b="0" i="0" u="none" strike="noStrike" kern="0" cap="none" spc="0" baseline="0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4AD961F-0E59-F68E-F138-F60399980D84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796BBF8-73BD-4B93-B090-073599F65DE6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3952204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3097160"/>
            <a:ext cx="12192000" cy="3760839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6410E9D2-D07A-E868-6B87-43CBAB2698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5464" y="284952"/>
            <a:ext cx="5093109" cy="62711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67327632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BB13D4-1D70-418E-834D-2E838D57E932}"/>
              </a:ext>
            </a:extLst>
          </p:cNvPr>
          <p:cNvSpPr/>
          <p:nvPr userDrawn="1"/>
        </p:nvSpPr>
        <p:spPr>
          <a:xfrm>
            <a:off x="1" y="2209800"/>
            <a:ext cx="12192000" cy="4648199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6410E9D2-D07A-E868-6B87-43CBAB2698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5464" y="284952"/>
            <a:ext cx="5093109" cy="62711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397439930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3429000"/>
            <a:ext cx="12192000" cy="3428999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6410E9D2-D07A-E868-6B87-43CBAB2698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5464" y="284952"/>
            <a:ext cx="5093109" cy="62711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09100262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3429000"/>
            <a:ext cx="12192000" cy="3428999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6410E9D2-D07A-E868-6B87-43CBAB2698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5464" y="284952"/>
            <a:ext cx="5093109" cy="62711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42509407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3E8900-3BEB-0DA8-02AD-CEF0D61966A0}"/>
              </a:ext>
            </a:extLst>
          </p:cNvPr>
          <p:cNvSpPr/>
          <p:nvPr userDrawn="1"/>
        </p:nvSpPr>
        <p:spPr>
          <a:xfrm>
            <a:off x="1" y="2113280"/>
            <a:ext cx="12192000" cy="4744719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4CF79AE-2AE2-5273-BDB8-05D68015DA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3695" y="284952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528116F6-41EF-7705-0BBF-D798A5AEAC2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78460" y="3542793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7AF64E23-B302-7962-AF94-91AF755FE93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63695" y="3542793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2330DC65-8A99-BACE-D41C-7F4A9D7CD9A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81657" y="284952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57437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3097160"/>
            <a:ext cx="12192000" cy="3760839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7405357C-01BE-F2C3-A90C-11B2F7F85F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7978" y="1805797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BE9FCF73-55CB-C5C7-6ACA-DCA4F09DB6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12398" y="2419114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3C86CCB-F1A2-2298-5033-3AE2196D77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12398" y="924851"/>
            <a:ext cx="1358958" cy="135895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333A5CF-B7A1-3EFF-1EA3-D3652F4E567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40437" y="4292518"/>
            <a:ext cx="1358958" cy="135895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6E3F2C4-182D-3FCC-F138-F30172E69D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6409613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98238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7405357C-01BE-F2C3-A90C-11B2F7F85F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7978" y="1805797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BE9FCF73-55CB-C5C7-6ACA-DCA4F09DB6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12398" y="2419114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3C86CCB-F1A2-2298-5033-3AE2196D77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12398" y="924851"/>
            <a:ext cx="1358958" cy="135895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333A5CF-B7A1-3EFF-1EA3-D3652F4E567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40437" y="4292518"/>
            <a:ext cx="1358958" cy="135895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6E3F2C4-182D-3FCC-F138-F30172E69D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6409613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8009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2388004"/>
            <a:ext cx="12192000" cy="4469996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7405357C-01BE-F2C3-A90C-11B2F7F85F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9422" y="2009327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BE9FCF73-55CB-C5C7-6ACA-DCA4F09DB6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13842" y="2535077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8218AB1F-19EC-8915-D4CE-4DBE4A1D044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49422" y="0"/>
            <a:ext cx="2350800" cy="1862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EBB4CB2-E23F-F8A7-4C54-98984408A3F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13842" y="37204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1E10CBAC-EC1A-70EF-CC40-01173FB67F1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13842" y="5032950"/>
            <a:ext cx="2350800" cy="18250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864D877-712F-6C7D-CDAD-AAD8BDF1F01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49422" y="4507200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73F6FDC-24B2-CD55-B5DF-37854941FD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5304415" y="336071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07707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2632668"/>
            <a:ext cx="12192000" cy="4225332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7405357C-01BE-F2C3-A90C-11B2F7F85F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9422" y="2009327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BE9FCF73-55CB-C5C7-6ACA-DCA4F09DB6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13842" y="2535077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8218AB1F-19EC-8915-D4CE-4DBE4A1D044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49422" y="0"/>
            <a:ext cx="2350800" cy="1862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EBB4CB2-E23F-F8A7-4C54-98984408A3F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13842" y="37204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1E10CBAC-EC1A-70EF-CC40-01173FB67F1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13842" y="5032950"/>
            <a:ext cx="2350800" cy="18250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864D877-712F-6C7D-CDAD-AAD8BDF1F01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49422" y="4507200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73F6FDC-24B2-CD55-B5DF-37854941FD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5304415" y="336071"/>
            <a:ext cx="1583170" cy="1941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8A6892-62EB-A6D3-F732-5770EC08AF7C}"/>
              </a:ext>
            </a:extLst>
          </p:cNvPr>
          <p:cNvSpPr/>
          <p:nvPr userDrawn="1"/>
        </p:nvSpPr>
        <p:spPr>
          <a:xfrm>
            <a:off x="333294" y="2882765"/>
            <a:ext cx="1517807" cy="1696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AE0DD-3A0A-F9D7-835C-BC33F9393830}"/>
              </a:ext>
            </a:extLst>
          </p:cNvPr>
          <p:cNvSpPr/>
          <p:nvPr userDrawn="1"/>
        </p:nvSpPr>
        <p:spPr>
          <a:xfrm>
            <a:off x="1950338" y="2882765"/>
            <a:ext cx="1517807" cy="1696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3ACE5B-0DE0-5BE6-CF2D-F4974827FD18}"/>
              </a:ext>
            </a:extLst>
          </p:cNvPr>
          <p:cNvSpPr/>
          <p:nvPr userDrawn="1"/>
        </p:nvSpPr>
        <p:spPr>
          <a:xfrm>
            <a:off x="3557757" y="2882765"/>
            <a:ext cx="1517807" cy="1696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1275BE-C961-C73F-37E0-7ECC311CB37D}"/>
              </a:ext>
            </a:extLst>
          </p:cNvPr>
          <p:cNvSpPr/>
          <p:nvPr userDrawn="1"/>
        </p:nvSpPr>
        <p:spPr>
          <a:xfrm>
            <a:off x="5164540" y="2882765"/>
            <a:ext cx="1517807" cy="1696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7909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3048000"/>
            <a:ext cx="12192000" cy="3809999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7405357C-01BE-F2C3-A90C-11B2F7F85F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9422" y="2009327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BE9FCF73-55CB-C5C7-6ACA-DCA4F09DB6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13842" y="2535077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8218AB1F-19EC-8915-D4CE-4DBE4A1D044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49422" y="0"/>
            <a:ext cx="2350800" cy="1862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EBB4CB2-E23F-F8A7-4C54-98984408A3F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13842" y="37204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1E10CBAC-EC1A-70EF-CC40-01173FB67F1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13842" y="5032950"/>
            <a:ext cx="2350800" cy="18250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864D877-712F-6C7D-CDAD-AAD8BDF1F01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49422" y="4507200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73F6FDC-24B2-CD55-B5DF-37854941FD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5304415" y="336071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59684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2388004"/>
            <a:ext cx="12192000" cy="4469996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466027714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0" y="2389413"/>
            <a:ext cx="12192000" cy="4469996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36" name="Picture Placeholder 21">
            <a:extLst>
              <a:ext uri="{FF2B5EF4-FFF2-40B4-BE49-F238E27FC236}">
                <a16:creationId xmlns:a16="http://schemas.microsoft.com/office/drawing/2014/main" id="{ABAFDE47-202D-0686-DE4E-08B69289FD2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0592" y="-1409"/>
            <a:ext cx="991881" cy="12242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6" name="Picture Placeholder 54">
            <a:extLst>
              <a:ext uri="{FF2B5EF4-FFF2-40B4-BE49-F238E27FC236}">
                <a16:creationId xmlns:a16="http://schemas.microsoft.com/office/drawing/2014/main" id="{C03EAB8B-383D-CA41-0C53-F54AE7D2B56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877050" y="1304925"/>
            <a:ext cx="2064431" cy="13749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8" name="Picture Placeholder 54">
            <a:extLst>
              <a:ext uri="{FF2B5EF4-FFF2-40B4-BE49-F238E27FC236}">
                <a16:creationId xmlns:a16="http://schemas.microsoft.com/office/drawing/2014/main" id="{0AD01F4F-0F17-E53A-8762-ADB7DD41A58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043780" y="1304925"/>
            <a:ext cx="2064431" cy="13749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9" name="Picture Placeholder 54">
            <a:extLst>
              <a:ext uri="{FF2B5EF4-FFF2-40B4-BE49-F238E27FC236}">
                <a16:creationId xmlns:a16="http://schemas.microsoft.com/office/drawing/2014/main" id="{06FE5B8F-EA70-B685-7164-27BE38D983D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126694" y="-1"/>
            <a:ext cx="2074822" cy="12088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0" name="Picture Placeholder 54">
            <a:extLst>
              <a:ext uri="{FF2B5EF4-FFF2-40B4-BE49-F238E27FC236}">
                <a16:creationId xmlns:a16="http://schemas.microsoft.com/office/drawing/2014/main" id="{E74E7D3E-5D74-BA06-EB3E-EE3C2C1483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866660" y="-1"/>
            <a:ext cx="2074822" cy="12088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1" name="Picture Placeholder 54">
            <a:extLst>
              <a:ext uri="{FF2B5EF4-FFF2-40B4-BE49-F238E27FC236}">
                <a16:creationId xmlns:a16="http://schemas.microsoft.com/office/drawing/2014/main" id="{C36F4983-E17D-BEF1-F012-0C009035E68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959963" y="2782956"/>
            <a:ext cx="2074822" cy="13579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2" name="Picture Placeholder 54">
            <a:extLst>
              <a:ext uri="{FF2B5EF4-FFF2-40B4-BE49-F238E27FC236}">
                <a16:creationId xmlns:a16="http://schemas.microsoft.com/office/drawing/2014/main" id="{657E3886-975B-0550-1982-793D8F83721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866659" y="4273824"/>
            <a:ext cx="2074822" cy="13579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3" name="Picture Placeholder 54">
            <a:extLst>
              <a:ext uri="{FF2B5EF4-FFF2-40B4-BE49-F238E27FC236}">
                <a16:creationId xmlns:a16="http://schemas.microsoft.com/office/drawing/2014/main" id="{0DE925C2-5D37-7365-8B68-E656E519E43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10126694" y="4273824"/>
            <a:ext cx="2074822" cy="13579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4" name="Picture Placeholder 54">
            <a:extLst>
              <a:ext uri="{FF2B5EF4-FFF2-40B4-BE49-F238E27FC236}">
                <a16:creationId xmlns:a16="http://schemas.microsoft.com/office/drawing/2014/main" id="{B379DB66-19D5-4317-9FF2-C8485C3E71A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866660" y="5764695"/>
            <a:ext cx="2074822" cy="109330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5" name="Picture Placeholder 54">
            <a:extLst>
              <a:ext uri="{FF2B5EF4-FFF2-40B4-BE49-F238E27FC236}">
                <a16:creationId xmlns:a16="http://schemas.microsoft.com/office/drawing/2014/main" id="{8E701CD5-C986-D749-8895-7E892692978C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043330" y="5764695"/>
            <a:ext cx="2064431" cy="109330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6" name="Picture Placeholder 21">
            <a:extLst>
              <a:ext uri="{FF2B5EF4-FFF2-40B4-BE49-F238E27FC236}">
                <a16:creationId xmlns:a16="http://schemas.microsoft.com/office/drawing/2014/main" id="{CA33963B-7DBE-1F3F-01C2-6A469EEA1F8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200120" y="1290677"/>
            <a:ext cx="999083" cy="13891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7" name="Picture Placeholder 21">
            <a:extLst>
              <a:ext uri="{FF2B5EF4-FFF2-40B4-BE49-F238E27FC236}">
                <a16:creationId xmlns:a16="http://schemas.microsoft.com/office/drawing/2014/main" id="{B5A0F657-1538-E970-1FB6-660FB0A51EF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200120" y="2761668"/>
            <a:ext cx="999083" cy="13891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8" name="Picture Placeholder 21">
            <a:extLst>
              <a:ext uri="{FF2B5EF4-FFF2-40B4-BE49-F238E27FC236}">
                <a16:creationId xmlns:a16="http://schemas.microsoft.com/office/drawing/2014/main" id="{00C9D951-4D26-29E1-10BE-B8DDE87A957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106816" y="2761668"/>
            <a:ext cx="999083" cy="13891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9" name="Picture Placeholder 21">
            <a:extLst>
              <a:ext uri="{FF2B5EF4-FFF2-40B4-BE49-F238E27FC236}">
                <a16:creationId xmlns:a16="http://schemas.microsoft.com/office/drawing/2014/main" id="{7D9D22D6-9961-EDF5-5345-99916799E9A5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856721" y="2761668"/>
            <a:ext cx="999083" cy="13891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0" name="Picture Placeholder 21">
            <a:extLst>
              <a:ext uri="{FF2B5EF4-FFF2-40B4-BE49-F238E27FC236}">
                <a16:creationId xmlns:a16="http://schemas.microsoft.com/office/drawing/2014/main" id="{00FE9C69-48E4-01CE-F1B5-82457AC4E56D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9033390" y="4273822"/>
            <a:ext cx="999083" cy="13579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1">
            <a:extLst>
              <a:ext uri="{FF2B5EF4-FFF2-40B4-BE49-F238E27FC236}">
                <a16:creationId xmlns:a16="http://schemas.microsoft.com/office/drawing/2014/main" id="{C46F1C6E-2BD2-1346-7B18-1189BA2B46A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1210061" y="5754756"/>
            <a:ext cx="981940" cy="11032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66906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3097160"/>
            <a:ext cx="12192000" cy="3760839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CEE582-D456-8210-EB4B-D1FEAEDB002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1FF9A-CA72-E0AA-C3C7-86E7CFB26E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69578" cy="684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8617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433979-CCC1-2DE0-7A33-B378BE25D67C}"/>
              </a:ext>
            </a:extLst>
          </p:cNvPr>
          <p:cNvSpPr/>
          <p:nvPr userDrawn="1"/>
        </p:nvSpPr>
        <p:spPr>
          <a:xfrm>
            <a:off x="-1" y="0"/>
            <a:ext cx="12204243" cy="6858000"/>
          </a:xfrm>
          <a:prstGeom prst="rect">
            <a:avLst/>
          </a:prstGeom>
          <a:solidFill>
            <a:srgbClr val="ED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4B1593-401F-12F5-9AB4-976552A50755}"/>
              </a:ext>
            </a:extLst>
          </p:cNvPr>
          <p:cNvSpPr/>
          <p:nvPr userDrawn="1"/>
        </p:nvSpPr>
        <p:spPr>
          <a:xfrm>
            <a:off x="5810006" y="4106786"/>
            <a:ext cx="6381994" cy="1795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FE119-59E8-C5A7-8AC1-6FAE56CC95CF}"/>
              </a:ext>
            </a:extLst>
          </p:cNvPr>
          <p:cNvSpPr/>
          <p:nvPr userDrawn="1"/>
        </p:nvSpPr>
        <p:spPr>
          <a:xfrm>
            <a:off x="0" y="2210423"/>
            <a:ext cx="3158835" cy="36923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A38DA-7983-D9D3-8622-431DE1ABB7E3}"/>
              </a:ext>
            </a:extLst>
          </p:cNvPr>
          <p:cNvSpPr/>
          <p:nvPr userDrawn="1"/>
        </p:nvSpPr>
        <p:spPr>
          <a:xfrm>
            <a:off x="3234001" y="2210423"/>
            <a:ext cx="2500839" cy="3692333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77B601-EEE2-1BCD-A371-29826FBA4337}"/>
              </a:ext>
            </a:extLst>
          </p:cNvPr>
          <p:cNvSpPr/>
          <p:nvPr userDrawn="1"/>
        </p:nvSpPr>
        <p:spPr>
          <a:xfrm>
            <a:off x="5810006" y="2210423"/>
            <a:ext cx="6381994" cy="1795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CE685BD2-2C50-AC9E-347C-661CF14C41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06862" y="167268"/>
            <a:ext cx="4597381" cy="6690732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6E1402-F609-BE4A-93E0-295E8C543D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50529" y="405799"/>
            <a:ext cx="2264038" cy="4915501"/>
          </a:xfrm>
          <a:prstGeom prst="roundRect">
            <a:avLst>
              <a:gd name="adj" fmla="val 11613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A2F9FE-E9E6-722C-6E4C-5EBD1CAC7AFB}"/>
              </a:ext>
            </a:extLst>
          </p:cNvPr>
          <p:cNvSpPr/>
          <p:nvPr userDrawn="1"/>
        </p:nvSpPr>
        <p:spPr>
          <a:xfrm>
            <a:off x="326439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E569A8-CFA2-0970-E5F1-C6E8296E2A5B}"/>
              </a:ext>
            </a:extLst>
          </p:cNvPr>
          <p:cNvSpPr/>
          <p:nvPr userDrawn="1"/>
        </p:nvSpPr>
        <p:spPr>
          <a:xfrm>
            <a:off x="1547727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F46D8B5-4758-EA53-35EF-1865D42B46ED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2594835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433979-CCC1-2DE0-7A33-B378BE25D67C}"/>
              </a:ext>
            </a:extLst>
          </p:cNvPr>
          <p:cNvSpPr/>
          <p:nvPr userDrawn="1"/>
        </p:nvSpPr>
        <p:spPr>
          <a:xfrm>
            <a:off x="-1" y="0"/>
            <a:ext cx="12204243" cy="6858000"/>
          </a:xfrm>
          <a:prstGeom prst="rect">
            <a:avLst/>
          </a:prstGeom>
          <a:solidFill>
            <a:srgbClr val="ED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77B601-EEE2-1BCD-A371-29826FBA4337}"/>
              </a:ext>
            </a:extLst>
          </p:cNvPr>
          <p:cNvSpPr/>
          <p:nvPr userDrawn="1"/>
        </p:nvSpPr>
        <p:spPr>
          <a:xfrm>
            <a:off x="326439" y="1985533"/>
            <a:ext cx="11542474" cy="27075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2" name="Picture 21" descr="A white background with a black and white image&#10;&#10;AI-generated content may be incorrect.">
            <a:extLst>
              <a:ext uri="{FF2B5EF4-FFF2-40B4-BE49-F238E27FC236}">
                <a16:creationId xmlns:a16="http://schemas.microsoft.com/office/drawing/2014/main" id="{9ADCC4BB-42EC-D1F8-82F5-7D87E03ADD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0180" y="3082322"/>
            <a:ext cx="4383314" cy="1320726"/>
          </a:xfrm>
          <a:prstGeom prst="rect">
            <a:avLst/>
          </a:prstGeom>
        </p:spPr>
      </p:pic>
      <p:pic>
        <p:nvPicPr>
          <p:cNvPr id="2" name="Picture 1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CE685BD2-2C50-AC9E-347C-661CF14C41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06862" y="167268"/>
            <a:ext cx="4597381" cy="6690732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6E1402-F609-BE4A-93E0-295E8C543D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50529" y="405799"/>
            <a:ext cx="2264038" cy="4915501"/>
          </a:xfrm>
          <a:prstGeom prst="roundRect">
            <a:avLst>
              <a:gd name="adj" fmla="val 11613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A2F9FE-E9E6-722C-6E4C-5EBD1CAC7AFB}"/>
              </a:ext>
            </a:extLst>
          </p:cNvPr>
          <p:cNvSpPr/>
          <p:nvPr userDrawn="1"/>
        </p:nvSpPr>
        <p:spPr>
          <a:xfrm>
            <a:off x="326439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E569A8-CFA2-0970-E5F1-C6E8296E2A5B}"/>
              </a:ext>
            </a:extLst>
          </p:cNvPr>
          <p:cNvSpPr/>
          <p:nvPr userDrawn="1"/>
        </p:nvSpPr>
        <p:spPr>
          <a:xfrm>
            <a:off x="1547727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0785A-350A-F51D-A82C-C833BF6A828B}"/>
              </a:ext>
            </a:extLst>
          </p:cNvPr>
          <p:cNvSpPr>
            <a:spLocks noChangeAspect="1"/>
          </p:cNvSpPr>
          <p:nvPr userDrawn="1"/>
        </p:nvSpPr>
        <p:spPr>
          <a:xfrm>
            <a:off x="326439" y="4814882"/>
            <a:ext cx="1847594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FB5F27-2DCD-05E9-7420-4BF943879F0B}"/>
              </a:ext>
            </a:extLst>
          </p:cNvPr>
          <p:cNvSpPr>
            <a:spLocks noChangeAspect="1"/>
          </p:cNvSpPr>
          <p:nvPr userDrawn="1"/>
        </p:nvSpPr>
        <p:spPr>
          <a:xfrm>
            <a:off x="2257876" y="4814882"/>
            <a:ext cx="1847594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781897-1888-D402-CBFE-39FC193E7448}"/>
              </a:ext>
            </a:extLst>
          </p:cNvPr>
          <p:cNvSpPr>
            <a:spLocks noChangeAspect="1"/>
          </p:cNvSpPr>
          <p:nvPr userDrawn="1"/>
        </p:nvSpPr>
        <p:spPr>
          <a:xfrm>
            <a:off x="4198643" y="4814882"/>
            <a:ext cx="1847594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44EEC2-6EAB-D2FC-E425-DEAB2FF507F3}"/>
              </a:ext>
            </a:extLst>
          </p:cNvPr>
          <p:cNvSpPr>
            <a:spLocks noChangeAspect="1"/>
          </p:cNvSpPr>
          <p:nvPr userDrawn="1"/>
        </p:nvSpPr>
        <p:spPr>
          <a:xfrm>
            <a:off x="6139410" y="4814882"/>
            <a:ext cx="1847594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DD958C05-DFBC-604B-D388-A84B01F84A65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22464266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433979-CCC1-2DE0-7A33-B378BE25D67C}"/>
              </a:ext>
            </a:extLst>
          </p:cNvPr>
          <p:cNvSpPr/>
          <p:nvPr userDrawn="1"/>
        </p:nvSpPr>
        <p:spPr>
          <a:xfrm>
            <a:off x="-1" y="0"/>
            <a:ext cx="12204243" cy="6858000"/>
          </a:xfrm>
          <a:prstGeom prst="rect">
            <a:avLst/>
          </a:prstGeom>
          <a:solidFill>
            <a:srgbClr val="ED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77B601-EEE2-1BCD-A371-29826FBA4337}"/>
              </a:ext>
            </a:extLst>
          </p:cNvPr>
          <p:cNvSpPr/>
          <p:nvPr userDrawn="1"/>
        </p:nvSpPr>
        <p:spPr>
          <a:xfrm>
            <a:off x="326438" y="2100539"/>
            <a:ext cx="11877803" cy="2932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A2F9FE-E9E6-722C-6E4C-5EBD1CAC7AFB}"/>
              </a:ext>
            </a:extLst>
          </p:cNvPr>
          <p:cNvSpPr/>
          <p:nvPr userDrawn="1"/>
        </p:nvSpPr>
        <p:spPr>
          <a:xfrm>
            <a:off x="326439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E569A8-CFA2-0970-E5F1-C6E8296E2A5B}"/>
              </a:ext>
            </a:extLst>
          </p:cNvPr>
          <p:cNvSpPr/>
          <p:nvPr userDrawn="1"/>
        </p:nvSpPr>
        <p:spPr>
          <a:xfrm>
            <a:off x="1547727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0785A-350A-F51D-A82C-C833BF6A828B}"/>
              </a:ext>
            </a:extLst>
          </p:cNvPr>
          <p:cNvSpPr>
            <a:spLocks noChangeAspect="1"/>
          </p:cNvSpPr>
          <p:nvPr userDrawn="1"/>
        </p:nvSpPr>
        <p:spPr>
          <a:xfrm>
            <a:off x="326439" y="5154716"/>
            <a:ext cx="1847594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FB5F27-2DCD-05E9-7420-4BF943879F0B}"/>
              </a:ext>
            </a:extLst>
          </p:cNvPr>
          <p:cNvSpPr>
            <a:spLocks noChangeAspect="1"/>
          </p:cNvSpPr>
          <p:nvPr userDrawn="1"/>
        </p:nvSpPr>
        <p:spPr>
          <a:xfrm>
            <a:off x="2257876" y="5154716"/>
            <a:ext cx="1847594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781897-1888-D402-CBFE-39FC193E7448}"/>
              </a:ext>
            </a:extLst>
          </p:cNvPr>
          <p:cNvSpPr>
            <a:spLocks noChangeAspect="1"/>
          </p:cNvSpPr>
          <p:nvPr userDrawn="1"/>
        </p:nvSpPr>
        <p:spPr>
          <a:xfrm>
            <a:off x="4198643" y="5154716"/>
            <a:ext cx="2692190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DD958C05-DFBC-604B-D388-A84B01F84A65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C961F0B-4207-185A-2AEC-3B30C816F9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50341" y="2009327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9DE6EF7-03A1-9A86-FC42-ACDEE425AC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14761" y="2535077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18674D7-9659-F2A1-BE6A-945FA1C8078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50341" y="0"/>
            <a:ext cx="2350800" cy="1862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E437055-6DAB-DB65-D28C-875C5B7D7F7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14761" y="0"/>
            <a:ext cx="2350800" cy="23880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D6B32451-4086-5646-69D1-9B3697EAE18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14761" y="5032950"/>
            <a:ext cx="2350800" cy="18250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B8CA473D-2625-0952-32D1-BFC4B79C69F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050341" y="4507200"/>
            <a:ext cx="2350800" cy="2350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6" name="Picture 1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8F3C7E-441D-402E-B0F8-C99EB901B9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5304415" y="336071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84769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433979-CCC1-2DE0-7A33-B378BE25D67C}"/>
              </a:ext>
            </a:extLst>
          </p:cNvPr>
          <p:cNvSpPr/>
          <p:nvPr userDrawn="1"/>
        </p:nvSpPr>
        <p:spPr>
          <a:xfrm>
            <a:off x="-1" y="0"/>
            <a:ext cx="12204243" cy="6858000"/>
          </a:xfrm>
          <a:prstGeom prst="rect">
            <a:avLst/>
          </a:prstGeom>
          <a:solidFill>
            <a:srgbClr val="ED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A2F9FE-E9E6-722C-6E4C-5EBD1CAC7AFB}"/>
              </a:ext>
            </a:extLst>
          </p:cNvPr>
          <p:cNvSpPr/>
          <p:nvPr userDrawn="1"/>
        </p:nvSpPr>
        <p:spPr>
          <a:xfrm>
            <a:off x="326439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E569A8-CFA2-0970-E5F1-C6E8296E2A5B}"/>
              </a:ext>
            </a:extLst>
          </p:cNvPr>
          <p:cNvSpPr/>
          <p:nvPr userDrawn="1"/>
        </p:nvSpPr>
        <p:spPr>
          <a:xfrm>
            <a:off x="1547727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0785A-350A-F51D-A82C-C833BF6A828B}"/>
              </a:ext>
            </a:extLst>
          </p:cNvPr>
          <p:cNvSpPr>
            <a:spLocks noChangeAspect="1"/>
          </p:cNvSpPr>
          <p:nvPr userDrawn="1"/>
        </p:nvSpPr>
        <p:spPr>
          <a:xfrm>
            <a:off x="4174539" y="3681407"/>
            <a:ext cx="1847594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FB5F27-2DCD-05E9-7420-4BF943879F0B}"/>
              </a:ext>
            </a:extLst>
          </p:cNvPr>
          <p:cNvSpPr>
            <a:spLocks noChangeAspect="1"/>
          </p:cNvSpPr>
          <p:nvPr userDrawn="1"/>
        </p:nvSpPr>
        <p:spPr>
          <a:xfrm>
            <a:off x="6105976" y="3681407"/>
            <a:ext cx="1847594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781897-1888-D402-CBFE-39FC193E7448}"/>
              </a:ext>
            </a:extLst>
          </p:cNvPr>
          <p:cNvSpPr>
            <a:spLocks noChangeAspect="1"/>
          </p:cNvSpPr>
          <p:nvPr userDrawn="1"/>
        </p:nvSpPr>
        <p:spPr>
          <a:xfrm>
            <a:off x="8046743" y="3681407"/>
            <a:ext cx="1847594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44EEC2-6EAB-D2FC-E425-DEAB2FF507F3}"/>
              </a:ext>
            </a:extLst>
          </p:cNvPr>
          <p:cNvSpPr>
            <a:spLocks noChangeAspect="1"/>
          </p:cNvSpPr>
          <p:nvPr userDrawn="1"/>
        </p:nvSpPr>
        <p:spPr>
          <a:xfrm>
            <a:off x="9987510" y="3681407"/>
            <a:ext cx="1847594" cy="120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16B4BB-D772-7A7A-252F-038AB73B0A62}"/>
              </a:ext>
            </a:extLst>
          </p:cNvPr>
          <p:cNvSpPr>
            <a:spLocks noChangeAspect="1"/>
          </p:cNvSpPr>
          <p:nvPr userDrawn="1"/>
        </p:nvSpPr>
        <p:spPr>
          <a:xfrm>
            <a:off x="4174538" y="4986332"/>
            <a:ext cx="3779031" cy="120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4FF831-B8D1-FA59-3B3F-90A018A8C8D3}"/>
              </a:ext>
            </a:extLst>
          </p:cNvPr>
          <p:cNvSpPr>
            <a:spLocks noChangeAspect="1"/>
          </p:cNvSpPr>
          <p:nvPr userDrawn="1"/>
        </p:nvSpPr>
        <p:spPr>
          <a:xfrm>
            <a:off x="8046742" y="4986332"/>
            <a:ext cx="3788361" cy="120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088F0B2E-5D30-CF52-DEDF-DA36B33364E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74538" y="852058"/>
            <a:ext cx="7660564" cy="27268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42255F2-0BB9-CB64-5EA7-694A9F0FFCC7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297887095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2453268"/>
            <a:ext cx="12192000" cy="4404731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6410E9D2-D07A-E868-6B87-43CBAB2698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704" y="284952"/>
            <a:ext cx="5093109" cy="62711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45A8BB00-5082-7B19-45AF-8B3ABD01AF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90951" y="1636479"/>
            <a:ext cx="2558614" cy="356807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743E0D9-7E3C-B42E-4025-AB4F7A073D7B}"/>
              </a:ext>
            </a:extLst>
          </p:cNvPr>
          <p:cNvSpPr txBox="1">
            <a:spLocks/>
          </p:cNvSpPr>
          <p:nvPr userDrawn="1"/>
        </p:nvSpPr>
        <p:spPr>
          <a:xfrm>
            <a:off x="9042400" y="6486360"/>
            <a:ext cx="281432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DB35834-5EB2-EA4A-BDF6-95C774D8EF02}" type="slidenum">
              <a:rPr lang="en-US" sz="1000" smtClean="0"/>
              <a:pPr algn="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312840995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851338"/>
            <a:ext cx="12192000" cy="5490847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F4294409-EFBF-4A71-840E-7D52B2BAEA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6331" y="2869324"/>
            <a:ext cx="5708008" cy="36867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85306EC4-1CE7-CB66-B2A2-4DB228C976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0364" y="2869324"/>
            <a:ext cx="5708008" cy="36867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2EBA619-E343-F258-CB0B-9E6DDB63B8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336056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0244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8849A62-ED67-2B97-D2F6-CFC5192EBC3C}"/>
              </a:ext>
            </a:extLst>
          </p:cNvPr>
          <p:cNvSpPr/>
          <p:nvPr userDrawn="1"/>
        </p:nvSpPr>
        <p:spPr>
          <a:xfrm>
            <a:off x="7094483" y="0"/>
            <a:ext cx="5097517" cy="68580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17F8B0D1-891E-CB69-D000-94BB67C213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8568" y="353960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E0DA515-8CD2-77AF-00CC-405CB90B47E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60337" y="3442218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0C75D41F-EDCB-E4B9-C32E-7382EBA753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8568" y="3442218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0234FB67-7AD5-9DB8-4E23-B45F342396F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63534" y="353960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3878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1" y="2453268"/>
            <a:ext cx="12192000" cy="4404731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06AF0B2A-9D25-CE27-1813-FF7199F217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601" y="819836"/>
            <a:ext cx="3775481" cy="387544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AC92213E-C3F3-8538-8859-1392A5CAE5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01357" y="819836"/>
            <a:ext cx="3775481" cy="387544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6DD48E39-02B3-AD2B-D10A-9B9B294C73E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4547" y="819836"/>
            <a:ext cx="3775481" cy="387544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6409613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6817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1" y="2852057"/>
            <a:ext cx="12192000" cy="4005942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06AF0B2A-9D25-CE27-1813-FF7199F217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601" y="2453268"/>
            <a:ext cx="3775481" cy="224201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AC92213E-C3F3-8538-8859-1392A5CAE5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01357" y="2453268"/>
            <a:ext cx="3775481" cy="224201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6DD48E39-02B3-AD2B-D10A-9B9B294C73E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4547" y="2453268"/>
            <a:ext cx="3775481" cy="224201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290551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6281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1" y="2852057"/>
            <a:ext cx="12192000" cy="4005942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06AF0B2A-9D25-CE27-1813-FF7199F217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601" y="2337518"/>
            <a:ext cx="3775481" cy="19219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AC92213E-C3F3-8538-8859-1392A5CAE5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01357" y="2337518"/>
            <a:ext cx="3775481" cy="19219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6DD48E39-02B3-AD2B-D10A-9B9B294C73E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4547" y="2337518"/>
            <a:ext cx="3775481" cy="19219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290551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068337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0" y="3175279"/>
            <a:ext cx="12192000" cy="3702668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290551"/>
            <a:ext cx="1583170" cy="19413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88ACA6-E15B-A215-6626-34CBC40BCE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0588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533B581-AB35-0899-5342-8CAEB8D5BE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259871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A8CFCFAB-68E8-D2E9-9AED-9D6DEB7B7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05903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4161B1E9-1A21-1EB9-D07A-A69C434C2E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38535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DFB6F26-B51A-0BDE-5737-98CDDD2E37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67818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ADA1086-C73B-37A2-08A6-0C6D1367C9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13850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A39BB8-864F-9E01-4F32-A67F8D4C79E2}"/>
              </a:ext>
            </a:extLst>
          </p:cNvPr>
          <p:cNvCxnSpPr>
            <a:cxnSpLocks/>
          </p:cNvCxnSpPr>
          <p:nvPr userDrawn="1"/>
        </p:nvCxnSpPr>
        <p:spPr>
          <a:xfrm>
            <a:off x="334963" y="4860244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562694-BC41-EB84-43D7-EE44180ED0D9}"/>
              </a:ext>
            </a:extLst>
          </p:cNvPr>
          <p:cNvCxnSpPr>
            <a:cxnSpLocks/>
          </p:cNvCxnSpPr>
          <p:nvPr userDrawn="1"/>
        </p:nvCxnSpPr>
        <p:spPr>
          <a:xfrm>
            <a:off x="2264246" y="4860244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F3F653-36AD-F0E2-BF51-B001197D825F}"/>
              </a:ext>
            </a:extLst>
          </p:cNvPr>
          <p:cNvCxnSpPr>
            <a:cxnSpLocks/>
          </p:cNvCxnSpPr>
          <p:nvPr userDrawn="1"/>
        </p:nvCxnSpPr>
        <p:spPr>
          <a:xfrm>
            <a:off x="4203578" y="4860244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D9B576-8762-FB48-B061-44DFD5E9C258}"/>
              </a:ext>
            </a:extLst>
          </p:cNvPr>
          <p:cNvCxnSpPr>
            <a:cxnSpLocks/>
          </p:cNvCxnSpPr>
          <p:nvPr userDrawn="1"/>
        </p:nvCxnSpPr>
        <p:spPr>
          <a:xfrm>
            <a:off x="6142910" y="4860244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8D1DA2-ACDF-4099-CDF1-2E50085DF1B6}"/>
              </a:ext>
            </a:extLst>
          </p:cNvPr>
          <p:cNvCxnSpPr>
            <a:cxnSpLocks/>
          </p:cNvCxnSpPr>
          <p:nvPr userDrawn="1"/>
        </p:nvCxnSpPr>
        <p:spPr>
          <a:xfrm>
            <a:off x="8082242" y="4860244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8AB263-2259-22A7-D7DC-E53901EBF56F}"/>
              </a:ext>
            </a:extLst>
          </p:cNvPr>
          <p:cNvCxnSpPr>
            <a:cxnSpLocks/>
          </p:cNvCxnSpPr>
          <p:nvPr userDrawn="1"/>
        </p:nvCxnSpPr>
        <p:spPr>
          <a:xfrm>
            <a:off x="10011525" y="4860244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39154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0" y="3175279"/>
            <a:ext cx="12192000" cy="3702668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290551"/>
            <a:ext cx="1583170" cy="19413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88ACA6-E15B-A215-6626-34CBC40BCE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0588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533B581-AB35-0899-5342-8CAEB8D5BE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15525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A8CFCFAB-68E8-D2E9-9AED-9D6DEB7B7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35787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4161B1E9-1A21-1EB9-D07A-A69C434C2E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8278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DFB6F26-B51A-0BDE-5737-98CDDD2E37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70625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A39BB8-864F-9E01-4F32-A67F8D4C79E2}"/>
              </a:ext>
            </a:extLst>
          </p:cNvPr>
          <p:cNvCxnSpPr>
            <a:cxnSpLocks/>
          </p:cNvCxnSpPr>
          <p:nvPr userDrawn="1"/>
        </p:nvCxnSpPr>
        <p:spPr>
          <a:xfrm>
            <a:off x="334963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562694-BC41-EB84-43D7-EE44180ED0D9}"/>
              </a:ext>
            </a:extLst>
          </p:cNvPr>
          <p:cNvCxnSpPr>
            <a:cxnSpLocks/>
          </p:cNvCxnSpPr>
          <p:nvPr userDrawn="1"/>
        </p:nvCxnSpPr>
        <p:spPr>
          <a:xfrm>
            <a:off x="2588408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F3F653-36AD-F0E2-BF51-B001197D825F}"/>
              </a:ext>
            </a:extLst>
          </p:cNvPr>
          <p:cNvCxnSpPr>
            <a:cxnSpLocks/>
          </p:cNvCxnSpPr>
          <p:nvPr userDrawn="1"/>
        </p:nvCxnSpPr>
        <p:spPr>
          <a:xfrm>
            <a:off x="4835787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D9B576-8762-FB48-B061-44DFD5E9C258}"/>
              </a:ext>
            </a:extLst>
          </p:cNvPr>
          <p:cNvCxnSpPr>
            <a:cxnSpLocks/>
          </p:cNvCxnSpPr>
          <p:nvPr userDrawn="1"/>
        </p:nvCxnSpPr>
        <p:spPr>
          <a:xfrm>
            <a:off x="7108230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8D1DA2-ACDF-4099-CDF1-2E50085DF1B6}"/>
              </a:ext>
            </a:extLst>
          </p:cNvPr>
          <p:cNvCxnSpPr>
            <a:cxnSpLocks/>
          </p:cNvCxnSpPr>
          <p:nvPr userDrawn="1"/>
        </p:nvCxnSpPr>
        <p:spPr>
          <a:xfrm>
            <a:off x="9370625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890570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0" y="3175279"/>
            <a:ext cx="12192000" cy="3702668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290551"/>
            <a:ext cx="1583170" cy="194133"/>
          </a:xfrm>
          <a:prstGeom prst="rect">
            <a:avLst/>
          </a:prstGeom>
        </p:spPr>
      </p:pic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221164C-72E9-1E0C-2A91-B9736B56B2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9825" y="194943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F9823F0-1815-563E-2A18-667D37E616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44762" y="194943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E1E403ED-B131-BDEB-4C4D-021D50C3A4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65024" y="194943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A0EA7ADF-FD83-78EF-023C-57698E1BDB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47515" y="194943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AE882228-DAD6-0BDF-2B9A-45AA10CDEE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9862" y="194943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09C20-593F-5A07-C30B-3965B4DCE0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70692" y="4248155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EA28D0DC-1BEB-EAE9-75A9-672B5A1DC4F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90954" y="4248155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05FF52CD-DFE2-B1DB-7A42-663AD3E6C28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3445" y="4248155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1">
            <a:extLst>
              <a:ext uri="{FF2B5EF4-FFF2-40B4-BE49-F238E27FC236}">
                <a16:creationId xmlns:a16="http://schemas.microsoft.com/office/drawing/2014/main" id="{1B00DFE0-9BD0-60E8-8D0C-38DF5F5A99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525792" y="4248155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9024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0" y="3175279"/>
            <a:ext cx="12192000" cy="3702668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290551"/>
            <a:ext cx="1583170" cy="19413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88ACA6-E15B-A215-6626-34CBC40BCE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0588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533B581-AB35-0899-5342-8CAEB8D5BE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20640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A8CFCFAB-68E8-D2E9-9AED-9D6DEB7B7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10692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4161B1E9-1A21-1EB9-D07A-A69C434C2E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00744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A39BB8-864F-9E01-4F32-A67F8D4C79E2}"/>
              </a:ext>
            </a:extLst>
          </p:cNvPr>
          <p:cNvCxnSpPr>
            <a:cxnSpLocks/>
          </p:cNvCxnSpPr>
          <p:nvPr userDrawn="1"/>
        </p:nvCxnSpPr>
        <p:spPr>
          <a:xfrm>
            <a:off x="334963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562694-BC41-EB84-43D7-EE44180ED0D9}"/>
              </a:ext>
            </a:extLst>
          </p:cNvPr>
          <p:cNvCxnSpPr>
            <a:cxnSpLocks/>
          </p:cNvCxnSpPr>
          <p:nvPr userDrawn="1"/>
        </p:nvCxnSpPr>
        <p:spPr>
          <a:xfrm>
            <a:off x="2893523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F3F653-36AD-F0E2-BF51-B001197D825F}"/>
              </a:ext>
            </a:extLst>
          </p:cNvPr>
          <p:cNvCxnSpPr>
            <a:cxnSpLocks/>
          </p:cNvCxnSpPr>
          <p:nvPr userDrawn="1"/>
        </p:nvCxnSpPr>
        <p:spPr>
          <a:xfrm>
            <a:off x="5510692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D9B576-8762-FB48-B061-44DFD5E9C258}"/>
              </a:ext>
            </a:extLst>
          </p:cNvPr>
          <p:cNvCxnSpPr>
            <a:cxnSpLocks/>
          </p:cNvCxnSpPr>
          <p:nvPr userDrawn="1"/>
        </p:nvCxnSpPr>
        <p:spPr>
          <a:xfrm>
            <a:off x="8090696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161465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0" y="3175279"/>
            <a:ext cx="12192000" cy="3702668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290551"/>
            <a:ext cx="1583170" cy="194133"/>
          </a:xfrm>
          <a:prstGeom prst="rect">
            <a:avLst/>
          </a:prstGeom>
        </p:spPr>
      </p:pic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533B581-AB35-0899-5342-8CAEB8D5BE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19189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A8CFCFAB-68E8-D2E9-9AED-9D6DEB7B7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9241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4161B1E9-1A21-1EB9-D07A-A69C434C2E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9293" y="2340129"/>
            <a:ext cx="1849903" cy="184990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562694-BC41-EB84-43D7-EE44180ED0D9}"/>
              </a:ext>
            </a:extLst>
          </p:cNvPr>
          <p:cNvCxnSpPr>
            <a:cxnSpLocks/>
          </p:cNvCxnSpPr>
          <p:nvPr userDrawn="1"/>
        </p:nvCxnSpPr>
        <p:spPr>
          <a:xfrm>
            <a:off x="2592072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F3F653-36AD-F0E2-BF51-B001197D825F}"/>
              </a:ext>
            </a:extLst>
          </p:cNvPr>
          <p:cNvCxnSpPr>
            <a:cxnSpLocks/>
          </p:cNvCxnSpPr>
          <p:nvPr userDrawn="1"/>
        </p:nvCxnSpPr>
        <p:spPr>
          <a:xfrm>
            <a:off x="5209241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D9B576-8762-FB48-B061-44DFD5E9C258}"/>
              </a:ext>
            </a:extLst>
          </p:cNvPr>
          <p:cNvCxnSpPr>
            <a:cxnSpLocks/>
          </p:cNvCxnSpPr>
          <p:nvPr userDrawn="1"/>
        </p:nvCxnSpPr>
        <p:spPr>
          <a:xfrm>
            <a:off x="7789245" y="4858761"/>
            <a:ext cx="184552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401439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1" y="3026229"/>
            <a:ext cx="12192000" cy="383177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06AF0B2A-9D25-CE27-1813-FF7199F217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602" y="2453268"/>
            <a:ext cx="2843094" cy="224201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AC92213E-C3F3-8538-8859-1392A5CAE5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76707" y="2453268"/>
            <a:ext cx="2812090" cy="224201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290551"/>
            <a:ext cx="1583170" cy="194133"/>
          </a:xfrm>
          <a:prstGeom prst="rect">
            <a:avLst/>
          </a:prstGeom>
        </p:spPr>
      </p:pic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C3B5BDEE-CA56-0569-B944-377E7E30D38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92116" y="2453268"/>
            <a:ext cx="2843094" cy="224201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9277E34D-2746-C2B5-FAA2-E134CD7580C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3221" y="2453267"/>
            <a:ext cx="2812090" cy="22420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76992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1" y="3026229"/>
            <a:ext cx="12192000" cy="383177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06AF0B2A-9D25-CE27-1813-FF7199F217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602" y="2673752"/>
            <a:ext cx="2843094" cy="20464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AC92213E-C3F3-8538-8859-1392A5CAE5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76707" y="2673752"/>
            <a:ext cx="2812090" cy="20464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290551"/>
            <a:ext cx="1583170" cy="194133"/>
          </a:xfrm>
          <a:prstGeom prst="rect">
            <a:avLst/>
          </a:prstGeom>
        </p:spPr>
      </p:pic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C3B5BDEE-CA56-0569-B944-377E7E30D38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92116" y="2673752"/>
            <a:ext cx="2843094" cy="20464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9277E34D-2746-C2B5-FAA2-E134CD7580C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3221" y="2673751"/>
            <a:ext cx="2812090" cy="204640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2199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1" y="3026229"/>
            <a:ext cx="12192000" cy="383177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290551"/>
            <a:ext cx="1583170" cy="19413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6A5CD79-4052-DCFF-4FAA-7C49C40C46CD}"/>
              </a:ext>
            </a:extLst>
          </p:cNvPr>
          <p:cNvSpPr/>
          <p:nvPr userDrawn="1"/>
        </p:nvSpPr>
        <p:spPr>
          <a:xfrm>
            <a:off x="345874" y="2857755"/>
            <a:ext cx="2159843" cy="22263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736D3D-EFA0-0E4C-CA9B-75FF6C42673A}"/>
              </a:ext>
            </a:extLst>
          </p:cNvPr>
          <p:cNvSpPr/>
          <p:nvPr userDrawn="1"/>
        </p:nvSpPr>
        <p:spPr>
          <a:xfrm>
            <a:off x="2596705" y="2857755"/>
            <a:ext cx="2159843" cy="22263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E0C9E3-791F-53D0-A610-7B2B1DC04F93}"/>
              </a:ext>
            </a:extLst>
          </p:cNvPr>
          <p:cNvSpPr/>
          <p:nvPr userDrawn="1"/>
        </p:nvSpPr>
        <p:spPr>
          <a:xfrm>
            <a:off x="4867633" y="2857755"/>
            <a:ext cx="2159843" cy="22263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CEDE6C-967E-3046-AA72-4A9A70C8B4A2}"/>
              </a:ext>
            </a:extLst>
          </p:cNvPr>
          <p:cNvSpPr/>
          <p:nvPr userDrawn="1"/>
        </p:nvSpPr>
        <p:spPr>
          <a:xfrm>
            <a:off x="7118464" y="2857755"/>
            <a:ext cx="2159843" cy="22263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B612DE-B0A3-88B2-F291-848386DEB35C}"/>
              </a:ext>
            </a:extLst>
          </p:cNvPr>
          <p:cNvSpPr/>
          <p:nvPr userDrawn="1"/>
        </p:nvSpPr>
        <p:spPr>
          <a:xfrm>
            <a:off x="9359246" y="2857755"/>
            <a:ext cx="2159843" cy="22263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12407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C33D312-6870-EC5E-0E8F-600C50B34D18}"/>
              </a:ext>
            </a:extLst>
          </p:cNvPr>
          <p:cNvSpPr/>
          <p:nvPr userDrawn="1"/>
        </p:nvSpPr>
        <p:spPr>
          <a:xfrm>
            <a:off x="1" y="3026229"/>
            <a:ext cx="12192000" cy="383177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35EAE491-BF94-DD28-1C5D-C501673E6A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06862" y="167268"/>
            <a:ext cx="4597381" cy="6690732"/>
          </a:xfrm>
          <a:prstGeom prst="rect">
            <a:avLst/>
          </a:prstGeom>
        </p:spPr>
      </p:pic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7FECCF3-2EA8-EBC1-8FB9-949B1A15F0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50529" y="405799"/>
            <a:ext cx="2264038" cy="4915501"/>
          </a:xfrm>
          <a:prstGeom prst="roundRect">
            <a:avLst>
              <a:gd name="adj" fmla="val 11613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A26850-9014-3909-A53F-732FCD109BB4}"/>
              </a:ext>
            </a:extLst>
          </p:cNvPr>
          <p:cNvSpPr/>
          <p:nvPr userDrawn="1"/>
        </p:nvSpPr>
        <p:spPr>
          <a:xfrm>
            <a:off x="345874" y="2425675"/>
            <a:ext cx="2159843" cy="22263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C9054-04A1-D1A8-4058-624AA6D87AD1}"/>
              </a:ext>
            </a:extLst>
          </p:cNvPr>
          <p:cNvSpPr/>
          <p:nvPr userDrawn="1"/>
        </p:nvSpPr>
        <p:spPr>
          <a:xfrm>
            <a:off x="2596705" y="2425675"/>
            <a:ext cx="2159843" cy="22263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5A216-9C95-5747-A578-400E370EC2DD}"/>
              </a:ext>
            </a:extLst>
          </p:cNvPr>
          <p:cNvSpPr/>
          <p:nvPr userDrawn="1"/>
        </p:nvSpPr>
        <p:spPr>
          <a:xfrm>
            <a:off x="4867633" y="2425675"/>
            <a:ext cx="2159843" cy="22263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C452D807-ED7B-14D1-A253-D88F9DA211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259" t="32718" r="9104" b="31940"/>
          <a:stretch>
            <a:fillRect/>
          </a:stretch>
        </p:blipFill>
        <p:spPr>
          <a:xfrm>
            <a:off x="10109056" y="6131278"/>
            <a:ext cx="1570662" cy="19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49579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6409613"/>
            <a:ext cx="1583170" cy="1941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247BBA-5D93-24A3-26F4-694EDDB73627}"/>
              </a:ext>
            </a:extLst>
          </p:cNvPr>
          <p:cNvSpPr/>
          <p:nvPr userDrawn="1"/>
        </p:nvSpPr>
        <p:spPr>
          <a:xfrm>
            <a:off x="1" y="1949996"/>
            <a:ext cx="12192000" cy="3828145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98054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6409613"/>
            <a:ext cx="1583170" cy="1941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C07A26C-FB7D-2B93-9C36-69C09F4EF1F2}"/>
              </a:ext>
            </a:extLst>
          </p:cNvPr>
          <p:cNvSpPr/>
          <p:nvPr userDrawn="1"/>
        </p:nvSpPr>
        <p:spPr>
          <a:xfrm>
            <a:off x="1" y="1751798"/>
            <a:ext cx="12192000" cy="4026343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26942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8F8A0A-4B6C-91BA-3425-2309DE1625FF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1E7398-3E08-F810-CF20-BDA2CFA60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6409613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7974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06AF0B2A-9D25-CE27-1813-FF7199F217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45286" y="0"/>
            <a:ext cx="3776130" cy="2286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B40B60F0-9AC9-FF6A-EE44-116D01DDB1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4152" y="2643227"/>
            <a:ext cx="3776130" cy="387544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E88BEFAA-74DE-CE4A-B306-D739F15967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828032" y="2643227"/>
            <a:ext cx="2807681" cy="42147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40175AD-7837-70E4-621D-34B2B97EE12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24938" y="339725"/>
            <a:ext cx="3167062" cy="19462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911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0AEAE071-F2A2-7D7F-9258-FFC773E655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3695" y="284952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C92DE66-5563-BD66-6ECA-C3865CBDA51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678460" y="3542793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156A2867-B6BD-2D0A-7B9C-107FC0EF83C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63695" y="3542793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CFB69D99-F6BC-A499-7F84-8B8A3D9E901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81657" y="284952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C7AB631A-4E84-588B-3DCF-F90CB09E0C7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04709" y="3542793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21CACDD-FB68-AA40-F2AE-57DC3DC1E89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007906" y="284952"/>
            <a:ext cx="2500936" cy="30132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50EA3E7-72A5-3A24-4F5D-649FC14318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2240972" y="324480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55871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44293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719826-310A-A16A-ED80-B20505CD0D1D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CCCE9-D7F7-9794-DCC9-C9F17EF3FD99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9C1FE2-8905-8DC6-6A3F-B19715B2AB58}"/>
              </a:ext>
            </a:extLst>
          </p:cNvPr>
          <p:cNvSpPr/>
          <p:nvPr userDrawn="1"/>
        </p:nvSpPr>
        <p:spPr>
          <a:xfrm>
            <a:off x="1" y="-1"/>
            <a:ext cx="2907184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878BD4-DA0E-040E-718A-954E38D48923}"/>
              </a:ext>
            </a:extLst>
          </p:cNvPr>
          <p:cNvSpPr/>
          <p:nvPr userDrawn="1"/>
        </p:nvSpPr>
        <p:spPr>
          <a:xfrm>
            <a:off x="326439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D490BC2-AD0F-DCA3-81FA-DA316B0D56E1}"/>
              </a:ext>
            </a:extLst>
          </p:cNvPr>
          <p:cNvSpPr/>
          <p:nvPr userDrawn="1"/>
        </p:nvSpPr>
        <p:spPr>
          <a:xfrm>
            <a:off x="3224481" y="917946"/>
            <a:ext cx="2825496" cy="5004524"/>
          </a:xfrm>
          <a:prstGeom prst="roundRect">
            <a:avLst>
              <a:gd name="adj" fmla="val 27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7BA4C725-98D7-E8AD-1DA5-AA97A3A2E1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14550" y="1040347"/>
            <a:ext cx="2645359" cy="2144483"/>
          </a:xfrm>
          <a:prstGeom prst="roundRect">
            <a:avLst>
              <a:gd name="adj" fmla="val 3022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02DB781-4EC9-D333-9EEF-6D147B60760E}"/>
              </a:ext>
            </a:extLst>
          </p:cNvPr>
          <p:cNvSpPr/>
          <p:nvPr userDrawn="1"/>
        </p:nvSpPr>
        <p:spPr>
          <a:xfrm>
            <a:off x="6141417" y="917946"/>
            <a:ext cx="2825496" cy="5004524"/>
          </a:xfrm>
          <a:prstGeom prst="roundRect">
            <a:avLst>
              <a:gd name="adj" fmla="val 27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1F35227C-FF27-70AD-D2B7-397E6B77F3E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31486" y="1040347"/>
            <a:ext cx="2645359" cy="2144483"/>
          </a:xfrm>
          <a:prstGeom prst="roundRect">
            <a:avLst>
              <a:gd name="adj" fmla="val 3022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94A526B-CE12-C045-3422-203D54F2CF91}"/>
              </a:ext>
            </a:extLst>
          </p:cNvPr>
          <p:cNvSpPr/>
          <p:nvPr userDrawn="1"/>
        </p:nvSpPr>
        <p:spPr>
          <a:xfrm>
            <a:off x="9049209" y="917946"/>
            <a:ext cx="2825496" cy="5004524"/>
          </a:xfrm>
          <a:prstGeom prst="roundRect">
            <a:avLst>
              <a:gd name="adj" fmla="val 27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9CAD162D-0B62-7153-5402-2D293775E4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9278" y="1040347"/>
            <a:ext cx="2645359" cy="2144483"/>
          </a:xfrm>
          <a:prstGeom prst="roundRect">
            <a:avLst>
              <a:gd name="adj" fmla="val 3022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A23D371-E05F-0E52-46BB-5EF7A8662455}"/>
              </a:ext>
            </a:extLst>
          </p:cNvPr>
          <p:cNvSpPr/>
          <p:nvPr userDrawn="1"/>
        </p:nvSpPr>
        <p:spPr>
          <a:xfrm>
            <a:off x="7511200" y="6023386"/>
            <a:ext cx="92235" cy="922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3755452-0DA1-4598-462B-0662389D2166}"/>
              </a:ext>
            </a:extLst>
          </p:cNvPr>
          <p:cNvSpPr/>
          <p:nvPr userDrawn="1"/>
        </p:nvSpPr>
        <p:spPr>
          <a:xfrm>
            <a:off x="4589096" y="6023386"/>
            <a:ext cx="92235" cy="922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8F0AC9-5DFB-68B6-EC2E-B5342CFD4FDD}"/>
              </a:ext>
            </a:extLst>
          </p:cNvPr>
          <p:cNvSpPr/>
          <p:nvPr userDrawn="1"/>
        </p:nvSpPr>
        <p:spPr>
          <a:xfrm>
            <a:off x="10415839" y="6023386"/>
            <a:ext cx="92235" cy="922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53BFD4-9412-3566-AEFC-5F6448484B55}"/>
              </a:ext>
            </a:extLst>
          </p:cNvPr>
          <p:cNvCxnSpPr/>
          <p:nvPr userDrawn="1"/>
        </p:nvCxnSpPr>
        <p:spPr>
          <a:xfrm>
            <a:off x="4635213" y="6069503"/>
            <a:ext cx="582674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E6B66F6-C0EC-43F4-3527-52FF02255D1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082887256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1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02BB5EA-2F46-86EA-1D67-E6A23751DA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878BD4-DA0E-040E-718A-954E38D48923}"/>
              </a:ext>
            </a:extLst>
          </p:cNvPr>
          <p:cNvSpPr/>
          <p:nvPr userDrawn="1"/>
        </p:nvSpPr>
        <p:spPr>
          <a:xfrm>
            <a:off x="326439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E6B66F6-C0EC-43F4-3527-52FF02255D1C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064982327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F2EDF-68B6-3653-A00F-E57FBD12634C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F0CB9E0-7181-6196-450A-D7161C7E06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50257" y="276959"/>
            <a:ext cx="11685069" cy="63163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84468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F0CB9E0-7181-6196-450A-D7161C7E06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725134" cy="686972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9AB5BF-2240-6E39-A070-3F0D2488E960}"/>
              </a:ext>
            </a:extLst>
          </p:cNvPr>
          <p:cNvSpPr txBox="1">
            <a:spLocks/>
          </p:cNvSpPr>
          <p:nvPr userDrawn="1"/>
        </p:nvSpPr>
        <p:spPr>
          <a:xfrm>
            <a:off x="9042400" y="6486360"/>
            <a:ext cx="281432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DB35834-5EB2-EA4A-BDF6-95C774D8EF02}" type="slidenum">
              <a:rPr lang="en-US" sz="1000" smtClean="0"/>
              <a:pPr algn="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357349044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9AB5BF-2240-6E39-A070-3F0D2488E960}"/>
              </a:ext>
            </a:extLst>
          </p:cNvPr>
          <p:cNvSpPr txBox="1">
            <a:spLocks/>
          </p:cNvSpPr>
          <p:nvPr userDrawn="1"/>
        </p:nvSpPr>
        <p:spPr>
          <a:xfrm>
            <a:off x="9042400" y="6486360"/>
            <a:ext cx="281432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DB35834-5EB2-EA4A-BDF6-95C774D8EF02}" type="slidenum">
              <a:rPr lang="en-US" sz="1000" smtClean="0"/>
              <a:pPr algn="r"/>
              <a:t>‹#›</a:t>
            </a:fld>
            <a:endParaRPr lang="en-US" sz="100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8F95D2C-85EE-0C9C-19E5-41B3D66FEA3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70289" y="1519109"/>
            <a:ext cx="9914332" cy="5120143"/>
          </a:xfrm>
          <a:custGeom>
            <a:avLst/>
            <a:gdLst>
              <a:gd name="T0" fmla="*/ 12843 w 28031"/>
              <a:gd name="T1" fmla="*/ 2686 h 14478"/>
              <a:gd name="T2" fmla="*/ 24851 w 28031"/>
              <a:gd name="T3" fmla="*/ 7100 h 14478"/>
              <a:gd name="T4" fmla="*/ 25561 w 28031"/>
              <a:gd name="T5" fmla="*/ 4908 h 14478"/>
              <a:gd name="T6" fmla="*/ 24912 w 28031"/>
              <a:gd name="T7" fmla="*/ 7254 h 14478"/>
              <a:gd name="T8" fmla="*/ 12102 w 28031"/>
              <a:gd name="T9" fmla="*/ 494 h 14478"/>
              <a:gd name="T10" fmla="*/ 9817 w 28031"/>
              <a:gd name="T11" fmla="*/ 1327 h 14478"/>
              <a:gd name="T12" fmla="*/ 10342 w 28031"/>
              <a:gd name="T13" fmla="*/ 1791 h 14478"/>
              <a:gd name="T14" fmla="*/ 7935 w 28031"/>
              <a:gd name="T15" fmla="*/ 1667 h 14478"/>
              <a:gd name="T16" fmla="*/ 8583 w 28031"/>
              <a:gd name="T17" fmla="*/ 1544 h 14478"/>
              <a:gd name="T18" fmla="*/ 8305 w 28031"/>
              <a:gd name="T19" fmla="*/ 957 h 14478"/>
              <a:gd name="T20" fmla="*/ 23369 w 28031"/>
              <a:gd name="T21" fmla="*/ 7654 h 14478"/>
              <a:gd name="T22" fmla="*/ 24357 w 28031"/>
              <a:gd name="T23" fmla="*/ 4476 h 14478"/>
              <a:gd name="T24" fmla="*/ 25221 w 28031"/>
              <a:gd name="T25" fmla="*/ 3890 h 14478"/>
              <a:gd name="T26" fmla="*/ 25715 w 28031"/>
              <a:gd name="T27" fmla="*/ 3581 h 14478"/>
              <a:gd name="T28" fmla="*/ 24665 w 28031"/>
              <a:gd name="T29" fmla="*/ 2809 h 14478"/>
              <a:gd name="T30" fmla="*/ 25221 w 28031"/>
              <a:gd name="T31" fmla="*/ 2192 h 14478"/>
              <a:gd name="T32" fmla="*/ 25931 w 28031"/>
              <a:gd name="T33" fmla="*/ 1884 h 14478"/>
              <a:gd name="T34" fmla="*/ 26517 w 28031"/>
              <a:gd name="T35" fmla="*/ 2748 h 14478"/>
              <a:gd name="T36" fmla="*/ 26703 w 28031"/>
              <a:gd name="T37" fmla="*/ 2068 h 14478"/>
              <a:gd name="T38" fmla="*/ 25931 w 28031"/>
              <a:gd name="T39" fmla="*/ 1204 h 14478"/>
              <a:gd name="T40" fmla="*/ 23462 w 28031"/>
              <a:gd name="T41" fmla="*/ 957 h 14478"/>
              <a:gd name="T42" fmla="*/ 21733 w 28031"/>
              <a:gd name="T43" fmla="*/ 803 h 14478"/>
              <a:gd name="T44" fmla="*/ 19078 w 28031"/>
              <a:gd name="T45" fmla="*/ 1358 h 14478"/>
              <a:gd name="T46" fmla="*/ 15744 w 28031"/>
              <a:gd name="T47" fmla="*/ 1204 h 14478"/>
              <a:gd name="T48" fmla="*/ 14602 w 28031"/>
              <a:gd name="T49" fmla="*/ 1297 h 14478"/>
              <a:gd name="T50" fmla="*/ 14138 w 28031"/>
              <a:gd name="T51" fmla="*/ 1760 h 14478"/>
              <a:gd name="T52" fmla="*/ 13831 w 28031"/>
              <a:gd name="T53" fmla="*/ 2222 h 14478"/>
              <a:gd name="T54" fmla="*/ 15003 w 28031"/>
              <a:gd name="T55" fmla="*/ 1884 h 14478"/>
              <a:gd name="T56" fmla="*/ 13429 w 28031"/>
              <a:gd name="T57" fmla="*/ 3118 h 14478"/>
              <a:gd name="T58" fmla="*/ 15713 w 28031"/>
              <a:gd name="T59" fmla="*/ 4568 h 14478"/>
              <a:gd name="T60" fmla="*/ 17009 w 28031"/>
              <a:gd name="T61" fmla="*/ 9630 h 14478"/>
              <a:gd name="T62" fmla="*/ 19695 w 28031"/>
              <a:gd name="T63" fmla="*/ 6019 h 14478"/>
              <a:gd name="T64" fmla="*/ 17905 w 28031"/>
              <a:gd name="T65" fmla="*/ 10309 h 14478"/>
              <a:gd name="T66" fmla="*/ 25715 w 28031"/>
              <a:gd name="T67" fmla="*/ 12439 h 14478"/>
              <a:gd name="T68" fmla="*/ 23462 w 28031"/>
              <a:gd name="T69" fmla="*/ 8889 h 14478"/>
              <a:gd name="T70" fmla="*/ 8583 w 28031"/>
              <a:gd name="T71" fmla="*/ 8704 h 14478"/>
              <a:gd name="T72" fmla="*/ 4631 w 28031"/>
              <a:gd name="T73" fmla="*/ 6823 h 14478"/>
              <a:gd name="T74" fmla="*/ 4971 w 28031"/>
              <a:gd name="T75" fmla="*/ 5309 h 14478"/>
              <a:gd name="T76" fmla="*/ 6299 w 28031"/>
              <a:gd name="T77" fmla="*/ 4414 h 14478"/>
              <a:gd name="T78" fmla="*/ 7872 w 28031"/>
              <a:gd name="T79" fmla="*/ 3643 h 14478"/>
              <a:gd name="T80" fmla="*/ 8398 w 28031"/>
              <a:gd name="T81" fmla="*/ 2562 h 14478"/>
              <a:gd name="T82" fmla="*/ 7131 w 28031"/>
              <a:gd name="T83" fmla="*/ 2222 h 14478"/>
              <a:gd name="T84" fmla="*/ 7564 w 28031"/>
              <a:gd name="T85" fmla="*/ 1204 h 14478"/>
              <a:gd name="T86" fmla="*/ 5712 w 28031"/>
              <a:gd name="T87" fmla="*/ 1327 h 14478"/>
              <a:gd name="T88" fmla="*/ 2594 w 28031"/>
              <a:gd name="T89" fmla="*/ 1111 h 14478"/>
              <a:gd name="T90" fmla="*/ 1483 w 28031"/>
              <a:gd name="T91" fmla="*/ 1544 h 14478"/>
              <a:gd name="T92" fmla="*/ 618 w 28031"/>
              <a:gd name="T93" fmla="*/ 2038 h 14478"/>
              <a:gd name="T94" fmla="*/ 834 w 28031"/>
              <a:gd name="T95" fmla="*/ 2254 h 14478"/>
              <a:gd name="T96" fmla="*/ 371 w 28031"/>
              <a:gd name="T97" fmla="*/ 2562 h 14478"/>
              <a:gd name="T98" fmla="*/ 1483 w 28031"/>
              <a:gd name="T99" fmla="*/ 2099 h 14478"/>
              <a:gd name="T100" fmla="*/ 1853 w 28031"/>
              <a:gd name="T101" fmla="*/ 2068 h 14478"/>
              <a:gd name="T102" fmla="*/ 2563 w 28031"/>
              <a:gd name="T103" fmla="*/ 2315 h 14478"/>
              <a:gd name="T104" fmla="*/ 2625 w 28031"/>
              <a:gd name="T105" fmla="*/ 2562 h 14478"/>
              <a:gd name="T106" fmla="*/ 2686 w 28031"/>
              <a:gd name="T107" fmla="*/ 2809 h 14478"/>
              <a:gd name="T108" fmla="*/ 2655 w 28031"/>
              <a:gd name="T109" fmla="*/ 3118 h 14478"/>
              <a:gd name="T110" fmla="*/ 2686 w 28031"/>
              <a:gd name="T111" fmla="*/ 3426 h 14478"/>
              <a:gd name="T112" fmla="*/ 2100 w 28031"/>
              <a:gd name="T113" fmla="*/ 4507 h 14478"/>
              <a:gd name="T114" fmla="*/ 4847 w 28031"/>
              <a:gd name="T115" fmla="*/ 7531 h 14478"/>
              <a:gd name="T116" fmla="*/ 6823 w 28031"/>
              <a:gd name="T117" fmla="*/ 13427 h 14478"/>
              <a:gd name="T118" fmla="*/ 7255 w 28031"/>
              <a:gd name="T119" fmla="*/ 14415 h 14478"/>
              <a:gd name="T120" fmla="*/ 9416 w 28031"/>
              <a:gd name="T121" fmla="*/ 10279 h 14478"/>
              <a:gd name="T122" fmla="*/ 2809 w 28031"/>
              <a:gd name="T123" fmla="*/ 2501 h 14478"/>
              <a:gd name="T124" fmla="*/ 7163 w 28031"/>
              <a:gd name="T125" fmla="*/ 1821 h 14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8031" h="14478">
                <a:moveTo>
                  <a:pt x="24203" y="7224"/>
                </a:moveTo>
                <a:lnTo>
                  <a:pt x="24203" y="7224"/>
                </a:lnTo>
                <a:close/>
                <a:moveTo>
                  <a:pt x="25900" y="8951"/>
                </a:moveTo>
                <a:lnTo>
                  <a:pt x="25900" y="8951"/>
                </a:lnTo>
                <a:cubicBezTo>
                  <a:pt x="25869" y="8951"/>
                  <a:pt x="25839" y="8951"/>
                  <a:pt x="25808" y="8921"/>
                </a:cubicBezTo>
                <a:lnTo>
                  <a:pt x="25746" y="8921"/>
                </a:lnTo>
                <a:cubicBezTo>
                  <a:pt x="25715" y="8889"/>
                  <a:pt x="25592" y="8951"/>
                  <a:pt x="25622" y="9012"/>
                </a:cubicBezTo>
                <a:cubicBezTo>
                  <a:pt x="25653" y="8982"/>
                  <a:pt x="25653" y="8951"/>
                  <a:pt x="25653" y="8951"/>
                </a:cubicBezTo>
                <a:lnTo>
                  <a:pt x="25683" y="8982"/>
                </a:lnTo>
                <a:cubicBezTo>
                  <a:pt x="25715" y="8982"/>
                  <a:pt x="25746" y="8951"/>
                  <a:pt x="25746" y="8951"/>
                </a:cubicBezTo>
                <a:cubicBezTo>
                  <a:pt x="25746" y="8982"/>
                  <a:pt x="25746" y="8982"/>
                  <a:pt x="25746" y="8982"/>
                </a:cubicBezTo>
                <a:cubicBezTo>
                  <a:pt x="25746" y="8982"/>
                  <a:pt x="25776" y="9012"/>
                  <a:pt x="25808" y="8982"/>
                </a:cubicBezTo>
                <a:cubicBezTo>
                  <a:pt x="25808" y="8951"/>
                  <a:pt x="25808" y="8982"/>
                  <a:pt x="25839" y="8982"/>
                </a:cubicBezTo>
                <a:cubicBezTo>
                  <a:pt x="25869" y="9012"/>
                  <a:pt x="25900" y="9012"/>
                  <a:pt x="25900" y="9044"/>
                </a:cubicBezTo>
                <a:cubicBezTo>
                  <a:pt x="25931" y="9012"/>
                  <a:pt x="25900" y="8951"/>
                  <a:pt x="25900" y="8951"/>
                </a:cubicBezTo>
                <a:close/>
                <a:moveTo>
                  <a:pt x="12874" y="2439"/>
                </a:moveTo>
                <a:lnTo>
                  <a:pt x="12874" y="2439"/>
                </a:lnTo>
                <a:lnTo>
                  <a:pt x="12874" y="2439"/>
                </a:lnTo>
                <a:cubicBezTo>
                  <a:pt x="12874" y="2439"/>
                  <a:pt x="12843" y="2469"/>
                  <a:pt x="12843" y="2439"/>
                </a:cubicBezTo>
                <a:cubicBezTo>
                  <a:pt x="12843" y="2469"/>
                  <a:pt x="12874" y="2439"/>
                  <a:pt x="12874" y="2439"/>
                </a:cubicBezTo>
                <a:lnTo>
                  <a:pt x="12843" y="2469"/>
                </a:lnTo>
                <a:lnTo>
                  <a:pt x="12874" y="2469"/>
                </a:lnTo>
                <a:cubicBezTo>
                  <a:pt x="12874" y="2469"/>
                  <a:pt x="12904" y="2439"/>
                  <a:pt x="12935" y="2439"/>
                </a:cubicBezTo>
                <a:lnTo>
                  <a:pt x="12904" y="2439"/>
                </a:lnTo>
                <a:lnTo>
                  <a:pt x="12904" y="2469"/>
                </a:lnTo>
                <a:lnTo>
                  <a:pt x="12904" y="2469"/>
                </a:lnTo>
                <a:lnTo>
                  <a:pt x="12904" y="2469"/>
                </a:lnTo>
                <a:cubicBezTo>
                  <a:pt x="12904" y="2469"/>
                  <a:pt x="12904" y="2469"/>
                  <a:pt x="12935" y="2469"/>
                </a:cubicBezTo>
                <a:cubicBezTo>
                  <a:pt x="12904" y="2469"/>
                  <a:pt x="12874" y="2501"/>
                  <a:pt x="12904" y="2501"/>
                </a:cubicBezTo>
                <a:cubicBezTo>
                  <a:pt x="12874" y="2501"/>
                  <a:pt x="12874" y="2501"/>
                  <a:pt x="12874" y="2501"/>
                </a:cubicBezTo>
                <a:lnTo>
                  <a:pt x="12874" y="2501"/>
                </a:lnTo>
                <a:lnTo>
                  <a:pt x="12874" y="2501"/>
                </a:lnTo>
                <a:cubicBezTo>
                  <a:pt x="12904" y="2501"/>
                  <a:pt x="12874" y="2501"/>
                  <a:pt x="12874" y="2532"/>
                </a:cubicBezTo>
                <a:lnTo>
                  <a:pt x="12874" y="2532"/>
                </a:lnTo>
                <a:lnTo>
                  <a:pt x="12874" y="2532"/>
                </a:lnTo>
                <a:lnTo>
                  <a:pt x="12874" y="2532"/>
                </a:lnTo>
                <a:lnTo>
                  <a:pt x="12874" y="2532"/>
                </a:lnTo>
                <a:cubicBezTo>
                  <a:pt x="12874" y="2532"/>
                  <a:pt x="12843" y="2593"/>
                  <a:pt x="12874" y="2593"/>
                </a:cubicBezTo>
                <a:lnTo>
                  <a:pt x="12874" y="2562"/>
                </a:lnTo>
                <a:lnTo>
                  <a:pt x="12874" y="2532"/>
                </a:lnTo>
                <a:lnTo>
                  <a:pt x="12874" y="2532"/>
                </a:lnTo>
                <a:cubicBezTo>
                  <a:pt x="12904" y="2501"/>
                  <a:pt x="12935" y="2501"/>
                  <a:pt x="12935" y="2501"/>
                </a:cubicBezTo>
                <a:cubicBezTo>
                  <a:pt x="12904" y="2532"/>
                  <a:pt x="12904" y="2501"/>
                  <a:pt x="12904" y="2532"/>
                </a:cubicBezTo>
                <a:lnTo>
                  <a:pt x="12904" y="2532"/>
                </a:lnTo>
                <a:lnTo>
                  <a:pt x="12904" y="2532"/>
                </a:lnTo>
                <a:lnTo>
                  <a:pt x="12904" y="2532"/>
                </a:lnTo>
                <a:lnTo>
                  <a:pt x="12935" y="2532"/>
                </a:lnTo>
                <a:lnTo>
                  <a:pt x="12935" y="2501"/>
                </a:lnTo>
                <a:lnTo>
                  <a:pt x="12935" y="2501"/>
                </a:lnTo>
                <a:cubicBezTo>
                  <a:pt x="12935" y="2501"/>
                  <a:pt x="12935" y="2501"/>
                  <a:pt x="12935" y="2532"/>
                </a:cubicBezTo>
                <a:lnTo>
                  <a:pt x="12967" y="2532"/>
                </a:lnTo>
                <a:cubicBezTo>
                  <a:pt x="12904" y="2532"/>
                  <a:pt x="12967" y="2562"/>
                  <a:pt x="12935" y="2562"/>
                </a:cubicBezTo>
                <a:lnTo>
                  <a:pt x="12904" y="2624"/>
                </a:lnTo>
                <a:lnTo>
                  <a:pt x="12904" y="2624"/>
                </a:lnTo>
                <a:lnTo>
                  <a:pt x="12904" y="2655"/>
                </a:lnTo>
                <a:cubicBezTo>
                  <a:pt x="12935" y="2655"/>
                  <a:pt x="12904" y="2624"/>
                  <a:pt x="12935" y="2655"/>
                </a:cubicBezTo>
                <a:cubicBezTo>
                  <a:pt x="12967" y="2655"/>
                  <a:pt x="12967" y="2655"/>
                  <a:pt x="12967" y="2624"/>
                </a:cubicBezTo>
                <a:cubicBezTo>
                  <a:pt x="12967" y="2655"/>
                  <a:pt x="13059" y="2624"/>
                  <a:pt x="13059" y="2624"/>
                </a:cubicBezTo>
                <a:lnTo>
                  <a:pt x="13059" y="2624"/>
                </a:lnTo>
                <a:cubicBezTo>
                  <a:pt x="13059" y="2624"/>
                  <a:pt x="13059" y="2624"/>
                  <a:pt x="13028" y="2655"/>
                </a:cubicBezTo>
                <a:cubicBezTo>
                  <a:pt x="13028" y="2655"/>
                  <a:pt x="13028" y="2716"/>
                  <a:pt x="13059" y="2716"/>
                </a:cubicBezTo>
                <a:cubicBezTo>
                  <a:pt x="13059" y="2716"/>
                  <a:pt x="13059" y="2748"/>
                  <a:pt x="13059" y="2716"/>
                </a:cubicBezTo>
                <a:lnTo>
                  <a:pt x="13090" y="2716"/>
                </a:lnTo>
                <a:cubicBezTo>
                  <a:pt x="13090" y="2716"/>
                  <a:pt x="13059" y="2748"/>
                  <a:pt x="13090" y="2716"/>
                </a:cubicBezTo>
                <a:cubicBezTo>
                  <a:pt x="13090" y="2748"/>
                  <a:pt x="13059" y="2748"/>
                  <a:pt x="13059" y="2748"/>
                </a:cubicBezTo>
                <a:cubicBezTo>
                  <a:pt x="13059" y="2778"/>
                  <a:pt x="13059" y="2809"/>
                  <a:pt x="13090" y="2809"/>
                </a:cubicBezTo>
                <a:cubicBezTo>
                  <a:pt x="13059" y="2809"/>
                  <a:pt x="13059" y="2778"/>
                  <a:pt x="13059" y="2778"/>
                </a:cubicBezTo>
                <a:cubicBezTo>
                  <a:pt x="13059" y="2809"/>
                  <a:pt x="13059" y="2809"/>
                  <a:pt x="13059" y="2809"/>
                </a:cubicBezTo>
                <a:cubicBezTo>
                  <a:pt x="13028" y="2778"/>
                  <a:pt x="12997" y="2809"/>
                  <a:pt x="12997" y="2809"/>
                </a:cubicBezTo>
                <a:lnTo>
                  <a:pt x="12904" y="2840"/>
                </a:lnTo>
                <a:cubicBezTo>
                  <a:pt x="12904" y="2871"/>
                  <a:pt x="12967" y="2840"/>
                  <a:pt x="12967" y="2840"/>
                </a:cubicBezTo>
                <a:lnTo>
                  <a:pt x="12967" y="2871"/>
                </a:lnTo>
                <a:lnTo>
                  <a:pt x="12967" y="2871"/>
                </a:lnTo>
                <a:cubicBezTo>
                  <a:pt x="12967" y="2902"/>
                  <a:pt x="12967" y="2902"/>
                  <a:pt x="12935" y="2902"/>
                </a:cubicBezTo>
                <a:cubicBezTo>
                  <a:pt x="12935" y="2933"/>
                  <a:pt x="12904" y="2933"/>
                  <a:pt x="12904" y="2933"/>
                </a:cubicBezTo>
                <a:cubicBezTo>
                  <a:pt x="12904" y="2933"/>
                  <a:pt x="12874" y="2933"/>
                  <a:pt x="12843" y="2963"/>
                </a:cubicBezTo>
                <a:cubicBezTo>
                  <a:pt x="12874" y="2963"/>
                  <a:pt x="12874" y="2963"/>
                  <a:pt x="12874" y="2963"/>
                </a:cubicBezTo>
                <a:lnTo>
                  <a:pt x="12874" y="2963"/>
                </a:lnTo>
                <a:cubicBezTo>
                  <a:pt x="12874" y="2963"/>
                  <a:pt x="12874" y="2963"/>
                  <a:pt x="12904" y="2963"/>
                </a:cubicBezTo>
                <a:lnTo>
                  <a:pt x="12874" y="2963"/>
                </a:lnTo>
                <a:cubicBezTo>
                  <a:pt x="12874" y="2995"/>
                  <a:pt x="12935" y="2963"/>
                  <a:pt x="12935" y="2963"/>
                </a:cubicBezTo>
                <a:lnTo>
                  <a:pt x="12935" y="2963"/>
                </a:lnTo>
                <a:lnTo>
                  <a:pt x="12967" y="2963"/>
                </a:lnTo>
                <a:cubicBezTo>
                  <a:pt x="12967" y="2995"/>
                  <a:pt x="12935" y="2963"/>
                  <a:pt x="12935" y="2995"/>
                </a:cubicBezTo>
                <a:cubicBezTo>
                  <a:pt x="12935" y="2963"/>
                  <a:pt x="12997" y="2995"/>
                  <a:pt x="12997" y="2995"/>
                </a:cubicBezTo>
                <a:cubicBezTo>
                  <a:pt x="13028" y="3025"/>
                  <a:pt x="13028" y="2995"/>
                  <a:pt x="13059" y="2995"/>
                </a:cubicBezTo>
                <a:lnTo>
                  <a:pt x="13090" y="2963"/>
                </a:lnTo>
                <a:cubicBezTo>
                  <a:pt x="13059" y="2963"/>
                  <a:pt x="13059" y="3025"/>
                  <a:pt x="13028" y="3025"/>
                </a:cubicBezTo>
                <a:cubicBezTo>
                  <a:pt x="13028" y="3025"/>
                  <a:pt x="12935" y="2995"/>
                  <a:pt x="12935" y="3025"/>
                </a:cubicBezTo>
                <a:lnTo>
                  <a:pt x="12874" y="3087"/>
                </a:lnTo>
                <a:lnTo>
                  <a:pt x="12874" y="3087"/>
                </a:lnTo>
                <a:lnTo>
                  <a:pt x="12812" y="3149"/>
                </a:lnTo>
                <a:lnTo>
                  <a:pt x="12843" y="3149"/>
                </a:lnTo>
                <a:cubicBezTo>
                  <a:pt x="12874" y="3149"/>
                  <a:pt x="12843" y="3149"/>
                  <a:pt x="12874" y="3118"/>
                </a:cubicBezTo>
                <a:cubicBezTo>
                  <a:pt x="12874" y="3118"/>
                  <a:pt x="12935" y="3087"/>
                  <a:pt x="12935" y="3118"/>
                </a:cubicBezTo>
                <a:lnTo>
                  <a:pt x="12935" y="3118"/>
                </a:lnTo>
                <a:cubicBezTo>
                  <a:pt x="12935" y="3118"/>
                  <a:pt x="12935" y="3118"/>
                  <a:pt x="12935" y="3087"/>
                </a:cubicBezTo>
                <a:cubicBezTo>
                  <a:pt x="12935" y="3118"/>
                  <a:pt x="12967" y="3118"/>
                  <a:pt x="12967" y="3118"/>
                </a:cubicBezTo>
                <a:cubicBezTo>
                  <a:pt x="12997" y="3118"/>
                  <a:pt x="12997" y="3118"/>
                  <a:pt x="12997" y="3087"/>
                </a:cubicBezTo>
                <a:cubicBezTo>
                  <a:pt x="12997" y="3087"/>
                  <a:pt x="13090" y="3056"/>
                  <a:pt x="13090" y="3087"/>
                </a:cubicBezTo>
                <a:lnTo>
                  <a:pt x="13121" y="3087"/>
                </a:lnTo>
                <a:lnTo>
                  <a:pt x="13121" y="3087"/>
                </a:lnTo>
                <a:cubicBezTo>
                  <a:pt x="13121" y="3056"/>
                  <a:pt x="13182" y="3087"/>
                  <a:pt x="13182" y="3056"/>
                </a:cubicBezTo>
                <a:cubicBezTo>
                  <a:pt x="13182" y="3056"/>
                  <a:pt x="13151" y="3056"/>
                  <a:pt x="13182" y="3056"/>
                </a:cubicBezTo>
                <a:lnTo>
                  <a:pt x="13182" y="3056"/>
                </a:lnTo>
                <a:lnTo>
                  <a:pt x="13214" y="3056"/>
                </a:lnTo>
                <a:cubicBezTo>
                  <a:pt x="13214" y="3087"/>
                  <a:pt x="13275" y="3056"/>
                  <a:pt x="13275" y="3056"/>
                </a:cubicBezTo>
                <a:cubicBezTo>
                  <a:pt x="13306" y="3056"/>
                  <a:pt x="13368" y="3056"/>
                  <a:pt x="13368" y="3056"/>
                </a:cubicBezTo>
                <a:cubicBezTo>
                  <a:pt x="13368" y="3056"/>
                  <a:pt x="13429" y="3025"/>
                  <a:pt x="13429" y="2995"/>
                </a:cubicBezTo>
                <a:cubicBezTo>
                  <a:pt x="13398" y="2995"/>
                  <a:pt x="13398" y="2995"/>
                  <a:pt x="13368" y="2995"/>
                </a:cubicBezTo>
                <a:lnTo>
                  <a:pt x="13368" y="2995"/>
                </a:lnTo>
                <a:lnTo>
                  <a:pt x="13368" y="2995"/>
                </a:lnTo>
                <a:lnTo>
                  <a:pt x="13337" y="2995"/>
                </a:lnTo>
                <a:lnTo>
                  <a:pt x="13368" y="2995"/>
                </a:lnTo>
                <a:lnTo>
                  <a:pt x="13337" y="2995"/>
                </a:lnTo>
                <a:cubicBezTo>
                  <a:pt x="13337" y="2995"/>
                  <a:pt x="13398" y="2963"/>
                  <a:pt x="13368" y="2963"/>
                </a:cubicBezTo>
                <a:lnTo>
                  <a:pt x="13368" y="2963"/>
                </a:lnTo>
                <a:lnTo>
                  <a:pt x="13398" y="2963"/>
                </a:lnTo>
                <a:cubicBezTo>
                  <a:pt x="13398" y="2963"/>
                  <a:pt x="13398" y="2963"/>
                  <a:pt x="13398" y="2933"/>
                </a:cubicBezTo>
                <a:lnTo>
                  <a:pt x="13398" y="2933"/>
                </a:lnTo>
                <a:lnTo>
                  <a:pt x="13398" y="2933"/>
                </a:lnTo>
                <a:lnTo>
                  <a:pt x="13398" y="2933"/>
                </a:lnTo>
                <a:cubicBezTo>
                  <a:pt x="13491" y="2933"/>
                  <a:pt x="13429" y="2809"/>
                  <a:pt x="13398" y="2840"/>
                </a:cubicBezTo>
                <a:cubicBezTo>
                  <a:pt x="13398" y="2840"/>
                  <a:pt x="13337" y="2840"/>
                  <a:pt x="13337" y="2871"/>
                </a:cubicBezTo>
                <a:cubicBezTo>
                  <a:pt x="13337" y="2840"/>
                  <a:pt x="13306" y="2840"/>
                  <a:pt x="13306" y="2840"/>
                </a:cubicBezTo>
                <a:cubicBezTo>
                  <a:pt x="13306" y="2809"/>
                  <a:pt x="13368" y="2809"/>
                  <a:pt x="13306" y="2778"/>
                </a:cubicBezTo>
                <a:cubicBezTo>
                  <a:pt x="13306" y="2778"/>
                  <a:pt x="13275" y="2778"/>
                  <a:pt x="13244" y="2748"/>
                </a:cubicBezTo>
                <a:cubicBezTo>
                  <a:pt x="13275" y="2748"/>
                  <a:pt x="13306" y="2778"/>
                  <a:pt x="13306" y="2778"/>
                </a:cubicBezTo>
                <a:cubicBezTo>
                  <a:pt x="13337" y="2778"/>
                  <a:pt x="13275" y="2716"/>
                  <a:pt x="13306" y="2716"/>
                </a:cubicBezTo>
                <a:cubicBezTo>
                  <a:pt x="13306" y="2716"/>
                  <a:pt x="13244" y="2686"/>
                  <a:pt x="13244" y="2655"/>
                </a:cubicBezTo>
                <a:cubicBezTo>
                  <a:pt x="13214" y="2655"/>
                  <a:pt x="13182" y="2624"/>
                  <a:pt x="13182" y="2593"/>
                </a:cubicBezTo>
                <a:cubicBezTo>
                  <a:pt x="13214" y="2562"/>
                  <a:pt x="13151" y="2532"/>
                  <a:pt x="13121" y="2532"/>
                </a:cubicBezTo>
                <a:cubicBezTo>
                  <a:pt x="13090" y="2501"/>
                  <a:pt x="13059" y="2532"/>
                  <a:pt x="13028" y="2501"/>
                </a:cubicBezTo>
                <a:cubicBezTo>
                  <a:pt x="13028" y="2501"/>
                  <a:pt x="13121" y="2532"/>
                  <a:pt x="13121" y="2501"/>
                </a:cubicBezTo>
                <a:cubicBezTo>
                  <a:pt x="13121" y="2469"/>
                  <a:pt x="13059" y="2501"/>
                  <a:pt x="13059" y="2501"/>
                </a:cubicBezTo>
                <a:cubicBezTo>
                  <a:pt x="13090" y="2501"/>
                  <a:pt x="13121" y="2439"/>
                  <a:pt x="13121" y="2439"/>
                </a:cubicBezTo>
                <a:cubicBezTo>
                  <a:pt x="13121" y="2439"/>
                  <a:pt x="13244" y="2346"/>
                  <a:pt x="13151" y="2346"/>
                </a:cubicBezTo>
                <a:cubicBezTo>
                  <a:pt x="13121" y="2346"/>
                  <a:pt x="13090" y="2346"/>
                  <a:pt x="13059" y="2346"/>
                </a:cubicBezTo>
                <a:lnTo>
                  <a:pt x="12997" y="2377"/>
                </a:lnTo>
                <a:lnTo>
                  <a:pt x="12997" y="2377"/>
                </a:lnTo>
                <a:lnTo>
                  <a:pt x="13028" y="2346"/>
                </a:lnTo>
                <a:lnTo>
                  <a:pt x="12997" y="2346"/>
                </a:lnTo>
                <a:cubicBezTo>
                  <a:pt x="12997" y="2346"/>
                  <a:pt x="13028" y="2346"/>
                  <a:pt x="12997" y="2315"/>
                </a:cubicBezTo>
                <a:cubicBezTo>
                  <a:pt x="12997" y="2315"/>
                  <a:pt x="13028" y="2346"/>
                  <a:pt x="13028" y="2315"/>
                </a:cubicBezTo>
                <a:lnTo>
                  <a:pt x="13028" y="2315"/>
                </a:lnTo>
                <a:cubicBezTo>
                  <a:pt x="13028" y="2315"/>
                  <a:pt x="13121" y="2254"/>
                  <a:pt x="13090" y="2254"/>
                </a:cubicBezTo>
                <a:cubicBezTo>
                  <a:pt x="13059" y="2254"/>
                  <a:pt x="13028" y="2254"/>
                  <a:pt x="12997" y="2285"/>
                </a:cubicBezTo>
                <a:cubicBezTo>
                  <a:pt x="12997" y="2254"/>
                  <a:pt x="12997" y="2254"/>
                  <a:pt x="12997" y="2254"/>
                </a:cubicBezTo>
                <a:cubicBezTo>
                  <a:pt x="12967" y="2254"/>
                  <a:pt x="12967" y="2254"/>
                  <a:pt x="12967" y="2285"/>
                </a:cubicBezTo>
                <a:cubicBezTo>
                  <a:pt x="12967" y="2254"/>
                  <a:pt x="12967" y="2254"/>
                  <a:pt x="12967" y="2254"/>
                </a:cubicBezTo>
                <a:cubicBezTo>
                  <a:pt x="12967" y="2254"/>
                  <a:pt x="12935" y="2254"/>
                  <a:pt x="12935" y="2285"/>
                </a:cubicBezTo>
                <a:lnTo>
                  <a:pt x="12935" y="2285"/>
                </a:lnTo>
                <a:cubicBezTo>
                  <a:pt x="12935" y="2285"/>
                  <a:pt x="12935" y="2285"/>
                  <a:pt x="12967" y="2285"/>
                </a:cubicBezTo>
                <a:cubicBezTo>
                  <a:pt x="12935" y="2285"/>
                  <a:pt x="12935" y="2285"/>
                  <a:pt x="12967" y="2285"/>
                </a:cubicBezTo>
                <a:cubicBezTo>
                  <a:pt x="12935" y="2285"/>
                  <a:pt x="12935" y="2285"/>
                  <a:pt x="12904" y="2285"/>
                </a:cubicBezTo>
                <a:lnTo>
                  <a:pt x="12935" y="2315"/>
                </a:lnTo>
                <a:lnTo>
                  <a:pt x="12904" y="2315"/>
                </a:lnTo>
                <a:cubicBezTo>
                  <a:pt x="12904" y="2315"/>
                  <a:pt x="12935" y="2315"/>
                  <a:pt x="12935" y="2346"/>
                </a:cubicBezTo>
                <a:cubicBezTo>
                  <a:pt x="12935" y="2315"/>
                  <a:pt x="12935" y="2315"/>
                  <a:pt x="12904" y="2315"/>
                </a:cubicBezTo>
                <a:lnTo>
                  <a:pt x="12935" y="2346"/>
                </a:lnTo>
                <a:cubicBezTo>
                  <a:pt x="12904" y="2346"/>
                  <a:pt x="12904" y="2315"/>
                  <a:pt x="12904" y="2346"/>
                </a:cubicBezTo>
                <a:lnTo>
                  <a:pt x="12904" y="2346"/>
                </a:lnTo>
                <a:lnTo>
                  <a:pt x="12874" y="2346"/>
                </a:lnTo>
                <a:lnTo>
                  <a:pt x="12874" y="2346"/>
                </a:lnTo>
                <a:cubicBezTo>
                  <a:pt x="12874" y="2377"/>
                  <a:pt x="12874" y="2346"/>
                  <a:pt x="12904" y="2377"/>
                </a:cubicBezTo>
                <a:cubicBezTo>
                  <a:pt x="12904" y="2346"/>
                  <a:pt x="12874" y="2377"/>
                  <a:pt x="12874" y="2377"/>
                </a:cubicBezTo>
                <a:lnTo>
                  <a:pt x="12904" y="2377"/>
                </a:lnTo>
                <a:lnTo>
                  <a:pt x="12874" y="2377"/>
                </a:lnTo>
                <a:cubicBezTo>
                  <a:pt x="12874" y="2408"/>
                  <a:pt x="12904" y="2377"/>
                  <a:pt x="12904" y="2377"/>
                </a:cubicBezTo>
                <a:lnTo>
                  <a:pt x="12904" y="2408"/>
                </a:lnTo>
                <a:lnTo>
                  <a:pt x="12904" y="2408"/>
                </a:lnTo>
                <a:lnTo>
                  <a:pt x="12904" y="2408"/>
                </a:lnTo>
                <a:lnTo>
                  <a:pt x="12874" y="2408"/>
                </a:lnTo>
                <a:cubicBezTo>
                  <a:pt x="12874" y="2408"/>
                  <a:pt x="12874" y="2408"/>
                  <a:pt x="12904" y="2408"/>
                </a:cubicBezTo>
                <a:cubicBezTo>
                  <a:pt x="12874" y="2408"/>
                  <a:pt x="12843" y="2439"/>
                  <a:pt x="12874" y="2439"/>
                </a:cubicBezTo>
                <a:close/>
                <a:moveTo>
                  <a:pt x="12812" y="2809"/>
                </a:moveTo>
                <a:lnTo>
                  <a:pt x="12812" y="2809"/>
                </a:lnTo>
                <a:cubicBezTo>
                  <a:pt x="12812" y="2778"/>
                  <a:pt x="12812" y="2778"/>
                  <a:pt x="12812" y="2778"/>
                </a:cubicBezTo>
                <a:cubicBezTo>
                  <a:pt x="12812" y="2778"/>
                  <a:pt x="12812" y="2778"/>
                  <a:pt x="12812" y="2748"/>
                </a:cubicBezTo>
                <a:cubicBezTo>
                  <a:pt x="12812" y="2748"/>
                  <a:pt x="12781" y="2748"/>
                  <a:pt x="12781" y="2716"/>
                </a:cubicBezTo>
                <a:cubicBezTo>
                  <a:pt x="12781" y="2716"/>
                  <a:pt x="12812" y="2748"/>
                  <a:pt x="12812" y="2716"/>
                </a:cubicBezTo>
                <a:lnTo>
                  <a:pt x="12812" y="2716"/>
                </a:lnTo>
                <a:cubicBezTo>
                  <a:pt x="12812" y="2716"/>
                  <a:pt x="12874" y="2716"/>
                  <a:pt x="12874" y="2686"/>
                </a:cubicBezTo>
                <a:lnTo>
                  <a:pt x="12874" y="2686"/>
                </a:lnTo>
                <a:cubicBezTo>
                  <a:pt x="12843" y="2686"/>
                  <a:pt x="12843" y="2686"/>
                  <a:pt x="12843" y="2686"/>
                </a:cubicBezTo>
                <a:lnTo>
                  <a:pt x="12843" y="2686"/>
                </a:lnTo>
                <a:cubicBezTo>
                  <a:pt x="12874" y="2686"/>
                  <a:pt x="12843" y="2655"/>
                  <a:pt x="12843" y="2686"/>
                </a:cubicBezTo>
                <a:cubicBezTo>
                  <a:pt x="12874" y="2686"/>
                  <a:pt x="12874" y="2686"/>
                  <a:pt x="12874" y="2686"/>
                </a:cubicBezTo>
                <a:cubicBezTo>
                  <a:pt x="12874" y="2686"/>
                  <a:pt x="12874" y="2655"/>
                  <a:pt x="12843" y="2655"/>
                </a:cubicBezTo>
                <a:lnTo>
                  <a:pt x="12843" y="2655"/>
                </a:lnTo>
                <a:lnTo>
                  <a:pt x="12843" y="2655"/>
                </a:lnTo>
                <a:cubicBezTo>
                  <a:pt x="12843" y="2624"/>
                  <a:pt x="12812" y="2593"/>
                  <a:pt x="12781" y="2593"/>
                </a:cubicBezTo>
                <a:lnTo>
                  <a:pt x="12720" y="2624"/>
                </a:lnTo>
                <a:cubicBezTo>
                  <a:pt x="12750" y="2624"/>
                  <a:pt x="12750" y="2593"/>
                  <a:pt x="12750" y="2593"/>
                </a:cubicBezTo>
                <a:lnTo>
                  <a:pt x="12720" y="2593"/>
                </a:lnTo>
                <a:lnTo>
                  <a:pt x="12720" y="2593"/>
                </a:lnTo>
                <a:lnTo>
                  <a:pt x="12720" y="2593"/>
                </a:lnTo>
                <a:lnTo>
                  <a:pt x="12688" y="2624"/>
                </a:lnTo>
                <a:lnTo>
                  <a:pt x="12688" y="2624"/>
                </a:lnTo>
                <a:cubicBezTo>
                  <a:pt x="12720" y="2624"/>
                  <a:pt x="12688" y="2624"/>
                  <a:pt x="12688" y="2593"/>
                </a:cubicBezTo>
                <a:lnTo>
                  <a:pt x="12688" y="2593"/>
                </a:lnTo>
                <a:lnTo>
                  <a:pt x="12688" y="2593"/>
                </a:lnTo>
                <a:lnTo>
                  <a:pt x="12688" y="2593"/>
                </a:lnTo>
                <a:lnTo>
                  <a:pt x="12688" y="2624"/>
                </a:lnTo>
                <a:lnTo>
                  <a:pt x="12688" y="2593"/>
                </a:lnTo>
                <a:lnTo>
                  <a:pt x="12627" y="2624"/>
                </a:lnTo>
                <a:lnTo>
                  <a:pt x="12627" y="2624"/>
                </a:lnTo>
                <a:lnTo>
                  <a:pt x="12627" y="2655"/>
                </a:lnTo>
                <a:cubicBezTo>
                  <a:pt x="12627" y="2655"/>
                  <a:pt x="12627" y="2624"/>
                  <a:pt x="12627" y="2655"/>
                </a:cubicBezTo>
                <a:lnTo>
                  <a:pt x="12596" y="2655"/>
                </a:lnTo>
                <a:lnTo>
                  <a:pt x="12627" y="2655"/>
                </a:lnTo>
                <a:cubicBezTo>
                  <a:pt x="12627" y="2655"/>
                  <a:pt x="12627" y="2655"/>
                  <a:pt x="12627" y="2686"/>
                </a:cubicBezTo>
                <a:cubicBezTo>
                  <a:pt x="12627" y="2655"/>
                  <a:pt x="12658" y="2655"/>
                  <a:pt x="12658" y="2655"/>
                </a:cubicBezTo>
                <a:cubicBezTo>
                  <a:pt x="12658" y="2686"/>
                  <a:pt x="12596" y="2686"/>
                  <a:pt x="12596" y="2686"/>
                </a:cubicBezTo>
                <a:lnTo>
                  <a:pt x="12627" y="2686"/>
                </a:lnTo>
                <a:lnTo>
                  <a:pt x="12627" y="2686"/>
                </a:lnTo>
                <a:cubicBezTo>
                  <a:pt x="12627" y="2686"/>
                  <a:pt x="12627" y="2686"/>
                  <a:pt x="12596" y="2716"/>
                </a:cubicBezTo>
                <a:cubicBezTo>
                  <a:pt x="12627" y="2716"/>
                  <a:pt x="12627" y="2716"/>
                  <a:pt x="12627" y="2716"/>
                </a:cubicBezTo>
                <a:cubicBezTo>
                  <a:pt x="12596" y="2716"/>
                  <a:pt x="12565" y="2686"/>
                  <a:pt x="12565" y="2716"/>
                </a:cubicBezTo>
                <a:cubicBezTo>
                  <a:pt x="12565" y="2686"/>
                  <a:pt x="12534" y="2686"/>
                  <a:pt x="12503" y="2686"/>
                </a:cubicBezTo>
                <a:lnTo>
                  <a:pt x="12503" y="2716"/>
                </a:lnTo>
                <a:lnTo>
                  <a:pt x="12503" y="2716"/>
                </a:lnTo>
                <a:lnTo>
                  <a:pt x="12503" y="2716"/>
                </a:lnTo>
                <a:lnTo>
                  <a:pt x="12503" y="2716"/>
                </a:lnTo>
                <a:lnTo>
                  <a:pt x="12503" y="2748"/>
                </a:lnTo>
                <a:lnTo>
                  <a:pt x="12534" y="2748"/>
                </a:lnTo>
                <a:cubicBezTo>
                  <a:pt x="12534" y="2748"/>
                  <a:pt x="12473" y="2778"/>
                  <a:pt x="12503" y="2778"/>
                </a:cubicBezTo>
                <a:lnTo>
                  <a:pt x="12473" y="2778"/>
                </a:lnTo>
                <a:lnTo>
                  <a:pt x="12473" y="2778"/>
                </a:lnTo>
                <a:lnTo>
                  <a:pt x="12473" y="2778"/>
                </a:lnTo>
                <a:cubicBezTo>
                  <a:pt x="12473" y="2809"/>
                  <a:pt x="12503" y="2778"/>
                  <a:pt x="12503" y="2778"/>
                </a:cubicBezTo>
                <a:cubicBezTo>
                  <a:pt x="12503" y="2809"/>
                  <a:pt x="12503" y="2809"/>
                  <a:pt x="12503" y="2809"/>
                </a:cubicBezTo>
                <a:lnTo>
                  <a:pt x="12534" y="2809"/>
                </a:lnTo>
                <a:lnTo>
                  <a:pt x="12503" y="2809"/>
                </a:lnTo>
                <a:lnTo>
                  <a:pt x="12565" y="2809"/>
                </a:lnTo>
                <a:lnTo>
                  <a:pt x="12565" y="2809"/>
                </a:lnTo>
                <a:cubicBezTo>
                  <a:pt x="12596" y="2809"/>
                  <a:pt x="12565" y="2809"/>
                  <a:pt x="12565" y="2809"/>
                </a:cubicBezTo>
                <a:cubicBezTo>
                  <a:pt x="12534" y="2809"/>
                  <a:pt x="12534" y="2840"/>
                  <a:pt x="12534" y="2840"/>
                </a:cubicBezTo>
                <a:lnTo>
                  <a:pt x="12534" y="2840"/>
                </a:lnTo>
                <a:cubicBezTo>
                  <a:pt x="12534" y="2871"/>
                  <a:pt x="12503" y="2871"/>
                  <a:pt x="12473" y="2871"/>
                </a:cubicBezTo>
                <a:cubicBezTo>
                  <a:pt x="12503" y="2871"/>
                  <a:pt x="12503" y="2871"/>
                  <a:pt x="12534" y="2871"/>
                </a:cubicBezTo>
                <a:cubicBezTo>
                  <a:pt x="12534" y="2871"/>
                  <a:pt x="12534" y="2871"/>
                  <a:pt x="12565" y="2871"/>
                </a:cubicBezTo>
                <a:lnTo>
                  <a:pt x="12565" y="2871"/>
                </a:lnTo>
                <a:cubicBezTo>
                  <a:pt x="12565" y="2871"/>
                  <a:pt x="12473" y="2871"/>
                  <a:pt x="12473" y="2902"/>
                </a:cubicBezTo>
                <a:cubicBezTo>
                  <a:pt x="12473" y="2902"/>
                  <a:pt x="12473" y="2902"/>
                  <a:pt x="12503" y="2902"/>
                </a:cubicBezTo>
                <a:cubicBezTo>
                  <a:pt x="12473" y="2902"/>
                  <a:pt x="12441" y="2902"/>
                  <a:pt x="12441" y="2933"/>
                </a:cubicBezTo>
                <a:cubicBezTo>
                  <a:pt x="12441" y="2933"/>
                  <a:pt x="12473" y="2933"/>
                  <a:pt x="12503" y="2933"/>
                </a:cubicBezTo>
                <a:cubicBezTo>
                  <a:pt x="12473" y="2933"/>
                  <a:pt x="12441" y="2933"/>
                  <a:pt x="12441" y="2963"/>
                </a:cubicBezTo>
                <a:lnTo>
                  <a:pt x="12441" y="2963"/>
                </a:lnTo>
                <a:lnTo>
                  <a:pt x="12441" y="2963"/>
                </a:lnTo>
                <a:lnTo>
                  <a:pt x="12441" y="2963"/>
                </a:lnTo>
                <a:cubicBezTo>
                  <a:pt x="12473" y="2963"/>
                  <a:pt x="12473" y="2963"/>
                  <a:pt x="12503" y="2963"/>
                </a:cubicBezTo>
                <a:cubicBezTo>
                  <a:pt x="12473" y="2963"/>
                  <a:pt x="12441" y="2963"/>
                  <a:pt x="12441" y="2995"/>
                </a:cubicBezTo>
                <a:lnTo>
                  <a:pt x="12503" y="2963"/>
                </a:lnTo>
                <a:lnTo>
                  <a:pt x="12503" y="2995"/>
                </a:lnTo>
                <a:lnTo>
                  <a:pt x="12473" y="2995"/>
                </a:lnTo>
                <a:lnTo>
                  <a:pt x="12503" y="2995"/>
                </a:lnTo>
                <a:lnTo>
                  <a:pt x="12503" y="2995"/>
                </a:lnTo>
                <a:cubicBezTo>
                  <a:pt x="12534" y="2995"/>
                  <a:pt x="12565" y="2995"/>
                  <a:pt x="12565" y="2963"/>
                </a:cubicBezTo>
                <a:cubicBezTo>
                  <a:pt x="12565" y="2963"/>
                  <a:pt x="12565" y="2963"/>
                  <a:pt x="12596" y="2995"/>
                </a:cubicBezTo>
                <a:cubicBezTo>
                  <a:pt x="12596" y="2963"/>
                  <a:pt x="12596" y="2963"/>
                  <a:pt x="12596" y="2963"/>
                </a:cubicBezTo>
                <a:cubicBezTo>
                  <a:pt x="12596" y="2963"/>
                  <a:pt x="12627" y="2963"/>
                  <a:pt x="12596" y="2963"/>
                </a:cubicBezTo>
                <a:cubicBezTo>
                  <a:pt x="12658" y="2933"/>
                  <a:pt x="12596" y="2963"/>
                  <a:pt x="12596" y="2963"/>
                </a:cubicBezTo>
                <a:cubicBezTo>
                  <a:pt x="12627" y="2963"/>
                  <a:pt x="12720" y="2933"/>
                  <a:pt x="12720" y="2933"/>
                </a:cubicBezTo>
                <a:cubicBezTo>
                  <a:pt x="12720" y="2933"/>
                  <a:pt x="12720" y="2933"/>
                  <a:pt x="12720" y="2902"/>
                </a:cubicBezTo>
                <a:lnTo>
                  <a:pt x="12720" y="2933"/>
                </a:lnTo>
                <a:cubicBezTo>
                  <a:pt x="12720" y="2933"/>
                  <a:pt x="12720" y="2902"/>
                  <a:pt x="12750" y="2902"/>
                </a:cubicBezTo>
                <a:cubicBezTo>
                  <a:pt x="12750" y="2933"/>
                  <a:pt x="12781" y="2933"/>
                  <a:pt x="12781" y="2902"/>
                </a:cubicBezTo>
                <a:cubicBezTo>
                  <a:pt x="12781" y="2902"/>
                  <a:pt x="12750" y="2902"/>
                  <a:pt x="12781" y="2902"/>
                </a:cubicBezTo>
                <a:cubicBezTo>
                  <a:pt x="12750" y="2902"/>
                  <a:pt x="12781" y="2871"/>
                  <a:pt x="12812" y="2871"/>
                </a:cubicBezTo>
                <a:cubicBezTo>
                  <a:pt x="12812" y="2840"/>
                  <a:pt x="12812" y="2840"/>
                  <a:pt x="12812" y="2809"/>
                </a:cubicBezTo>
                <a:close/>
                <a:moveTo>
                  <a:pt x="24511" y="8858"/>
                </a:moveTo>
                <a:lnTo>
                  <a:pt x="24511" y="8858"/>
                </a:lnTo>
                <a:cubicBezTo>
                  <a:pt x="24541" y="8828"/>
                  <a:pt x="24511" y="8797"/>
                  <a:pt x="24511" y="8797"/>
                </a:cubicBezTo>
                <a:lnTo>
                  <a:pt x="24541" y="8766"/>
                </a:lnTo>
                <a:cubicBezTo>
                  <a:pt x="24572" y="8766"/>
                  <a:pt x="24541" y="8735"/>
                  <a:pt x="24541" y="8735"/>
                </a:cubicBezTo>
                <a:cubicBezTo>
                  <a:pt x="24541" y="8766"/>
                  <a:pt x="24604" y="8735"/>
                  <a:pt x="24604" y="8704"/>
                </a:cubicBezTo>
                <a:lnTo>
                  <a:pt x="24634" y="8704"/>
                </a:lnTo>
                <a:cubicBezTo>
                  <a:pt x="24604" y="8674"/>
                  <a:pt x="24634" y="8674"/>
                  <a:pt x="24634" y="8674"/>
                </a:cubicBezTo>
                <a:cubicBezTo>
                  <a:pt x="24604" y="8674"/>
                  <a:pt x="24634" y="8674"/>
                  <a:pt x="24634" y="8642"/>
                </a:cubicBezTo>
                <a:cubicBezTo>
                  <a:pt x="24634" y="8611"/>
                  <a:pt x="24634" y="8581"/>
                  <a:pt x="24634" y="8581"/>
                </a:cubicBezTo>
                <a:cubicBezTo>
                  <a:pt x="24634" y="8550"/>
                  <a:pt x="24634" y="8519"/>
                  <a:pt x="24665" y="8519"/>
                </a:cubicBezTo>
                <a:cubicBezTo>
                  <a:pt x="24697" y="8519"/>
                  <a:pt x="24665" y="8488"/>
                  <a:pt x="24665" y="8488"/>
                </a:cubicBezTo>
                <a:cubicBezTo>
                  <a:pt x="24758" y="8550"/>
                  <a:pt x="24727" y="8457"/>
                  <a:pt x="24727" y="8457"/>
                </a:cubicBezTo>
                <a:cubicBezTo>
                  <a:pt x="24697" y="8427"/>
                  <a:pt x="24665" y="8427"/>
                  <a:pt x="24634" y="8395"/>
                </a:cubicBezTo>
                <a:cubicBezTo>
                  <a:pt x="24697" y="8395"/>
                  <a:pt x="24665" y="8364"/>
                  <a:pt x="24665" y="8334"/>
                </a:cubicBezTo>
                <a:lnTo>
                  <a:pt x="24634" y="8303"/>
                </a:lnTo>
                <a:cubicBezTo>
                  <a:pt x="24634" y="8303"/>
                  <a:pt x="24665" y="8303"/>
                  <a:pt x="24634" y="8303"/>
                </a:cubicBezTo>
                <a:cubicBezTo>
                  <a:pt x="24665" y="8303"/>
                  <a:pt x="24604" y="8272"/>
                  <a:pt x="24604" y="8241"/>
                </a:cubicBezTo>
                <a:cubicBezTo>
                  <a:pt x="24604" y="8241"/>
                  <a:pt x="24634" y="8241"/>
                  <a:pt x="24604" y="8241"/>
                </a:cubicBezTo>
                <a:lnTo>
                  <a:pt x="24572" y="8210"/>
                </a:lnTo>
                <a:cubicBezTo>
                  <a:pt x="24572" y="8210"/>
                  <a:pt x="24634" y="8241"/>
                  <a:pt x="24604" y="8210"/>
                </a:cubicBezTo>
                <a:cubicBezTo>
                  <a:pt x="24634" y="8210"/>
                  <a:pt x="24634" y="8210"/>
                  <a:pt x="24634" y="8210"/>
                </a:cubicBezTo>
                <a:cubicBezTo>
                  <a:pt x="24697" y="8179"/>
                  <a:pt x="24604" y="8148"/>
                  <a:pt x="24604" y="8148"/>
                </a:cubicBezTo>
                <a:cubicBezTo>
                  <a:pt x="24665" y="8179"/>
                  <a:pt x="24604" y="8118"/>
                  <a:pt x="24634" y="8148"/>
                </a:cubicBezTo>
                <a:cubicBezTo>
                  <a:pt x="24665" y="8148"/>
                  <a:pt x="24758" y="8118"/>
                  <a:pt x="24697" y="8087"/>
                </a:cubicBezTo>
                <a:lnTo>
                  <a:pt x="24665" y="8087"/>
                </a:lnTo>
                <a:cubicBezTo>
                  <a:pt x="24697" y="8056"/>
                  <a:pt x="24758" y="8056"/>
                  <a:pt x="24758" y="8056"/>
                </a:cubicBezTo>
                <a:cubicBezTo>
                  <a:pt x="24820" y="8025"/>
                  <a:pt x="24727" y="7994"/>
                  <a:pt x="24697" y="7994"/>
                </a:cubicBezTo>
                <a:cubicBezTo>
                  <a:pt x="24697" y="7994"/>
                  <a:pt x="24697" y="7963"/>
                  <a:pt x="24665" y="7963"/>
                </a:cubicBezTo>
                <a:cubicBezTo>
                  <a:pt x="24665" y="7994"/>
                  <a:pt x="24634" y="7963"/>
                  <a:pt x="24665" y="7963"/>
                </a:cubicBezTo>
                <a:cubicBezTo>
                  <a:pt x="24665" y="7963"/>
                  <a:pt x="24665" y="7963"/>
                  <a:pt x="24665" y="7933"/>
                </a:cubicBezTo>
                <a:cubicBezTo>
                  <a:pt x="24665" y="7963"/>
                  <a:pt x="24634" y="7933"/>
                  <a:pt x="24634" y="7933"/>
                </a:cubicBezTo>
                <a:cubicBezTo>
                  <a:pt x="24634" y="7901"/>
                  <a:pt x="24604" y="7901"/>
                  <a:pt x="24604" y="7871"/>
                </a:cubicBezTo>
                <a:cubicBezTo>
                  <a:pt x="24604" y="7901"/>
                  <a:pt x="24572" y="7871"/>
                  <a:pt x="24572" y="7840"/>
                </a:cubicBezTo>
                <a:cubicBezTo>
                  <a:pt x="24541" y="7840"/>
                  <a:pt x="24480" y="7901"/>
                  <a:pt x="24480" y="7963"/>
                </a:cubicBezTo>
                <a:cubicBezTo>
                  <a:pt x="24450" y="7963"/>
                  <a:pt x="24450" y="8025"/>
                  <a:pt x="24418" y="7994"/>
                </a:cubicBezTo>
                <a:cubicBezTo>
                  <a:pt x="24418" y="7994"/>
                  <a:pt x="24387" y="8056"/>
                  <a:pt x="24418" y="8025"/>
                </a:cubicBezTo>
                <a:cubicBezTo>
                  <a:pt x="24418" y="8056"/>
                  <a:pt x="24418" y="8087"/>
                  <a:pt x="24387" y="8056"/>
                </a:cubicBezTo>
                <a:lnTo>
                  <a:pt x="24357" y="8087"/>
                </a:lnTo>
                <a:cubicBezTo>
                  <a:pt x="24357" y="8087"/>
                  <a:pt x="24357" y="8087"/>
                  <a:pt x="24387" y="8056"/>
                </a:cubicBezTo>
                <a:cubicBezTo>
                  <a:pt x="24357" y="8056"/>
                  <a:pt x="24326" y="8087"/>
                  <a:pt x="24326" y="8087"/>
                </a:cubicBezTo>
                <a:cubicBezTo>
                  <a:pt x="24326" y="8118"/>
                  <a:pt x="24295" y="8087"/>
                  <a:pt x="24264" y="8118"/>
                </a:cubicBezTo>
                <a:lnTo>
                  <a:pt x="24233" y="8179"/>
                </a:lnTo>
                <a:cubicBezTo>
                  <a:pt x="24203" y="8210"/>
                  <a:pt x="24203" y="8272"/>
                  <a:pt x="24171" y="8272"/>
                </a:cubicBezTo>
                <a:cubicBezTo>
                  <a:pt x="24140" y="8272"/>
                  <a:pt x="23986" y="8334"/>
                  <a:pt x="24048" y="8334"/>
                </a:cubicBezTo>
                <a:cubicBezTo>
                  <a:pt x="24017" y="8334"/>
                  <a:pt x="24017" y="8334"/>
                  <a:pt x="24048" y="8364"/>
                </a:cubicBezTo>
                <a:cubicBezTo>
                  <a:pt x="24017" y="8364"/>
                  <a:pt x="24017" y="8334"/>
                  <a:pt x="24017" y="8334"/>
                </a:cubicBezTo>
                <a:cubicBezTo>
                  <a:pt x="23986" y="8334"/>
                  <a:pt x="24017" y="8395"/>
                  <a:pt x="24017" y="8364"/>
                </a:cubicBezTo>
                <a:cubicBezTo>
                  <a:pt x="24017" y="8395"/>
                  <a:pt x="23986" y="8427"/>
                  <a:pt x="24017" y="8427"/>
                </a:cubicBezTo>
                <a:cubicBezTo>
                  <a:pt x="23986" y="8427"/>
                  <a:pt x="24017" y="8457"/>
                  <a:pt x="24017" y="8457"/>
                </a:cubicBezTo>
                <a:cubicBezTo>
                  <a:pt x="24017" y="8488"/>
                  <a:pt x="23986" y="8427"/>
                  <a:pt x="23956" y="8427"/>
                </a:cubicBezTo>
                <a:cubicBezTo>
                  <a:pt x="23956" y="8427"/>
                  <a:pt x="23986" y="8457"/>
                  <a:pt x="23956" y="8457"/>
                </a:cubicBezTo>
                <a:cubicBezTo>
                  <a:pt x="23956" y="8427"/>
                  <a:pt x="23956" y="8427"/>
                  <a:pt x="23924" y="8427"/>
                </a:cubicBezTo>
                <a:cubicBezTo>
                  <a:pt x="23956" y="8427"/>
                  <a:pt x="23863" y="8364"/>
                  <a:pt x="23863" y="8395"/>
                </a:cubicBezTo>
                <a:lnTo>
                  <a:pt x="23801" y="8457"/>
                </a:lnTo>
                <a:cubicBezTo>
                  <a:pt x="23801" y="8488"/>
                  <a:pt x="23801" y="8488"/>
                  <a:pt x="23770" y="8519"/>
                </a:cubicBezTo>
                <a:cubicBezTo>
                  <a:pt x="23770" y="8550"/>
                  <a:pt x="23801" y="8581"/>
                  <a:pt x="23832" y="8611"/>
                </a:cubicBezTo>
                <a:cubicBezTo>
                  <a:pt x="23801" y="8611"/>
                  <a:pt x="23801" y="8642"/>
                  <a:pt x="23801" y="8642"/>
                </a:cubicBezTo>
                <a:cubicBezTo>
                  <a:pt x="23770" y="8642"/>
                  <a:pt x="23832" y="8674"/>
                  <a:pt x="23832" y="8674"/>
                </a:cubicBezTo>
                <a:lnTo>
                  <a:pt x="23832" y="8704"/>
                </a:lnTo>
                <a:lnTo>
                  <a:pt x="23832" y="8674"/>
                </a:lnTo>
                <a:cubicBezTo>
                  <a:pt x="23801" y="8704"/>
                  <a:pt x="23863" y="8735"/>
                  <a:pt x="23863" y="8704"/>
                </a:cubicBezTo>
                <a:cubicBezTo>
                  <a:pt x="23863" y="8735"/>
                  <a:pt x="23924" y="8766"/>
                  <a:pt x="23893" y="8797"/>
                </a:cubicBezTo>
                <a:cubicBezTo>
                  <a:pt x="23863" y="8828"/>
                  <a:pt x="23924" y="8858"/>
                  <a:pt x="23924" y="8889"/>
                </a:cubicBezTo>
                <a:cubicBezTo>
                  <a:pt x="23924" y="8921"/>
                  <a:pt x="23893" y="8921"/>
                  <a:pt x="23924" y="8921"/>
                </a:cubicBezTo>
                <a:lnTo>
                  <a:pt x="23956" y="8951"/>
                </a:lnTo>
                <a:cubicBezTo>
                  <a:pt x="23986" y="8951"/>
                  <a:pt x="24017" y="8951"/>
                  <a:pt x="24017" y="8921"/>
                </a:cubicBezTo>
                <a:cubicBezTo>
                  <a:pt x="24048" y="8921"/>
                  <a:pt x="24048" y="8951"/>
                  <a:pt x="24048" y="8951"/>
                </a:cubicBezTo>
                <a:cubicBezTo>
                  <a:pt x="24048" y="8921"/>
                  <a:pt x="24048" y="8921"/>
                  <a:pt x="24048" y="8921"/>
                </a:cubicBezTo>
                <a:cubicBezTo>
                  <a:pt x="24048" y="8921"/>
                  <a:pt x="24048" y="9012"/>
                  <a:pt x="24079" y="9012"/>
                </a:cubicBezTo>
                <a:lnTo>
                  <a:pt x="24079" y="8982"/>
                </a:lnTo>
                <a:cubicBezTo>
                  <a:pt x="24110" y="8982"/>
                  <a:pt x="24110" y="8982"/>
                  <a:pt x="24140" y="8982"/>
                </a:cubicBezTo>
                <a:cubicBezTo>
                  <a:pt x="24171" y="8982"/>
                  <a:pt x="24171" y="8951"/>
                  <a:pt x="24171" y="8921"/>
                </a:cubicBezTo>
                <a:cubicBezTo>
                  <a:pt x="24203" y="8982"/>
                  <a:pt x="24203" y="8951"/>
                  <a:pt x="24233" y="8951"/>
                </a:cubicBezTo>
                <a:cubicBezTo>
                  <a:pt x="24264" y="8951"/>
                  <a:pt x="24233" y="8982"/>
                  <a:pt x="24233" y="8982"/>
                </a:cubicBezTo>
                <a:cubicBezTo>
                  <a:pt x="24264" y="9012"/>
                  <a:pt x="24295" y="8982"/>
                  <a:pt x="24295" y="8951"/>
                </a:cubicBezTo>
                <a:cubicBezTo>
                  <a:pt x="24264" y="8982"/>
                  <a:pt x="24295" y="8982"/>
                  <a:pt x="24326" y="8951"/>
                </a:cubicBezTo>
                <a:cubicBezTo>
                  <a:pt x="24326" y="8982"/>
                  <a:pt x="24295" y="8982"/>
                  <a:pt x="24295" y="8982"/>
                </a:cubicBezTo>
                <a:cubicBezTo>
                  <a:pt x="24326" y="9012"/>
                  <a:pt x="24326" y="8982"/>
                  <a:pt x="24326" y="8982"/>
                </a:cubicBezTo>
                <a:cubicBezTo>
                  <a:pt x="24357" y="9012"/>
                  <a:pt x="24295" y="9105"/>
                  <a:pt x="24387" y="9044"/>
                </a:cubicBezTo>
                <a:cubicBezTo>
                  <a:pt x="24387" y="9044"/>
                  <a:pt x="24418" y="9044"/>
                  <a:pt x="24450" y="9012"/>
                </a:cubicBezTo>
                <a:lnTo>
                  <a:pt x="24480" y="8982"/>
                </a:lnTo>
                <a:lnTo>
                  <a:pt x="24480" y="8921"/>
                </a:lnTo>
                <a:cubicBezTo>
                  <a:pt x="24480" y="8921"/>
                  <a:pt x="24480" y="8951"/>
                  <a:pt x="24511" y="8951"/>
                </a:cubicBezTo>
                <a:lnTo>
                  <a:pt x="24511" y="8889"/>
                </a:lnTo>
                <a:cubicBezTo>
                  <a:pt x="24541" y="8889"/>
                  <a:pt x="24541" y="8828"/>
                  <a:pt x="24511" y="8858"/>
                </a:cubicBezTo>
                <a:close/>
                <a:moveTo>
                  <a:pt x="24820" y="6576"/>
                </a:moveTo>
                <a:lnTo>
                  <a:pt x="24820" y="6576"/>
                </a:lnTo>
                <a:lnTo>
                  <a:pt x="24788" y="6576"/>
                </a:lnTo>
                <a:cubicBezTo>
                  <a:pt x="24727" y="6576"/>
                  <a:pt x="24788" y="6760"/>
                  <a:pt x="24758" y="6760"/>
                </a:cubicBezTo>
                <a:cubicBezTo>
                  <a:pt x="24758" y="6760"/>
                  <a:pt x="24820" y="6853"/>
                  <a:pt x="24758" y="6853"/>
                </a:cubicBezTo>
                <a:lnTo>
                  <a:pt x="24727" y="6823"/>
                </a:lnTo>
                <a:cubicBezTo>
                  <a:pt x="24727" y="6791"/>
                  <a:pt x="24727" y="6853"/>
                  <a:pt x="24727" y="6853"/>
                </a:cubicBezTo>
                <a:cubicBezTo>
                  <a:pt x="24727" y="6884"/>
                  <a:pt x="24727" y="6884"/>
                  <a:pt x="24758" y="6884"/>
                </a:cubicBezTo>
                <a:cubicBezTo>
                  <a:pt x="24758" y="6884"/>
                  <a:pt x="24788" y="7007"/>
                  <a:pt x="24820" y="7038"/>
                </a:cubicBezTo>
                <a:cubicBezTo>
                  <a:pt x="24820" y="7069"/>
                  <a:pt x="24820" y="6977"/>
                  <a:pt x="24820" y="6977"/>
                </a:cubicBezTo>
                <a:cubicBezTo>
                  <a:pt x="24820" y="6977"/>
                  <a:pt x="24881" y="7007"/>
                  <a:pt x="24851" y="7038"/>
                </a:cubicBezTo>
                <a:cubicBezTo>
                  <a:pt x="24851" y="7038"/>
                  <a:pt x="24851" y="7038"/>
                  <a:pt x="24851" y="7007"/>
                </a:cubicBezTo>
                <a:cubicBezTo>
                  <a:pt x="24851" y="7038"/>
                  <a:pt x="24820" y="7069"/>
                  <a:pt x="24851" y="7100"/>
                </a:cubicBezTo>
                <a:cubicBezTo>
                  <a:pt x="24851" y="7100"/>
                  <a:pt x="24912" y="7131"/>
                  <a:pt x="24912" y="7100"/>
                </a:cubicBezTo>
                <a:cubicBezTo>
                  <a:pt x="24944" y="7069"/>
                  <a:pt x="24944" y="7069"/>
                  <a:pt x="24974" y="7100"/>
                </a:cubicBezTo>
                <a:cubicBezTo>
                  <a:pt x="24974" y="7100"/>
                  <a:pt x="25005" y="7100"/>
                  <a:pt x="25005" y="7131"/>
                </a:cubicBezTo>
                <a:lnTo>
                  <a:pt x="25035" y="7131"/>
                </a:lnTo>
                <a:lnTo>
                  <a:pt x="25035" y="7131"/>
                </a:lnTo>
                <a:cubicBezTo>
                  <a:pt x="25035" y="7131"/>
                  <a:pt x="25005" y="7100"/>
                  <a:pt x="25005" y="7069"/>
                </a:cubicBezTo>
                <a:lnTo>
                  <a:pt x="25035" y="7100"/>
                </a:lnTo>
                <a:cubicBezTo>
                  <a:pt x="25067" y="7100"/>
                  <a:pt x="25067" y="7131"/>
                  <a:pt x="25098" y="7131"/>
                </a:cubicBezTo>
                <a:lnTo>
                  <a:pt x="25098" y="7193"/>
                </a:lnTo>
                <a:cubicBezTo>
                  <a:pt x="25128" y="7193"/>
                  <a:pt x="25159" y="7193"/>
                  <a:pt x="25190" y="7193"/>
                </a:cubicBezTo>
                <a:cubicBezTo>
                  <a:pt x="25159" y="7224"/>
                  <a:pt x="25159" y="7254"/>
                  <a:pt x="25190" y="7224"/>
                </a:cubicBezTo>
                <a:lnTo>
                  <a:pt x="25190" y="7193"/>
                </a:lnTo>
                <a:cubicBezTo>
                  <a:pt x="25190" y="7193"/>
                  <a:pt x="25159" y="7161"/>
                  <a:pt x="25159" y="7193"/>
                </a:cubicBezTo>
                <a:cubicBezTo>
                  <a:pt x="25159" y="7161"/>
                  <a:pt x="25159" y="7161"/>
                  <a:pt x="25159" y="7161"/>
                </a:cubicBezTo>
                <a:lnTo>
                  <a:pt x="25159" y="7161"/>
                </a:lnTo>
                <a:cubicBezTo>
                  <a:pt x="25159" y="7161"/>
                  <a:pt x="25098" y="7100"/>
                  <a:pt x="25128" y="7100"/>
                </a:cubicBezTo>
                <a:cubicBezTo>
                  <a:pt x="25159" y="7100"/>
                  <a:pt x="25159" y="7100"/>
                  <a:pt x="25159" y="7100"/>
                </a:cubicBezTo>
                <a:lnTo>
                  <a:pt x="25098" y="7069"/>
                </a:lnTo>
                <a:cubicBezTo>
                  <a:pt x="25098" y="7038"/>
                  <a:pt x="25098" y="7100"/>
                  <a:pt x="25098" y="7069"/>
                </a:cubicBezTo>
                <a:cubicBezTo>
                  <a:pt x="25098" y="7100"/>
                  <a:pt x="25098" y="7100"/>
                  <a:pt x="25067" y="7100"/>
                </a:cubicBezTo>
                <a:cubicBezTo>
                  <a:pt x="25098" y="7100"/>
                  <a:pt x="25035" y="7038"/>
                  <a:pt x="25035" y="7038"/>
                </a:cubicBezTo>
                <a:cubicBezTo>
                  <a:pt x="25005" y="7038"/>
                  <a:pt x="25005" y="7069"/>
                  <a:pt x="25005" y="7069"/>
                </a:cubicBezTo>
                <a:lnTo>
                  <a:pt x="25005" y="7069"/>
                </a:lnTo>
                <a:lnTo>
                  <a:pt x="25005" y="7038"/>
                </a:lnTo>
                <a:cubicBezTo>
                  <a:pt x="24974" y="7038"/>
                  <a:pt x="24974" y="7069"/>
                  <a:pt x="25005" y="7069"/>
                </a:cubicBezTo>
                <a:lnTo>
                  <a:pt x="25005" y="7069"/>
                </a:lnTo>
                <a:cubicBezTo>
                  <a:pt x="25005" y="7069"/>
                  <a:pt x="25005" y="7069"/>
                  <a:pt x="24974" y="7069"/>
                </a:cubicBezTo>
                <a:cubicBezTo>
                  <a:pt x="24974" y="7069"/>
                  <a:pt x="24974" y="7069"/>
                  <a:pt x="25005" y="7069"/>
                </a:cubicBezTo>
                <a:cubicBezTo>
                  <a:pt x="24974" y="7069"/>
                  <a:pt x="24944" y="7069"/>
                  <a:pt x="24944" y="7069"/>
                </a:cubicBezTo>
                <a:cubicBezTo>
                  <a:pt x="24944" y="7038"/>
                  <a:pt x="24912" y="6977"/>
                  <a:pt x="24944" y="7007"/>
                </a:cubicBezTo>
                <a:cubicBezTo>
                  <a:pt x="24944" y="6977"/>
                  <a:pt x="24881" y="6946"/>
                  <a:pt x="24881" y="6914"/>
                </a:cubicBezTo>
                <a:cubicBezTo>
                  <a:pt x="24912" y="6914"/>
                  <a:pt x="24912" y="6914"/>
                  <a:pt x="24912" y="6884"/>
                </a:cubicBezTo>
                <a:cubicBezTo>
                  <a:pt x="24912" y="6884"/>
                  <a:pt x="24881" y="6884"/>
                  <a:pt x="24912" y="6853"/>
                </a:cubicBezTo>
                <a:cubicBezTo>
                  <a:pt x="24974" y="6823"/>
                  <a:pt x="24974" y="6730"/>
                  <a:pt x="24974" y="6730"/>
                </a:cubicBezTo>
                <a:cubicBezTo>
                  <a:pt x="24974" y="6699"/>
                  <a:pt x="24912" y="6699"/>
                  <a:pt x="24912" y="6667"/>
                </a:cubicBezTo>
                <a:cubicBezTo>
                  <a:pt x="24912" y="6637"/>
                  <a:pt x="24944" y="6576"/>
                  <a:pt x="24912" y="6576"/>
                </a:cubicBezTo>
                <a:cubicBezTo>
                  <a:pt x="24881" y="6606"/>
                  <a:pt x="24912" y="6606"/>
                  <a:pt x="24851" y="6606"/>
                </a:cubicBezTo>
                <a:cubicBezTo>
                  <a:pt x="24881" y="6606"/>
                  <a:pt x="24881" y="6606"/>
                  <a:pt x="24881" y="6637"/>
                </a:cubicBezTo>
                <a:cubicBezTo>
                  <a:pt x="24851" y="6606"/>
                  <a:pt x="24851" y="6576"/>
                  <a:pt x="24820" y="6576"/>
                </a:cubicBezTo>
                <a:close/>
                <a:moveTo>
                  <a:pt x="24634" y="5958"/>
                </a:moveTo>
                <a:lnTo>
                  <a:pt x="24634" y="5958"/>
                </a:lnTo>
                <a:cubicBezTo>
                  <a:pt x="24604" y="6050"/>
                  <a:pt x="24634" y="6082"/>
                  <a:pt x="24665" y="6143"/>
                </a:cubicBezTo>
                <a:lnTo>
                  <a:pt x="24697" y="6174"/>
                </a:lnTo>
                <a:cubicBezTo>
                  <a:pt x="24727" y="6205"/>
                  <a:pt x="24697" y="6205"/>
                  <a:pt x="24727" y="6205"/>
                </a:cubicBezTo>
                <a:cubicBezTo>
                  <a:pt x="24697" y="6143"/>
                  <a:pt x="24758" y="6082"/>
                  <a:pt x="24758" y="6019"/>
                </a:cubicBezTo>
                <a:lnTo>
                  <a:pt x="24758" y="5865"/>
                </a:lnTo>
                <a:cubicBezTo>
                  <a:pt x="24758" y="5865"/>
                  <a:pt x="24697" y="5835"/>
                  <a:pt x="24727" y="5865"/>
                </a:cubicBezTo>
                <a:cubicBezTo>
                  <a:pt x="24697" y="5835"/>
                  <a:pt x="24634" y="5958"/>
                  <a:pt x="24634" y="5958"/>
                </a:cubicBezTo>
                <a:close/>
                <a:moveTo>
                  <a:pt x="24450" y="9538"/>
                </a:moveTo>
                <a:lnTo>
                  <a:pt x="24450" y="9538"/>
                </a:lnTo>
                <a:cubicBezTo>
                  <a:pt x="24450" y="9538"/>
                  <a:pt x="24450" y="9538"/>
                  <a:pt x="24450" y="9569"/>
                </a:cubicBezTo>
                <a:lnTo>
                  <a:pt x="24418" y="9569"/>
                </a:lnTo>
                <a:lnTo>
                  <a:pt x="24450" y="9599"/>
                </a:lnTo>
                <a:cubicBezTo>
                  <a:pt x="24450" y="9599"/>
                  <a:pt x="24480" y="9569"/>
                  <a:pt x="24480" y="9599"/>
                </a:cubicBezTo>
                <a:lnTo>
                  <a:pt x="24480" y="9569"/>
                </a:lnTo>
                <a:cubicBezTo>
                  <a:pt x="24480" y="9569"/>
                  <a:pt x="24511" y="9599"/>
                  <a:pt x="24511" y="9569"/>
                </a:cubicBezTo>
                <a:cubicBezTo>
                  <a:pt x="24480" y="9569"/>
                  <a:pt x="24480" y="9599"/>
                  <a:pt x="24480" y="9569"/>
                </a:cubicBezTo>
                <a:cubicBezTo>
                  <a:pt x="24511" y="9538"/>
                  <a:pt x="24511" y="9476"/>
                  <a:pt x="24450" y="9538"/>
                </a:cubicBezTo>
                <a:close/>
                <a:moveTo>
                  <a:pt x="25005" y="7470"/>
                </a:moveTo>
                <a:lnTo>
                  <a:pt x="25005" y="7470"/>
                </a:lnTo>
                <a:cubicBezTo>
                  <a:pt x="25035" y="7470"/>
                  <a:pt x="25128" y="7377"/>
                  <a:pt x="25098" y="7346"/>
                </a:cubicBezTo>
                <a:lnTo>
                  <a:pt x="25035" y="7346"/>
                </a:lnTo>
                <a:cubicBezTo>
                  <a:pt x="25035" y="7346"/>
                  <a:pt x="25005" y="7284"/>
                  <a:pt x="24974" y="7315"/>
                </a:cubicBezTo>
                <a:lnTo>
                  <a:pt x="24974" y="7315"/>
                </a:lnTo>
                <a:cubicBezTo>
                  <a:pt x="25035" y="7346"/>
                  <a:pt x="24974" y="7470"/>
                  <a:pt x="25005" y="7470"/>
                </a:cubicBezTo>
                <a:close/>
                <a:moveTo>
                  <a:pt x="25345" y="7531"/>
                </a:moveTo>
                <a:lnTo>
                  <a:pt x="25345" y="7531"/>
                </a:lnTo>
                <a:cubicBezTo>
                  <a:pt x="25345" y="7562"/>
                  <a:pt x="25375" y="7624"/>
                  <a:pt x="25345" y="7624"/>
                </a:cubicBezTo>
                <a:cubicBezTo>
                  <a:pt x="25314" y="7624"/>
                  <a:pt x="25345" y="7624"/>
                  <a:pt x="25345" y="7654"/>
                </a:cubicBezTo>
                <a:cubicBezTo>
                  <a:pt x="25314" y="7654"/>
                  <a:pt x="25314" y="7593"/>
                  <a:pt x="25282" y="7624"/>
                </a:cubicBezTo>
                <a:cubicBezTo>
                  <a:pt x="25282" y="7654"/>
                  <a:pt x="25314" y="7686"/>
                  <a:pt x="25252" y="7654"/>
                </a:cubicBezTo>
                <a:cubicBezTo>
                  <a:pt x="25282" y="7686"/>
                  <a:pt x="25190" y="7747"/>
                  <a:pt x="25190" y="7747"/>
                </a:cubicBezTo>
                <a:cubicBezTo>
                  <a:pt x="25190" y="7716"/>
                  <a:pt x="25221" y="7716"/>
                  <a:pt x="25190" y="7686"/>
                </a:cubicBezTo>
                <a:lnTo>
                  <a:pt x="25190" y="7654"/>
                </a:lnTo>
                <a:lnTo>
                  <a:pt x="25159" y="7654"/>
                </a:lnTo>
                <a:lnTo>
                  <a:pt x="25128" y="7686"/>
                </a:lnTo>
                <a:cubicBezTo>
                  <a:pt x="25098" y="7716"/>
                  <a:pt x="25128" y="7716"/>
                  <a:pt x="25098" y="7716"/>
                </a:cubicBezTo>
                <a:lnTo>
                  <a:pt x="25067" y="7747"/>
                </a:lnTo>
                <a:cubicBezTo>
                  <a:pt x="25035" y="7747"/>
                  <a:pt x="25035" y="7778"/>
                  <a:pt x="25035" y="7778"/>
                </a:cubicBezTo>
                <a:cubicBezTo>
                  <a:pt x="25005" y="7871"/>
                  <a:pt x="25067" y="7840"/>
                  <a:pt x="25067" y="7778"/>
                </a:cubicBezTo>
                <a:lnTo>
                  <a:pt x="25098" y="7747"/>
                </a:lnTo>
                <a:cubicBezTo>
                  <a:pt x="25128" y="7747"/>
                  <a:pt x="25098" y="7809"/>
                  <a:pt x="25128" y="7778"/>
                </a:cubicBezTo>
                <a:lnTo>
                  <a:pt x="25128" y="7778"/>
                </a:lnTo>
                <a:cubicBezTo>
                  <a:pt x="25128" y="7809"/>
                  <a:pt x="25159" y="7778"/>
                  <a:pt x="25159" y="7778"/>
                </a:cubicBezTo>
                <a:cubicBezTo>
                  <a:pt x="25190" y="7778"/>
                  <a:pt x="25221" y="7716"/>
                  <a:pt x="25252" y="7840"/>
                </a:cubicBezTo>
                <a:cubicBezTo>
                  <a:pt x="25252" y="7871"/>
                  <a:pt x="25221" y="7933"/>
                  <a:pt x="25282" y="7933"/>
                </a:cubicBezTo>
                <a:cubicBezTo>
                  <a:pt x="25282" y="7963"/>
                  <a:pt x="25314" y="7963"/>
                  <a:pt x="25314" y="7963"/>
                </a:cubicBezTo>
                <a:cubicBezTo>
                  <a:pt x="25345" y="7963"/>
                  <a:pt x="25345" y="7933"/>
                  <a:pt x="25375" y="7963"/>
                </a:cubicBezTo>
                <a:cubicBezTo>
                  <a:pt x="25375" y="7963"/>
                  <a:pt x="25345" y="7994"/>
                  <a:pt x="25375" y="7994"/>
                </a:cubicBezTo>
                <a:cubicBezTo>
                  <a:pt x="25406" y="7963"/>
                  <a:pt x="25406" y="7933"/>
                  <a:pt x="25375" y="7871"/>
                </a:cubicBezTo>
                <a:cubicBezTo>
                  <a:pt x="25375" y="7901"/>
                  <a:pt x="25375" y="7871"/>
                  <a:pt x="25375" y="7871"/>
                </a:cubicBezTo>
                <a:cubicBezTo>
                  <a:pt x="25375" y="7840"/>
                  <a:pt x="25406" y="7809"/>
                  <a:pt x="25406" y="7809"/>
                </a:cubicBezTo>
                <a:cubicBezTo>
                  <a:pt x="25406" y="7809"/>
                  <a:pt x="25437" y="7901"/>
                  <a:pt x="25437" y="7933"/>
                </a:cubicBezTo>
                <a:cubicBezTo>
                  <a:pt x="25468" y="7901"/>
                  <a:pt x="25437" y="7871"/>
                  <a:pt x="25437" y="7840"/>
                </a:cubicBezTo>
                <a:cubicBezTo>
                  <a:pt x="25437" y="7871"/>
                  <a:pt x="25437" y="7871"/>
                  <a:pt x="25437" y="7840"/>
                </a:cubicBezTo>
                <a:cubicBezTo>
                  <a:pt x="25468" y="7840"/>
                  <a:pt x="25468" y="7871"/>
                  <a:pt x="25468" y="7871"/>
                </a:cubicBezTo>
                <a:lnTo>
                  <a:pt x="25468" y="7778"/>
                </a:lnTo>
                <a:cubicBezTo>
                  <a:pt x="25468" y="7747"/>
                  <a:pt x="25468" y="7686"/>
                  <a:pt x="25437" y="7686"/>
                </a:cubicBezTo>
                <a:cubicBezTo>
                  <a:pt x="25406" y="7686"/>
                  <a:pt x="25437" y="7654"/>
                  <a:pt x="25437" y="7624"/>
                </a:cubicBezTo>
                <a:cubicBezTo>
                  <a:pt x="25437" y="7624"/>
                  <a:pt x="25437" y="7624"/>
                  <a:pt x="25437" y="7593"/>
                </a:cubicBezTo>
                <a:cubicBezTo>
                  <a:pt x="25437" y="7593"/>
                  <a:pt x="25375" y="7593"/>
                  <a:pt x="25406" y="7562"/>
                </a:cubicBezTo>
                <a:cubicBezTo>
                  <a:pt x="25406" y="7593"/>
                  <a:pt x="25345" y="7531"/>
                  <a:pt x="25345" y="7531"/>
                </a:cubicBezTo>
                <a:close/>
                <a:moveTo>
                  <a:pt x="25406" y="9476"/>
                </a:moveTo>
                <a:lnTo>
                  <a:pt x="25406" y="9476"/>
                </a:lnTo>
                <a:cubicBezTo>
                  <a:pt x="25406" y="9476"/>
                  <a:pt x="25437" y="9476"/>
                  <a:pt x="25468" y="9476"/>
                </a:cubicBezTo>
                <a:lnTo>
                  <a:pt x="25499" y="9476"/>
                </a:lnTo>
                <a:cubicBezTo>
                  <a:pt x="25499" y="9476"/>
                  <a:pt x="25499" y="9445"/>
                  <a:pt x="25468" y="9445"/>
                </a:cubicBezTo>
                <a:lnTo>
                  <a:pt x="25437" y="9445"/>
                </a:lnTo>
                <a:cubicBezTo>
                  <a:pt x="25406" y="9445"/>
                  <a:pt x="25375" y="9476"/>
                  <a:pt x="25406" y="9476"/>
                </a:cubicBezTo>
                <a:close/>
                <a:moveTo>
                  <a:pt x="25159" y="5124"/>
                </a:moveTo>
                <a:lnTo>
                  <a:pt x="25159" y="5124"/>
                </a:lnTo>
                <a:lnTo>
                  <a:pt x="25128" y="5124"/>
                </a:lnTo>
                <a:lnTo>
                  <a:pt x="25128" y="5124"/>
                </a:lnTo>
                <a:lnTo>
                  <a:pt x="25128" y="5155"/>
                </a:lnTo>
                <a:lnTo>
                  <a:pt x="25128" y="5155"/>
                </a:lnTo>
                <a:lnTo>
                  <a:pt x="25128" y="5155"/>
                </a:lnTo>
                <a:lnTo>
                  <a:pt x="25128" y="5155"/>
                </a:lnTo>
                <a:cubicBezTo>
                  <a:pt x="25128" y="5186"/>
                  <a:pt x="25159" y="5186"/>
                  <a:pt x="25159" y="5217"/>
                </a:cubicBezTo>
                <a:lnTo>
                  <a:pt x="25159" y="5217"/>
                </a:lnTo>
                <a:lnTo>
                  <a:pt x="25190" y="5217"/>
                </a:lnTo>
                <a:lnTo>
                  <a:pt x="25190" y="5217"/>
                </a:lnTo>
                <a:cubicBezTo>
                  <a:pt x="25190" y="5217"/>
                  <a:pt x="25221" y="5217"/>
                  <a:pt x="25190" y="5217"/>
                </a:cubicBezTo>
                <a:lnTo>
                  <a:pt x="25221" y="5217"/>
                </a:lnTo>
                <a:cubicBezTo>
                  <a:pt x="25221" y="5186"/>
                  <a:pt x="25190" y="5217"/>
                  <a:pt x="25190" y="5186"/>
                </a:cubicBezTo>
                <a:cubicBezTo>
                  <a:pt x="25190" y="5186"/>
                  <a:pt x="25190" y="5186"/>
                  <a:pt x="25190" y="5155"/>
                </a:cubicBezTo>
                <a:cubicBezTo>
                  <a:pt x="25190" y="5186"/>
                  <a:pt x="25190" y="5124"/>
                  <a:pt x="25221" y="5186"/>
                </a:cubicBezTo>
                <a:cubicBezTo>
                  <a:pt x="25221" y="5186"/>
                  <a:pt x="25252" y="5217"/>
                  <a:pt x="25221" y="5217"/>
                </a:cubicBezTo>
                <a:lnTo>
                  <a:pt x="25252" y="5217"/>
                </a:lnTo>
                <a:lnTo>
                  <a:pt x="25221" y="5279"/>
                </a:lnTo>
                <a:cubicBezTo>
                  <a:pt x="25221" y="5309"/>
                  <a:pt x="25282" y="5341"/>
                  <a:pt x="25252" y="5371"/>
                </a:cubicBezTo>
                <a:cubicBezTo>
                  <a:pt x="25252" y="5371"/>
                  <a:pt x="25314" y="5402"/>
                  <a:pt x="25314" y="5371"/>
                </a:cubicBezTo>
                <a:cubicBezTo>
                  <a:pt x="25282" y="5371"/>
                  <a:pt x="25282" y="5341"/>
                  <a:pt x="25282" y="5341"/>
                </a:cubicBezTo>
                <a:cubicBezTo>
                  <a:pt x="25282" y="5309"/>
                  <a:pt x="25314" y="5341"/>
                  <a:pt x="25282" y="5341"/>
                </a:cubicBezTo>
                <a:lnTo>
                  <a:pt x="25282" y="5341"/>
                </a:lnTo>
                <a:cubicBezTo>
                  <a:pt x="25282" y="5341"/>
                  <a:pt x="25345" y="5402"/>
                  <a:pt x="25314" y="5402"/>
                </a:cubicBezTo>
                <a:lnTo>
                  <a:pt x="25345" y="5371"/>
                </a:lnTo>
                <a:lnTo>
                  <a:pt x="25345" y="5371"/>
                </a:lnTo>
                <a:cubicBezTo>
                  <a:pt x="25345" y="5341"/>
                  <a:pt x="25345" y="5371"/>
                  <a:pt x="25345" y="5371"/>
                </a:cubicBezTo>
                <a:cubicBezTo>
                  <a:pt x="25375" y="5341"/>
                  <a:pt x="25345" y="5279"/>
                  <a:pt x="25345" y="5248"/>
                </a:cubicBezTo>
                <a:cubicBezTo>
                  <a:pt x="25345" y="5217"/>
                  <a:pt x="25345" y="5186"/>
                  <a:pt x="25375" y="5186"/>
                </a:cubicBezTo>
                <a:cubicBezTo>
                  <a:pt x="25345" y="5186"/>
                  <a:pt x="25345" y="5186"/>
                  <a:pt x="25345" y="5186"/>
                </a:cubicBezTo>
                <a:lnTo>
                  <a:pt x="25345" y="5155"/>
                </a:lnTo>
                <a:cubicBezTo>
                  <a:pt x="25314" y="5155"/>
                  <a:pt x="25282" y="5155"/>
                  <a:pt x="25282" y="5155"/>
                </a:cubicBezTo>
                <a:cubicBezTo>
                  <a:pt x="25282" y="5155"/>
                  <a:pt x="25345" y="5124"/>
                  <a:pt x="25282" y="5094"/>
                </a:cubicBezTo>
                <a:cubicBezTo>
                  <a:pt x="25282" y="5094"/>
                  <a:pt x="25282" y="5124"/>
                  <a:pt x="25252" y="5124"/>
                </a:cubicBezTo>
                <a:lnTo>
                  <a:pt x="25221" y="5094"/>
                </a:lnTo>
                <a:cubicBezTo>
                  <a:pt x="25221" y="5094"/>
                  <a:pt x="25159" y="5094"/>
                  <a:pt x="25159" y="5124"/>
                </a:cubicBezTo>
                <a:cubicBezTo>
                  <a:pt x="25190" y="5124"/>
                  <a:pt x="25190" y="5124"/>
                  <a:pt x="25190" y="5124"/>
                </a:cubicBezTo>
                <a:lnTo>
                  <a:pt x="25159" y="5124"/>
                </a:lnTo>
                <a:close/>
                <a:moveTo>
                  <a:pt x="26023" y="4908"/>
                </a:moveTo>
                <a:lnTo>
                  <a:pt x="26023" y="4908"/>
                </a:lnTo>
                <a:cubicBezTo>
                  <a:pt x="26086" y="4908"/>
                  <a:pt x="26023" y="4878"/>
                  <a:pt x="26023" y="4878"/>
                </a:cubicBezTo>
                <a:cubicBezTo>
                  <a:pt x="26023" y="4847"/>
                  <a:pt x="25993" y="4815"/>
                  <a:pt x="25993" y="4785"/>
                </a:cubicBezTo>
                <a:cubicBezTo>
                  <a:pt x="25993" y="4785"/>
                  <a:pt x="25993" y="4754"/>
                  <a:pt x="25993" y="4723"/>
                </a:cubicBezTo>
                <a:cubicBezTo>
                  <a:pt x="25993" y="4692"/>
                  <a:pt x="25900" y="4631"/>
                  <a:pt x="25931" y="4600"/>
                </a:cubicBezTo>
                <a:lnTo>
                  <a:pt x="25931" y="4600"/>
                </a:lnTo>
                <a:cubicBezTo>
                  <a:pt x="25993" y="4631"/>
                  <a:pt x="25931" y="4538"/>
                  <a:pt x="25962" y="4538"/>
                </a:cubicBezTo>
                <a:lnTo>
                  <a:pt x="25931" y="4538"/>
                </a:lnTo>
                <a:cubicBezTo>
                  <a:pt x="25962" y="4538"/>
                  <a:pt x="25962" y="4538"/>
                  <a:pt x="25962" y="4538"/>
                </a:cubicBezTo>
                <a:cubicBezTo>
                  <a:pt x="25962" y="4507"/>
                  <a:pt x="25931" y="4476"/>
                  <a:pt x="25931" y="4476"/>
                </a:cubicBezTo>
                <a:cubicBezTo>
                  <a:pt x="25931" y="4445"/>
                  <a:pt x="25931" y="4445"/>
                  <a:pt x="25900" y="4414"/>
                </a:cubicBezTo>
                <a:cubicBezTo>
                  <a:pt x="25869" y="4384"/>
                  <a:pt x="25869" y="4384"/>
                  <a:pt x="25839" y="4353"/>
                </a:cubicBezTo>
                <a:cubicBezTo>
                  <a:pt x="25808" y="4353"/>
                  <a:pt x="25808" y="4291"/>
                  <a:pt x="25776" y="4260"/>
                </a:cubicBezTo>
                <a:cubicBezTo>
                  <a:pt x="25776" y="4260"/>
                  <a:pt x="25715" y="4260"/>
                  <a:pt x="25746" y="4260"/>
                </a:cubicBezTo>
                <a:cubicBezTo>
                  <a:pt x="25746" y="4291"/>
                  <a:pt x="25808" y="4291"/>
                  <a:pt x="25776" y="4321"/>
                </a:cubicBezTo>
                <a:cubicBezTo>
                  <a:pt x="25776" y="4321"/>
                  <a:pt x="25746" y="4291"/>
                  <a:pt x="25746" y="4321"/>
                </a:cubicBezTo>
                <a:cubicBezTo>
                  <a:pt x="25746" y="4321"/>
                  <a:pt x="25776" y="4321"/>
                  <a:pt x="25746" y="4321"/>
                </a:cubicBezTo>
                <a:cubicBezTo>
                  <a:pt x="25715" y="4321"/>
                  <a:pt x="25715" y="4291"/>
                  <a:pt x="25683" y="4291"/>
                </a:cubicBezTo>
                <a:cubicBezTo>
                  <a:pt x="25683" y="4291"/>
                  <a:pt x="25683" y="4291"/>
                  <a:pt x="25715" y="4321"/>
                </a:cubicBezTo>
                <a:lnTo>
                  <a:pt x="25683" y="4353"/>
                </a:lnTo>
                <a:cubicBezTo>
                  <a:pt x="25683" y="4353"/>
                  <a:pt x="25746" y="4445"/>
                  <a:pt x="25715" y="4414"/>
                </a:cubicBezTo>
                <a:cubicBezTo>
                  <a:pt x="25715" y="4445"/>
                  <a:pt x="25746" y="4414"/>
                  <a:pt x="25746" y="4445"/>
                </a:cubicBezTo>
                <a:cubicBezTo>
                  <a:pt x="25776" y="4476"/>
                  <a:pt x="25776" y="4476"/>
                  <a:pt x="25776" y="4507"/>
                </a:cubicBezTo>
                <a:cubicBezTo>
                  <a:pt x="25776" y="4538"/>
                  <a:pt x="25776" y="4568"/>
                  <a:pt x="25776" y="4600"/>
                </a:cubicBezTo>
                <a:cubicBezTo>
                  <a:pt x="25776" y="4631"/>
                  <a:pt x="25776" y="4631"/>
                  <a:pt x="25746" y="4692"/>
                </a:cubicBezTo>
                <a:cubicBezTo>
                  <a:pt x="25746" y="4723"/>
                  <a:pt x="25715" y="4754"/>
                  <a:pt x="25683" y="4754"/>
                </a:cubicBezTo>
                <a:cubicBezTo>
                  <a:pt x="25653" y="4754"/>
                  <a:pt x="25683" y="4785"/>
                  <a:pt x="25653" y="4785"/>
                </a:cubicBezTo>
                <a:cubicBezTo>
                  <a:pt x="25653" y="4785"/>
                  <a:pt x="25622" y="4754"/>
                  <a:pt x="25622" y="4723"/>
                </a:cubicBezTo>
                <a:cubicBezTo>
                  <a:pt x="25622" y="4754"/>
                  <a:pt x="25622" y="4754"/>
                  <a:pt x="25622" y="4723"/>
                </a:cubicBezTo>
                <a:lnTo>
                  <a:pt x="25622" y="4723"/>
                </a:lnTo>
                <a:cubicBezTo>
                  <a:pt x="25622" y="4723"/>
                  <a:pt x="25653" y="4661"/>
                  <a:pt x="25622" y="4692"/>
                </a:cubicBezTo>
                <a:cubicBezTo>
                  <a:pt x="25561" y="4723"/>
                  <a:pt x="25622" y="4723"/>
                  <a:pt x="25622" y="4785"/>
                </a:cubicBezTo>
                <a:cubicBezTo>
                  <a:pt x="25622" y="4815"/>
                  <a:pt x="25592" y="4815"/>
                  <a:pt x="25592" y="4847"/>
                </a:cubicBezTo>
                <a:cubicBezTo>
                  <a:pt x="25592" y="4847"/>
                  <a:pt x="25592" y="4847"/>
                  <a:pt x="25592" y="4878"/>
                </a:cubicBezTo>
                <a:cubicBezTo>
                  <a:pt x="25592" y="4878"/>
                  <a:pt x="25592" y="4908"/>
                  <a:pt x="25561" y="4908"/>
                </a:cubicBezTo>
                <a:cubicBezTo>
                  <a:pt x="25529" y="4908"/>
                  <a:pt x="25561" y="4908"/>
                  <a:pt x="25529" y="4908"/>
                </a:cubicBezTo>
                <a:lnTo>
                  <a:pt x="25529" y="4908"/>
                </a:lnTo>
                <a:cubicBezTo>
                  <a:pt x="25529" y="4878"/>
                  <a:pt x="25529" y="4878"/>
                  <a:pt x="25529" y="4878"/>
                </a:cubicBezTo>
                <a:cubicBezTo>
                  <a:pt x="25529" y="4878"/>
                  <a:pt x="25499" y="4908"/>
                  <a:pt x="25468" y="4908"/>
                </a:cubicBezTo>
                <a:cubicBezTo>
                  <a:pt x="25468" y="4908"/>
                  <a:pt x="25437" y="4908"/>
                  <a:pt x="25406" y="4908"/>
                </a:cubicBezTo>
                <a:cubicBezTo>
                  <a:pt x="25375" y="4908"/>
                  <a:pt x="25314" y="4878"/>
                  <a:pt x="25314" y="4939"/>
                </a:cubicBezTo>
                <a:cubicBezTo>
                  <a:pt x="25282" y="4970"/>
                  <a:pt x="25252" y="5001"/>
                  <a:pt x="25221" y="5001"/>
                </a:cubicBezTo>
                <a:cubicBezTo>
                  <a:pt x="25221" y="5001"/>
                  <a:pt x="25190" y="5001"/>
                  <a:pt x="25190" y="5032"/>
                </a:cubicBezTo>
                <a:cubicBezTo>
                  <a:pt x="25190" y="5032"/>
                  <a:pt x="25190" y="5062"/>
                  <a:pt x="25221" y="5062"/>
                </a:cubicBezTo>
                <a:cubicBezTo>
                  <a:pt x="25221" y="5062"/>
                  <a:pt x="25221" y="5062"/>
                  <a:pt x="25221" y="5094"/>
                </a:cubicBezTo>
                <a:cubicBezTo>
                  <a:pt x="25221" y="5062"/>
                  <a:pt x="25252" y="5094"/>
                  <a:pt x="25252" y="5062"/>
                </a:cubicBezTo>
                <a:cubicBezTo>
                  <a:pt x="25252" y="5094"/>
                  <a:pt x="25252" y="5094"/>
                  <a:pt x="25252" y="5094"/>
                </a:cubicBezTo>
                <a:cubicBezTo>
                  <a:pt x="25282" y="5094"/>
                  <a:pt x="25282" y="5062"/>
                  <a:pt x="25314" y="5094"/>
                </a:cubicBezTo>
                <a:lnTo>
                  <a:pt x="25314" y="5094"/>
                </a:lnTo>
                <a:cubicBezTo>
                  <a:pt x="25345" y="5094"/>
                  <a:pt x="25345" y="5094"/>
                  <a:pt x="25345" y="5094"/>
                </a:cubicBezTo>
                <a:cubicBezTo>
                  <a:pt x="25345" y="5062"/>
                  <a:pt x="25314" y="5032"/>
                  <a:pt x="25345" y="5032"/>
                </a:cubicBezTo>
                <a:lnTo>
                  <a:pt x="25345" y="5032"/>
                </a:lnTo>
                <a:lnTo>
                  <a:pt x="25345" y="5032"/>
                </a:lnTo>
                <a:cubicBezTo>
                  <a:pt x="25375" y="5062"/>
                  <a:pt x="25406" y="5032"/>
                  <a:pt x="25406" y="5032"/>
                </a:cubicBezTo>
                <a:lnTo>
                  <a:pt x="25406" y="5032"/>
                </a:lnTo>
                <a:cubicBezTo>
                  <a:pt x="25406" y="5062"/>
                  <a:pt x="25437" y="5032"/>
                  <a:pt x="25437" y="5032"/>
                </a:cubicBezTo>
                <a:cubicBezTo>
                  <a:pt x="25437" y="5032"/>
                  <a:pt x="25468" y="5032"/>
                  <a:pt x="25468" y="5001"/>
                </a:cubicBezTo>
                <a:lnTo>
                  <a:pt x="25468" y="5001"/>
                </a:lnTo>
                <a:cubicBezTo>
                  <a:pt x="25499" y="5001"/>
                  <a:pt x="25499" y="5001"/>
                  <a:pt x="25529" y="5001"/>
                </a:cubicBezTo>
                <a:lnTo>
                  <a:pt x="25592" y="5001"/>
                </a:lnTo>
                <a:cubicBezTo>
                  <a:pt x="25622" y="5032"/>
                  <a:pt x="25561" y="5032"/>
                  <a:pt x="25592" y="5062"/>
                </a:cubicBezTo>
                <a:lnTo>
                  <a:pt x="25592" y="5062"/>
                </a:lnTo>
                <a:cubicBezTo>
                  <a:pt x="25592" y="5094"/>
                  <a:pt x="25683" y="5124"/>
                  <a:pt x="25683" y="5124"/>
                </a:cubicBezTo>
                <a:cubicBezTo>
                  <a:pt x="25683" y="5155"/>
                  <a:pt x="25715" y="5062"/>
                  <a:pt x="25715" y="5062"/>
                </a:cubicBezTo>
                <a:cubicBezTo>
                  <a:pt x="25715" y="5032"/>
                  <a:pt x="25746" y="5032"/>
                  <a:pt x="25746" y="5032"/>
                </a:cubicBezTo>
                <a:cubicBezTo>
                  <a:pt x="25746" y="5062"/>
                  <a:pt x="25746" y="5032"/>
                  <a:pt x="25746" y="5032"/>
                </a:cubicBezTo>
                <a:cubicBezTo>
                  <a:pt x="25746" y="5032"/>
                  <a:pt x="25746" y="5032"/>
                  <a:pt x="25715" y="5001"/>
                </a:cubicBezTo>
                <a:cubicBezTo>
                  <a:pt x="25683" y="5001"/>
                  <a:pt x="25683" y="4939"/>
                  <a:pt x="25715" y="4970"/>
                </a:cubicBezTo>
                <a:cubicBezTo>
                  <a:pt x="25715" y="4970"/>
                  <a:pt x="25715" y="5001"/>
                  <a:pt x="25746" y="5001"/>
                </a:cubicBezTo>
                <a:lnTo>
                  <a:pt x="25715" y="4970"/>
                </a:lnTo>
                <a:cubicBezTo>
                  <a:pt x="25746" y="4970"/>
                  <a:pt x="25776" y="5001"/>
                  <a:pt x="25776" y="5001"/>
                </a:cubicBezTo>
                <a:cubicBezTo>
                  <a:pt x="25776" y="5001"/>
                  <a:pt x="25808" y="5001"/>
                  <a:pt x="25839" y="5001"/>
                </a:cubicBezTo>
                <a:lnTo>
                  <a:pt x="25839" y="5001"/>
                </a:lnTo>
                <a:cubicBezTo>
                  <a:pt x="25839" y="4970"/>
                  <a:pt x="25900" y="4939"/>
                  <a:pt x="25900" y="4970"/>
                </a:cubicBezTo>
                <a:cubicBezTo>
                  <a:pt x="25900" y="4970"/>
                  <a:pt x="25900" y="4970"/>
                  <a:pt x="25900" y="5001"/>
                </a:cubicBezTo>
                <a:cubicBezTo>
                  <a:pt x="25900" y="5032"/>
                  <a:pt x="25931" y="5001"/>
                  <a:pt x="25931" y="5001"/>
                </a:cubicBezTo>
                <a:cubicBezTo>
                  <a:pt x="25931" y="4970"/>
                  <a:pt x="25931" y="4970"/>
                  <a:pt x="25931" y="4939"/>
                </a:cubicBezTo>
                <a:cubicBezTo>
                  <a:pt x="25962" y="4939"/>
                  <a:pt x="25962" y="4908"/>
                  <a:pt x="25962" y="4908"/>
                </a:cubicBezTo>
                <a:cubicBezTo>
                  <a:pt x="25962" y="4908"/>
                  <a:pt x="26023" y="4908"/>
                  <a:pt x="25962" y="4939"/>
                </a:cubicBezTo>
                <a:cubicBezTo>
                  <a:pt x="25993" y="4939"/>
                  <a:pt x="25962" y="5001"/>
                  <a:pt x="26023" y="4939"/>
                </a:cubicBezTo>
                <a:cubicBezTo>
                  <a:pt x="26023" y="4939"/>
                  <a:pt x="25993" y="4939"/>
                  <a:pt x="26023" y="4908"/>
                </a:cubicBezTo>
                <a:close/>
                <a:moveTo>
                  <a:pt x="26147" y="4074"/>
                </a:moveTo>
                <a:lnTo>
                  <a:pt x="26147" y="4074"/>
                </a:lnTo>
                <a:cubicBezTo>
                  <a:pt x="26147" y="4074"/>
                  <a:pt x="26147" y="4074"/>
                  <a:pt x="26178" y="4074"/>
                </a:cubicBezTo>
                <a:cubicBezTo>
                  <a:pt x="26178" y="4074"/>
                  <a:pt x="26178" y="4044"/>
                  <a:pt x="26209" y="4044"/>
                </a:cubicBezTo>
                <a:cubicBezTo>
                  <a:pt x="26178" y="4044"/>
                  <a:pt x="26178" y="4044"/>
                  <a:pt x="26178" y="4044"/>
                </a:cubicBezTo>
                <a:lnTo>
                  <a:pt x="26178" y="4044"/>
                </a:lnTo>
                <a:lnTo>
                  <a:pt x="26147" y="4044"/>
                </a:lnTo>
                <a:cubicBezTo>
                  <a:pt x="26178" y="4044"/>
                  <a:pt x="26147" y="4013"/>
                  <a:pt x="26147" y="4013"/>
                </a:cubicBezTo>
                <a:lnTo>
                  <a:pt x="26116" y="3983"/>
                </a:lnTo>
                <a:cubicBezTo>
                  <a:pt x="26116" y="3983"/>
                  <a:pt x="26116" y="3920"/>
                  <a:pt x="26086" y="3920"/>
                </a:cubicBezTo>
                <a:cubicBezTo>
                  <a:pt x="26086" y="3951"/>
                  <a:pt x="26086" y="3983"/>
                  <a:pt x="26055" y="3983"/>
                </a:cubicBezTo>
                <a:lnTo>
                  <a:pt x="26023" y="3951"/>
                </a:lnTo>
                <a:lnTo>
                  <a:pt x="26023" y="3951"/>
                </a:lnTo>
                <a:cubicBezTo>
                  <a:pt x="25993" y="3951"/>
                  <a:pt x="25962" y="3951"/>
                  <a:pt x="25962" y="3951"/>
                </a:cubicBezTo>
                <a:cubicBezTo>
                  <a:pt x="25931" y="3920"/>
                  <a:pt x="25869" y="3890"/>
                  <a:pt x="25808" y="3859"/>
                </a:cubicBezTo>
                <a:cubicBezTo>
                  <a:pt x="25839" y="3859"/>
                  <a:pt x="25839" y="3859"/>
                  <a:pt x="25839" y="3828"/>
                </a:cubicBezTo>
                <a:cubicBezTo>
                  <a:pt x="25839" y="3859"/>
                  <a:pt x="25808" y="3797"/>
                  <a:pt x="25808" y="3828"/>
                </a:cubicBezTo>
                <a:cubicBezTo>
                  <a:pt x="25808" y="3859"/>
                  <a:pt x="25808" y="3859"/>
                  <a:pt x="25808" y="3859"/>
                </a:cubicBezTo>
                <a:cubicBezTo>
                  <a:pt x="25808" y="3859"/>
                  <a:pt x="25776" y="3859"/>
                  <a:pt x="25776" y="3828"/>
                </a:cubicBezTo>
                <a:cubicBezTo>
                  <a:pt x="25776" y="3828"/>
                  <a:pt x="25715" y="3797"/>
                  <a:pt x="25683" y="3797"/>
                </a:cubicBezTo>
                <a:cubicBezTo>
                  <a:pt x="25683" y="3828"/>
                  <a:pt x="25776" y="3890"/>
                  <a:pt x="25776" y="3920"/>
                </a:cubicBezTo>
                <a:cubicBezTo>
                  <a:pt x="25776" y="3951"/>
                  <a:pt x="25808" y="3951"/>
                  <a:pt x="25808" y="3983"/>
                </a:cubicBezTo>
                <a:cubicBezTo>
                  <a:pt x="25776" y="3983"/>
                  <a:pt x="25776" y="3983"/>
                  <a:pt x="25808" y="4013"/>
                </a:cubicBezTo>
                <a:cubicBezTo>
                  <a:pt x="25869" y="4106"/>
                  <a:pt x="25715" y="4013"/>
                  <a:pt x="25715" y="4044"/>
                </a:cubicBezTo>
                <a:cubicBezTo>
                  <a:pt x="25715" y="4044"/>
                  <a:pt x="25746" y="4044"/>
                  <a:pt x="25746" y="4074"/>
                </a:cubicBezTo>
                <a:cubicBezTo>
                  <a:pt x="25776" y="4074"/>
                  <a:pt x="25746" y="4074"/>
                  <a:pt x="25746" y="4106"/>
                </a:cubicBezTo>
                <a:lnTo>
                  <a:pt x="25746" y="4106"/>
                </a:lnTo>
                <a:cubicBezTo>
                  <a:pt x="25683" y="4106"/>
                  <a:pt x="25808" y="4167"/>
                  <a:pt x="25808" y="4198"/>
                </a:cubicBezTo>
                <a:cubicBezTo>
                  <a:pt x="25808" y="4230"/>
                  <a:pt x="25808" y="4230"/>
                  <a:pt x="25839" y="4230"/>
                </a:cubicBezTo>
                <a:lnTo>
                  <a:pt x="25839" y="4198"/>
                </a:lnTo>
                <a:cubicBezTo>
                  <a:pt x="25839" y="4198"/>
                  <a:pt x="25900" y="4230"/>
                  <a:pt x="25900" y="4198"/>
                </a:cubicBezTo>
                <a:cubicBezTo>
                  <a:pt x="25900" y="4198"/>
                  <a:pt x="25839" y="4167"/>
                  <a:pt x="25808" y="4167"/>
                </a:cubicBezTo>
                <a:cubicBezTo>
                  <a:pt x="25808" y="4167"/>
                  <a:pt x="25776" y="4137"/>
                  <a:pt x="25776" y="4106"/>
                </a:cubicBezTo>
                <a:cubicBezTo>
                  <a:pt x="25808" y="4106"/>
                  <a:pt x="25839" y="4137"/>
                  <a:pt x="25839" y="4137"/>
                </a:cubicBezTo>
                <a:lnTo>
                  <a:pt x="25900" y="4106"/>
                </a:lnTo>
                <a:cubicBezTo>
                  <a:pt x="25931" y="4137"/>
                  <a:pt x="26086" y="4198"/>
                  <a:pt x="26086" y="4198"/>
                </a:cubicBezTo>
                <a:cubicBezTo>
                  <a:pt x="26086" y="4167"/>
                  <a:pt x="26055" y="4167"/>
                  <a:pt x="26055" y="4137"/>
                </a:cubicBezTo>
                <a:cubicBezTo>
                  <a:pt x="26055" y="4137"/>
                  <a:pt x="26055" y="4106"/>
                  <a:pt x="26086" y="4074"/>
                </a:cubicBezTo>
                <a:cubicBezTo>
                  <a:pt x="26086" y="4044"/>
                  <a:pt x="26116" y="4074"/>
                  <a:pt x="26147" y="4074"/>
                </a:cubicBezTo>
                <a:close/>
                <a:moveTo>
                  <a:pt x="25128" y="9538"/>
                </a:moveTo>
                <a:lnTo>
                  <a:pt x="25128" y="9538"/>
                </a:lnTo>
                <a:cubicBezTo>
                  <a:pt x="25128" y="9506"/>
                  <a:pt x="25128" y="9506"/>
                  <a:pt x="25128" y="9506"/>
                </a:cubicBezTo>
                <a:cubicBezTo>
                  <a:pt x="25098" y="9476"/>
                  <a:pt x="25098" y="9506"/>
                  <a:pt x="25098" y="9506"/>
                </a:cubicBezTo>
                <a:lnTo>
                  <a:pt x="25128" y="9506"/>
                </a:lnTo>
                <a:lnTo>
                  <a:pt x="25067" y="9538"/>
                </a:lnTo>
                <a:cubicBezTo>
                  <a:pt x="25067" y="9569"/>
                  <a:pt x="25035" y="9538"/>
                  <a:pt x="25035" y="9538"/>
                </a:cubicBezTo>
                <a:lnTo>
                  <a:pt x="24974" y="9538"/>
                </a:lnTo>
                <a:cubicBezTo>
                  <a:pt x="24944" y="9569"/>
                  <a:pt x="24912" y="9506"/>
                  <a:pt x="24881" y="9506"/>
                </a:cubicBezTo>
                <a:lnTo>
                  <a:pt x="24820" y="9538"/>
                </a:lnTo>
                <a:cubicBezTo>
                  <a:pt x="24820" y="9538"/>
                  <a:pt x="24788" y="9599"/>
                  <a:pt x="24820" y="9569"/>
                </a:cubicBezTo>
                <a:cubicBezTo>
                  <a:pt x="24851" y="9569"/>
                  <a:pt x="24881" y="9599"/>
                  <a:pt x="24912" y="9569"/>
                </a:cubicBezTo>
                <a:cubicBezTo>
                  <a:pt x="24881" y="9599"/>
                  <a:pt x="24974" y="9569"/>
                  <a:pt x="24974" y="9569"/>
                </a:cubicBezTo>
                <a:cubicBezTo>
                  <a:pt x="25005" y="9569"/>
                  <a:pt x="25005" y="9599"/>
                  <a:pt x="25035" y="9569"/>
                </a:cubicBezTo>
                <a:cubicBezTo>
                  <a:pt x="25035" y="9569"/>
                  <a:pt x="25128" y="9569"/>
                  <a:pt x="25098" y="9538"/>
                </a:cubicBezTo>
                <a:lnTo>
                  <a:pt x="25128" y="9538"/>
                </a:lnTo>
                <a:close/>
                <a:moveTo>
                  <a:pt x="24665" y="9569"/>
                </a:moveTo>
                <a:lnTo>
                  <a:pt x="24665" y="9569"/>
                </a:lnTo>
                <a:lnTo>
                  <a:pt x="24727" y="9569"/>
                </a:lnTo>
                <a:lnTo>
                  <a:pt x="24697" y="9569"/>
                </a:lnTo>
                <a:cubicBezTo>
                  <a:pt x="24697" y="9569"/>
                  <a:pt x="24788" y="9569"/>
                  <a:pt x="24758" y="9538"/>
                </a:cubicBezTo>
                <a:cubicBezTo>
                  <a:pt x="24727" y="9569"/>
                  <a:pt x="24727" y="9538"/>
                  <a:pt x="24727" y="9538"/>
                </a:cubicBezTo>
                <a:cubicBezTo>
                  <a:pt x="24727" y="9506"/>
                  <a:pt x="24697" y="9538"/>
                  <a:pt x="24697" y="9538"/>
                </a:cubicBezTo>
                <a:cubicBezTo>
                  <a:pt x="24697" y="9506"/>
                  <a:pt x="24697" y="9538"/>
                  <a:pt x="24665" y="9538"/>
                </a:cubicBezTo>
                <a:cubicBezTo>
                  <a:pt x="24665" y="9538"/>
                  <a:pt x="24665" y="9476"/>
                  <a:pt x="24634" y="9506"/>
                </a:cubicBezTo>
                <a:cubicBezTo>
                  <a:pt x="24572" y="9506"/>
                  <a:pt x="24665" y="9538"/>
                  <a:pt x="24665" y="9569"/>
                </a:cubicBezTo>
                <a:cubicBezTo>
                  <a:pt x="24634" y="9569"/>
                  <a:pt x="24604" y="9569"/>
                  <a:pt x="24604" y="9538"/>
                </a:cubicBezTo>
                <a:lnTo>
                  <a:pt x="24604" y="9538"/>
                </a:lnTo>
                <a:lnTo>
                  <a:pt x="24604" y="9538"/>
                </a:lnTo>
                <a:lnTo>
                  <a:pt x="24511" y="9538"/>
                </a:lnTo>
                <a:cubicBezTo>
                  <a:pt x="24541" y="9569"/>
                  <a:pt x="24480" y="9599"/>
                  <a:pt x="24541" y="9599"/>
                </a:cubicBezTo>
                <a:cubicBezTo>
                  <a:pt x="24572" y="9630"/>
                  <a:pt x="24665" y="9569"/>
                  <a:pt x="24665" y="9538"/>
                </a:cubicBezTo>
                <a:cubicBezTo>
                  <a:pt x="24665" y="9569"/>
                  <a:pt x="24665" y="9569"/>
                  <a:pt x="24665" y="9569"/>
                </a:cubicBezTo>
                <a:close/>
                <a:moveTo>
                  <a:pt x="25005" y="8797"/>
                </a:moveTo>
                <a:lnTo>
                  <a:pt x="25005" y="8797"/>
                </a:lnTo>
                <a:cubicBezTo>
                  <a:pt x="25005" y="8797"/>
                  <a:pt x="25005" y="8828"/>
                  <a:pt x="25035" y="8828"/>
                </a:cubicBezTo>
                <a:lnTo>
                  <a:pt x="25067" y="8797"/>
                </a:lnTo>
                <a:cubicBezTo>
                  <a:pt x="25098" y="8766"/>
                  <a:pt x="25098" y="8766"/>
                  <a:pt x="25128" y="8766"/>
                </a:cubicBezTo>
                <a:cubicBezTo>
                  <a:pt x="25128" y="8735"/>
                  <a:pt x="25128" y="8704"/>
                  <a:pt x="25159" y="8704"/>
                </a:cubicBezTo>
                <a:cubicBezTo>
                  <a:pt x="25159" y="8704"/>
                  <a:pt x="25221" y="8735"/>
                  <a:pt x="25221" y="8704"/>
                </a:cubicBezTo>
                <a:cubicBezTo>
                  <a:pt x="25221" y="8674"/>
                  <a:pt x="25128" y="8674"/>
                  <a:pt x="25128" y="8674"/>
                </a:cubicBezTo>
                <a:lnTo>
                  <a:pt x="25128" y="8674"/>
                </a:lnTo>
                <a:cubicBezTo>
                  <a:pt x="25098" y="8674"/>
                  <a:pt x="25067" y="8704"/>
                  <a:pt x="25035" y="8704"/>
                </a:cubicBezTo>
                <a:cubicBezTo>
                  <a:pt x="25005" y="8704"/>
                  <a:pt x="25005" y="8766"/>
                  <a:pt x="24974" y="8766"/>
                </a:cubicBezTo>
                <a:cubicBezTo>
                  <a:pt x="24881" y="8735"/>
                  <a:pt x="24820" y="8611"/>
                  <a:pt x="24912" y="8550"/>
                </a:cubicBezTo>
                <a:cubicBezTo>
                  <a:pt x="24944" y="8550"/>
                  <a:pt x="24944" y="8550"/>
                  <a:pt x="24974" y="8550"/>
                </a:cubicBezTo>
                <a:cubicBezTo>
                  <a:pt x="25005" y="8581"/>
                  <a:pt x="25005" y="8550"/>
                  <a:pt x="25035" y="8550"/>
                </a:cubicBezTo>
                <a:cubicBezTo>
                  <a:pt x="25067" y="8550"/>
                  <a:pt x="25128" y="8550"/>
                  <a:pt x="25159" y="8550"/>
                </a:cubicBezTo>
                <a:cubicBezTo>
                  <a:pt x="25221" y="8581"/>
                  <a:pt x="25221" y="8581"/>
                  <a:pt x="25282" y="8581"/>
                </a:cubicBezTo>
                <a:cubicBezTo>
                  <a:pt x="25314" y="8550"/>
                  <a:pt x="25345" y="8519"/>
                  <a:pt x="25375" y="8488"/>
                </a:cubicBezTo>
                <a:cubicBezTo>
                  <a:pt x="25375" y="8457"/>
                  <a:pt x="25375" y="8395"/>
                  <a:pt x="25345" y="8427"/>
                </a:cubicBezTo>
                <a:cubicBezTo>
                  <a:pt x="25345" y="8457"/>
                  <a:pt x="25314" y="8457"/>
                  <a:pt x="25314" y="8457"/>
                </a:cubicBezTo>
                <a:cubicBezTo>
                  <a:pt x="25282" y="8488"/>
                  <a:pt x="25345" y="8457"/>
                  <a:pt x="25282" y="8488"/>
                </a:cubicBezTo>
                <a:cubicBezTo>
                  <a:pt x="25282" y="8519"/>
                  <a:pt x="25252" y="8519"/>
                  <a:pt x="25221" y="8519"/>
                </a:cubicBezTo>
                <a:cubicBezTo>
                  <a:pt x="25190" y="8519"/>
                  <a:pt x="25159" y="8488"/>
                  <a:pt x="25159" y="8519"/>
                </a:cubicBezTo>
                <a:lnTo>
                  <a:pt x="25035" y="8488"/>
                </a:lnTo>
                <a:cubicBezTo>
                  <a:pt x="25005" y="8457"/>
                  <a:pt x="25005" y="8457"/>
                  <a:pt x="24974" y="8457"/>
                </a:cubicBezTo>
                <a:cubicBezTo>
                  <a:pt x="24944" y="8457"/>
                  <a:pt x="24944" y="8550"/>
                  <a:pt x="24912" y="8519"/>
                </a:cubicBezTo>
                <a:cubicBezTo>
                  <a:pt x="24881" y="8488"/>
                  <a:pt x="24881" y="8519"/>
                  <a:pt x="24851" y="8550"/>
                </a:cubicBezTo>
                <a:cubicBezTo>
                  <a:pt x="24851" y="8581"/>
                  <a:pt x="24851" y="8581"/>
                  <a:pt x="24851" y="8611"/>
                </a:cubicBezTo>
                <a:cubicBezTo>
                  <a:pt x="24881" y="8642"/>
                  <a:pt x="24851" y="8611"/>
                  <a:pt x="24820" y="8611"/>
                </a:cubicBezTo>
                <a:cubicBezTo>
                  <a:pt x="24851" y="8611"/>
                  <a:pt x="24851" y="8704"/>
                  <a:pt x="24851" y="8704"/>
                </a:cubicBezTo>
                <a:lnTo>
                  <a:pt x="24851" y="8674"/>
                </a:lnTo>
                <a:cubicBezTo>
                  <a:pt x="24820" y="8704"/>
                  <a:pt x="24820" y="8735"/>
                  <a:pt x="24788" y="8735"/>
                </a:cubicBezTo>
                <a:cubicBezTo>
                  <a:pt x="24788" y="8766"/>
                  <a:pt x="24820" y="8797"/>
                  <a:pt x="24788" y="8828"/>
                </a:cubicBezTo>
                <a:cubicBezTo>
                  <a:pt x="24788" y="8858"/>
                  <a:pt x="24788" y="8889"/>
                  <a:pt x="24758" y="8889"/>
                </a:cubicBezTo>
                <a:cubicBezTo>
                  <a:pt x="24727" y="8921"/>
                  <a:pt x="24758" y="8951"/>
                  <a:pt x="24758" y="8982"/>
                </a:cubicBezTo>
                <a:cubicBezTo>
                  <a:pt x="24758" y="9012"/>
                  <a:pt x="24758" y="8982"/>
                  <a:pt x="24788" y="8982"/>
                </a:cubicBezTo>
                <a:cubicBezTo>
                  <a:pt x="24820" y="8982"/>
                  <a:pt x="24820" y="9044"/>
                  <a:pt x="24820" y="9044"/>
                </a:cubicBezTo>
                <a:cubicBezTo>
                  <a:pt x="24820" y="9044"/>
                  <a:pt x="24820" y="9075"/>
                  <a:pt x="24820" y="9105"/>
                </a:cubicBezTo>
                <a:cubicBezTo>
                  <a:pt x="24820" y="9136"/>
                  <a:pt x="24788" y="9168"/>
                  <a:pt x="24788" y="9198"/>
                </a:cubicBezTo>
                <a:cubicBezTo>
                  <a:pt x="24788" y="9259"/>
                  <a:pt x="24851" y="9198"/>
                  <a:pt x="24881" y="9229"/>
                </a:cubicBezTo>
                <a:cubicBezTo>
                  <a:pt x="24912" y="9198"/>
                  <a:pt x="24881" y="9168"/>
                  <a:pt x="24881" y="9136"/>
                </a:cubicBezTo>
                <a:cubicBezTo>
                  <a:pt x="24912" y="9105"/>
                  <a:pt x="24881" y="9105"/>
                  <a:pt x="24881" y="9075"/>
                </a:cubicBezTo>
                <a:cubicBezTo>
                  <a:pt x="24912" y="9075"/>
                  <a:pt x="24912" y="9044"/>
                  <a:pt x="24912" y="9012"/>
                </a:cubicBezTo>
                <a:cubicBezTo>
                  <a:pt x="24881" y="9012"/>
                  <a:pt x="24912" y="8982"/>
                  <a:pt x="24881" y="8951"/>
                </a:cubicBezTo>
                <a:cubicBezTo>
                  <a:pt x="24881" y="8951"/>
                  <a:pt x="24881" y="8921"/>
                  <a:pt x="24912" y="8921"/>
                </a:cubicBezTo>
                <a:lnTo>
                  <a:pt x="24944" y="8889"/>
                </a:lnTo>
                <a:lnTo>
                  <a:pt x="24974" y="8921"/>
                </a:lnTo>
                <a:lnTo>
                  <a:pt x="24944" y="8982"/>
                </a:lnTo>
                <a:cubicBezTo>
                  <a:pt x="24944" y="9012"/>
                  <a:pt x="24974" y="9044"/>
                  <a:pt x="25005" y="9044"/>
                </a:cubicBezTo>
                <a:cubicBezTo>
                  <a:pt x="25035" y="9075"/>
                  <a:pt x="24974" y="9105"/>
                  <a:pt x="25005" y="9136"/>
                </a:cubicBezTo>
                <a:lnTo>
                  <a:pt x="25067" y="9136"/>
                </a:lnTo>
                <a:cubicBezTo>
                  <a:pt x="25035" y="9075"/>
                  <a:pt x="25128" y="9105"/>
                  <a:pt x="25128" y="9105"/>
                </a:cubicBezTo>
                <a:lnTo>
                  <a:pt x="25128" y="9075"/>
                </a:lnTo>
                <a:cubicBezTo>
                  <a:pt x="25159" y="9105"/>
                  <a:pt x="25128" y="9075"/>
                  <a:pt x="25128" y="9044"/>
                </a:cubicBezTo>
                <a:cubicBezTo>
                  <a:pt x="25128" y="9075"/>
                  <a:pt x="25098" y="9044"/>
                  <a:pt x="25098" y="9044"/>
                </a:cubicBezTo>
                <a:cubicBezTo>
                  <a:pt x="25128" y="9044"/>
                  <a:pt x="25098" y="9012"/>
                  <a:pt x="25098" y="9012"/>
                </a:cubicBezTo>
                <a:cubicBezTo>
                  <a:pt x="25067" y="9012"/>
                  <a:pt x="25098" y="8951"/>
                  <a:pt x="25098" y="8982"/>
                </a:cubicBezTo>
                <a:cubicBezTo>
                  <a:pt x="25128" y="8951"/>
                  <a:pt x="25067" y="8921"/>
                  <a:pt x="25067" y="8889"/>
                </a:cubicBezTo>
                <a:lnTo>
                  <a:pt x="25035" y="8858"/>
                </a:lnTo>
                <a:cubicBezTo>
                  <a:pt x="25035" y="8858"/>
                  <a:pt x="24974" y="8797"/>
                  <a:pt x="25005" y="8797"/>
                </a:cubicBezTo>
                <a:close/>
                <a:moveTo>
                  <a:pt x="24944" y="7193"/>
                </a:moveTo>
                <a:lnTo>
                  <a:pt x="24944" y="7193"/>
                </a:lnTo>
                <a:cubicBezTo>
                  <a:pt x="24944" y="7161"/>
                  <a:pt x="24881" y="7131"/>
                  <a:pt x="24881" y="7131"/>
                </a:cubicBezTo>
                <a:lnTo>
                  <a:pt x="24851" y="7131"/>
                </a:lnTo>
                <a:cubicBezTo>
                  <a:pt x="24851" y="7131"/>
                  <a:pt x="24788" y="7131"/>
                  <a:pt x="24820" y="7131"/>
                </a:cubicBezTo>
                <a:lnTo>
                  <a:pt x="24851" y="7161"/>
                </a:lnTo>
                <a:cubicBezTo>
                  <a:pt x="24851" y="7161"/>
                  <a:pt x="24851" y="7193"/>
                  <a:pt x="24881" y="7224"/>
                </a:cubicBezTo>
                <a:cubicBezTo>
                  <a:pt x="24881" y="7224"/>
                  <a:pt x="24881" y="7254"/>
                  <a:pt x="24912" y="7254"/>
                </a:cubicBezTo>
                <a:cubicBezTo>
                  <a:pt x="24912" y="7284"/>
                  <a:pt x="24944" y="7254"/>
                  <a:pt x="24944" y="7254"/>
                </a:cubicBezTo>
                <a:lnTo>
                  <a:pt x="24944" y="7254"/>
                </a:lnTo>
                <a:cubicBezTo>
                  <a:pt x="24944" y="7224"/>
                  <a:pt x="24944" y="7224"/>
                  <a:pt x="24944" y="7193"/>
                </a:cubicBezTo>
                <a:close/>
                <a:moveTo>
                  <a:pt x="24572" y="7686"/>
                </a:moveTo>
                <a:lnTo>
                  <a:pt x="24572" y="7686"/>
                </a:lnTo>
                <a:cubicBezTo>
                  <a:pt x="24572" y="7716"/>
                  <a:pt x="24881" y="7407"/>
                  <a:pt x="24758" y="7346"/>
                </a:cubicBezTo>
                <a:cubicBezTo>
                  <a:pt x="24758" y="7377"/>
                  <a:pt x="24727" y="7377"/>
                  <a:pt x="24727" y="7470"/>
                </a:cubicBezTo>
                <a:cubicBezTo>
                  <a:pt x="24727" y="7439"/>
                  <a:pt x="24697" y="7500"/>
                  <a:pt x="24697" y="7500"/>
                </a:cubicBezTo>
                <a:cubicBezTo>
                  <a:pt x="24697" y="7500"/>
                  <a:pt x="24541" y="7686"/>
                  <a:pt x="24572" y="7686"/>
                </a:cubicBezTo>
                <a:close/>
                <a:moveTo>
                  <a:pt x="25282" y="9506"/>
                </a:moveTo>
                <a:lnTo>
                  <a:pt x="25282" y="9506"/>
                </a:lnTo>
                <a:lnTo>
                  <a:pt x="25252" y="9538"/>
                </a:lnTo>
                <a:lnTo>
                  <a:pt x="25282" y="9538"/>
                </a:lnTo>
                <a:cubicBezTo>
                  <a:pt x="25314" y="9538"/>
                  <a:pt x="25314" y="9538"/>
                  <a:pt x="25314" y="9538"/>
                </a:cubicBezTo>
                <a:cubicBezTo>
                  <a:pt x="25345" y="9506"/>
                  <a:pt x="25345" y="9506"/>
                  <a:pt x="25314" y="9506"/>
                </a:cubicBezTo>
                <a:lnTo>
                  <a:pt x="25282" y="9506"/>
                </a:lnTo>
                <a:cubicBezTo>
                  <a:pt x="25282" y="9476"/>
                  <a:pt x="25252" y="9506"/>
                  <a:pt x="25252" y="9506"/>
                </a:cubicBezTo>
                <a:lnTo>
                  <a:pt x="25282" y="9506"/>
                </a:lnTo>
                <a:close/>
                <a:moveTo>
                  <a:pt x="24788" y="9692"/>
                </a:moveTo>
                <a:lnTo>
                  <a:pt x="24788" y="9692"/>
                </a:lnTo>
                <a:cubicBezTo>
                  <a:pt x="24820" y="9723"/>
                  <a:pt x="24851" y="9723"/>
                  <a:pt x="24851" y="9753"/>
                </a:cubicBezTo>
                <a:cubicBezTo>
                  <a:pt x="24881" y="9723"/>
                  <a:pt x="24912" y="9692"/>
                  <a:pt x="24881" y="9661"/>
                </a:cubicBezTo>
                <a:cubicBezTo>
                  <a:pt x="24851" y="9661"/>
                  <a:pt x="24851" y="9692"/>
                  <a:pt x="24851" y="9661"/>
                </a:cubicBezTo>
                <a:lnTo>
                  <a:pt x="24820" y="9630"/>
                </a:lnTo>
                <a:cubicBezTo>
                  <a:pt x="24820" y="9630"/>
                  <a:pt x="24697" y="9630"/>
                  <a:pt x="24727" y="9661"/>
                </a:cubicBezTo>
                <a:cubicBezTo>
                  <a:pt x="24758" y="9692"/>
                  <a:pt x="24758" y="9661"/>
                  <a:pt x="24788" y="9692"/>
                </a:cubicBezTo>
                <a:close/>
                <a:moveTo>
                  <a:pt x="25561" y="8982"/>
                </a:moveTo>
                <a:lnTo>
                  <a:pt x="25561" y="8982"/>
                </a:lnTo>
                <a:cubicBezTo>
                  <a:pt x="25561" y="8982"/>
                  <a:pt x="25529" y="8982"/>
                  <a:pt x="25561" y="8982"/>
                </a:cubicBezTo>
                <a:lnTo>
                  <a:pt x="25561" y="8982"/>
                </a:lnTo>
                <a:cubicBezTo>
                  <a:pt x="25561" y="8951"/>
                  <a:pt x="25406" y="8921"/>
                  <a:pt x="25468" y="8982"/>
                </a:cubicBezTo>
                <a:cubicBezTo>
                  <a:pt x="25499" y="9012"/>
                  <a:pt x="25499" y="9044"/>
                  <a:pt x="25561" y="9012"/>
                </a:cubicBezTo>
                <a:cubicBezTo>
                  <a:pt x="25561" y="9012"/>
                  <a:pt x="25592" y="8982"/>
                  <a:pt x="25561" y="8982"/>
                </a:cubicBezTo>
                <a:close/>
                <a:moveTo>
                  <a:pt x="25282" y="9692"/>
                </a:moveTo>
                <a:lnTo>
                  <a:pt x="25282" y="9692"/>
                </a:lnTo>
                <a:cubicBezTo>
                  <a:pt x="25314" y="9661"/>
                  <a:pt x="25345" y="9630"/>
                  <a:pt x="25406" y="9599"/>
                </a:cubicBezTo>
                <a:cubicBezTo>
                  <a:pt x="25437" y="9599"/>
                  <a:pt x="25468" y="9569"/>
                  <a:pt x="25499" y="9569"/>
                </a:cubicBezTo>
                <a:cubicBezTo>
                  <a:pt x="25499" y="9569"/>
                  <a:pt x="25561" y="9538"/>
                  <a:pt x="25529" y="9538"/>
                </a:cubicBezTo>
                <a:cubicBezTo>
                  <a:pt x="25468" y="9538"/>
                  <a:pt x="25406" y="9538"/>
                  <a:pt x="25375" y="9538"/>
                </a:cubicBezTo>
                <a:cubicBezTo>
                  <a:pt x="25345" y="9569"/>
                  <a:pt x="25252" y="9599"/>
                  <a:pt x="25252" y="9630"/>
                </a:cubicBezTo>
                <a:lnTo>
                  <a:pt x="25221" y="9630"/>
                </a:lnTo>
                <a:cubicBezTo>
                  <a:pt x="25190" y="9599"/>
                  <a:pt x="25159" y="9723"/>
                  <a:pt x="25159" y="9723"/>
                </a:cubicBezTo>
                <a:cubicBezTo>
                  <a:pt x="25159" y="9723"/>
                  <a:pt x="25190" y="9692"/>
                  <a:pt x="25190" y="9723"/>
                </a:cubicBezTo>
                <a:cubicBezTo>
                  <a:pt x="25190" y="9723"/>
                  <a:pt x="25159" y="9723"/>
                  <a:pt x="25159" y="9753"/>
                </a:cubicBezTo>
                <a:cubicBezTo>
                  <a:pt x="25159" y="9753"/>
                  <a:pt x="25190" y="9753"/>
                  <a:pt x="25221" y="9723"/>
                </a:cubicBezTo>
                <a:cubicBezTo>
                  <a:pt x="25252" y="9723"/>
                  <a:pt x="25252" y="9723"/>
                  <a:pt x="25282" y="9692"/>
                </a:cubicBezTo>
                <a:close/>
                <a:moveTo>
                  <a:pt x="25561" y="5062"/>
                </a:moveTo>
                <a:lnTo>
                  <a:pt x="25561" y="5062"/>
                </a:lnTo>
                <a:cubicBezTo>
                  <a:pt x="25529" y="5062"/>
                  <a:pt x="25499" y="5032"/>
                  <a:pt x="25499" y="5032"/>
                </a:cubicBezTo>
                <a:lnTo>
                  <a:pt x="25437" y="5032"/>
                </a:lnTo>
                <a:cubicBezTo>
                  <a:pt x="25499" y="5094"/>
                  <a:pt x="25375" y="5062"/>
                  <a:pt x="25406" y="5062"/>
                </a:cubicBezTo>
                <a:cubicBezTo>
                  <a:pt x="25375" y="5062"/>
                  <a:pt x="25375" y="5094"/>
                  <a:pt x="25375" y="5094"/>
                </a:cubicBezTo>
                <a:cubicBezTo>
                  <a:pt x="25406" y="5124"/>
                  <a:pt x="25345" y="5124"/>
                  <a:pt x="25345" y="5155"/>
                </a:cubicBezTo>
                <a:lnTo>
                  <a:pt x="25375" y="5155"/>
                </a:lnTo>
                <a:cubicBezTo>
                  <a:pt x="25375" y="5155"/>
                  <a:pt x="25375" y="5186"/>
                  <a:pt x="25437" y="5186"/>
                </a:cubicBezTo>
                <a:cubicBezTo>
                  <a:pt x="25468" y="5279"/>
                  <a:pt x="25468" y="5155"/>
                  <a:pt x="25468" y="5155"/>
                </a:cubicBezTo>
                <a:cubicBezTo>
                  <a:pt x="25468" y="5094"/>
                  <a:pt x="25529" y="5186"/>
                  <a:pt x="25561" y="5155"/>
                </a:cubicBezTo>
                <a:cubicBezTo>
                  <a:pt x="25561" y="5124"/>
                  <a:pt x="25561" y="5124"/>
                  <a:pt x="25561" y="5094"/>
                </a:cubicBezTo>
                <a:lnTo>
                  <a:pt x="25561" y="5062"/>
                </a:lnTo>
                <a:close/>
                <a:moveTo>
                  <a:pt x="24697" y="6266"/>
                </a:moveTo>
                <a:lnTo>
                  <a:pt x="24697" y="6266"/>
                </a:lnTo>
                <a:cubicBezTo>
                  <a:pt x="24665" y="6266"/>
                  <a:pt x="24634" y="6329"/>
                  <a:pt x="24665" y="6329"/>
                </a:cubicBezTo>
                <a:cubicBezTo>
                  <a:pt x="24697" y="6390"/>
                  <a:pt x="24697" y="6266"/>
                  <a:pt x="24697" y="6266"/>
                </a:cubicBezTo>
                <a:close/>
                <a:moveTo>
                  <a:pt x="25190" y="7377"/>
                </a:moveTo>
                <a:lnTo>
                  <a:pt x="25190" y="7377"/>
                </a:lnTo>
                <a:lnTo>
                  <a:pt x="25159" y="7593"/>
                </a:lnTo>
                <a:cubicBezTo>
                  <a:pt x="25190" y="7562"/>
                  <a:pt x="25190" y="7377"/>
                  <a:pt x="25190" y="7377"/>
                </a:cubicBezTo>
                <a:close/>
                <a:moveTo>
                  <a:pt x="25098" y="7407"/>
                </a:moveTo>
                <a:lnTo>
                  <a:pt x="25098" y="7407"/>
                </a:lnTo>
                <a:cubicBezTo>
                  <a:pt x="25098" y="7439"/>
                  <a:pt x="25098" y="7500"/>
                  <a:pt x="25067" y="7531"/>
                </a:cubicBezTo>
                <a:cubicBezTo>
                  <a:pt x="25035" y="7562"/>
                  <a:pt x="25098" y="7593"/>
                  <a:pt x="25098" y="7593"/>
                </a:cubicBezTo>
                <a:cubicBezTo>
                  <a:pt x="25098" y="7624"/>
                  <a:pt x="25128" y="7624"/>
                  <a:pt x="25128" y="7624"/>
                </a:cubicBezTo>
                <a:cubicBezTo>
                  <a:pt x="25159" y="7593"/>
                  <a:pt x="25128" y="7562"/>
                  <a:pt x="25128" y="7531"/>
                </a:cubicBezTo>
                <a:cubicBezTo>
                  <a:pt x="25128" y="7500"/>
                  <a:pt x="25159" y="7470"/>
                  <a:pt x="25159" y="7407"/>
                </a:cubicBezTo>
                <a:cubicBezTo>
                  <a:pt x="25159" y="7439"/>
                  <a:pt x="25128" y="7377"/>
                  <a:pt x="25098" y="7407"/>
                </a:cubicBezTo>
                <a:close/>
                <a:moveTo>
                  <a:pt x="25221" y="7224"/>
                </a:moveTo>
                <a:lnTo>
                  <a:pt x="25221" y="7224"/>
                </a:lnTo>
                <a:cubicBezTo>
                  <a:pt x="25159" y="7224"/>
                  <a:pt x="25282" y="7315"/>
                  <a:pt x="25282" y="7315"/>
                </a:cubicBezTo>
                <a:cubicBezTo>
                  <a:pt x="25282" y="7346"/>
                  <a:pt x="25282" y="7346"/>
                  <a:pt x="25282" y="7346"/>
                </a:cubicBezTo>
                <a:lnTo>
                  <a:pt x="25282" y="7377"/>
                </a:lnTo>
                <a:cubicBezTo>
                  <a:pt x="25314" y="7407"/>
                  <a:pt x="25345" y="7377"/>
                  <a:pt x="25375" y="7407"/>
                </a:cubicBezTo>
                <a:cubicBezTo>
                  <a:pt x="25345" y="7315"/>
                  <a:pt x="25345" y="7254"/>
                  <a:pt x="25221" y="7224"/>
                </a:cubicBezTo>
                <a:close/>
                <a:moveTo>
                  <a:pt x="24697" y="6390"/>
                </a:moveTo>
                <a:lnTo>
                  <a:pt x="24697" y="6390"/>
                </a:lnTo>
                <a:cubicBezTo>
                  <a:pt x="24665" y="6359"/>
                  <a:pt x="24665" y="6420"/>
                  <a:pt x="24665" y="6452"/>
                </a:cubicBezTo>
                <a:cubicBezTo>
                  <a:pt x="24697" y="6483"/>
                  <a:pt x="24697" y="6390"/>
                  <a:pt x="24697" y="6390"/>
                </a:cubicBezTo>
                <a:close/>
                <a:moveTo>
                  <a:pt x="11237" y="1327"/>
                </a:moveTo>
                <a:lnTo>
                  <a:pt x="11237" y="1327"/>
                </a:lnTo>
                <a:cubicBezTo>
                  <a:pt x="11330" y="1266"/>
                  <a:pt x="11516" y="1297"/>
                  <a:pt x="11608" y="1235"/>
                </a:cubicBezTo>
                <a:lnTo>
                  <a:pt x="11608" y="1235"/>
                </a:lnTo>
                <a:lnTo>
                  <a:pt x="11608" y="1235"/>
                </a:lnTo>
                <a:lnTo>
                  <a:pt x="11639" y="1235"/>
                </a:lnTo>
                <a:cubicBezTo>
                  <a:pt x="11639" y="1235"/>
                  <a:pt x="11639" y="1235"/>
                  <a:pt x="11670" y="1235"/>
                </a:cubicBezTo>
                <a:lnTo>
                  <a:pt x="11639" y="1235"/>
                </a:lnTo>
                <a:cubicBezTo>
                  <a:pt x="11639" y="1204"/>
                  <a:pt x="11670" y="1235"/>
                  <a:pt x="11700" y="1204"/>
                </a:cubicBezTo>
                <a:cubicBezTo>
                  <a:pt x="11670" y="1204"/>
                  <a:pt x="11670" y="1235"/>
                  <a:pt x="11670" y="1204"/>
                </a:cubicBezTo>
                <a:cubicBezTo>
                  <a:pt x="11670" y="1204"/>
                  <a:pt x="11732" y="1235"/>
                  <a:pt x="11732" y="1204"/>
                </a:cubicBezTo>
                <a:lnTo>
                  <a:pt x="11763" y="1204"/>
                </a:lnTo>
                <a:cubicBezTo>
                  <a:pt x="11763" y="1173"/>
                  <a:pt x="11763" y="1204"/>
                  <a:pt x="11763" y="1173"/>
                </a:cubicBezTo>
                <a:lnTo>
                  <a:pt x="11824" y="1173"/>
                </a:lnTo>
                <a:lnTo>
                  <a:pt x="11793" y="1173"/>
                </a:lnTo>
                <a:cubicBezTo>
                  <a:pt x="11793" y="1143"/>
                  <a:pt x="11824" y="1173"/>
                  <a:pt x="11824" y="1173"/>
                </a:cubicBezTo>
                <a:cubicBezTo>
                  <a:pt x="11824" y="1143"/>
                  <a:pt x="11886" y="1173"/>
                  <a:pt x="11886" y="1143"/>
                </a:cubicBezTo>
                <a:cubicBezTo>
                  <a:pt x="11886" y="1143"/>
                  <a:pt x="11700" y="1143"/>
                  <a:pt x="11670" y="1143"/>
                </a:cubicBezTo>
                <a:cubicBezTo>
                  <a:pt x="11670" y="1111"/>
                  <a:pt x="11670" y="1111"/>
                  <a:pt x="11670" y="1111"/>
                </a:cubicBezTo>
                <a:cubicBezTo>
                  <a:pt x="11670" y="1111"/>
                  <a:pt x="11639" y="1111"/>
                  <a:pt x="11608" y="1111"/>
                </a:cubicBezTo>
                <a:cubicBezTo>
                  <a:pt x="11577" y="1143"/>
                  <a:pt x="11577" y="1143"/>
                  <a:pt x="11577" y="1143"/>
                </a:cubicBezTo>
                <a:cubicBezTo>
                  <a:pt x="11577" y="1143"/>
                  <a:pt x="11577" y="1111"/>
                  <a:pt x="11608" y="1111"/>
                </a:cubicBezTo>
                <a:cubicBezTo>
                  <a:pt x="11577" y="1111"/>
                  <a:pt x="11423" y="1143"/>
                  <a:pt x="11392" y="1111"/>
                </a:cubicBezTo>
                <a:lnTo>
                  <a:pt x="11516" y="1080"/>
                </a:lnTo>
                <a:cubicBezTo>
                  <a:pt x="11485" y="1080"/>
                  <a:pt x="11485" y="1050"/>
                  <a:pt x="11485" y="1050"/>
                </a:cubicBezTo>
                <a:lnTo>
                  <a:pt x="11516" y="1080"/>
                </a:lnTo>
                <a:cubicBezTo>
                  <a:pt x="11516" y="1050"/>
                  <a:pt x="11516" y="1050"/>
                  <a:pt x="11516" y="1050"/>
                </a:cubicBezTo>
                <a:cubicBezTo>
                  <a:pt x="11546" y="1050"/>
                  <a:pt x="11670" y="1080"/>
                  <a:pt x="11700" y="1019"/>
                </a:cubicBezTo>
                <a:lnTo>
                  <a:pt x="11577" y="1019"/>
                </a:lnTo>
                <a:cubicBezTo>
                  <a:pt x="11608" y="988"/>
                  <a:pt x="11485" y="1019"/>
                  <a:pt x="11485" y="1019"/>
                </a:cubicBezTo>
                <a:cubicBezTo>
                  <a:pt x="11485" y="1019"/>
                  <a:pt x="11546" y="1019"/>
                  <a:pt x="11577" y="988"/>
                </a:cubicBezTo>
                <a:cubicBezTo>
                  <a:pt x="11577" y="988"/>
                  <a:pt x="11485" y="988"/>
                  <a:pt x="11546" y="988"/>
                </a:cubicBezTo>
                <a:lnTo>
                  <a:pt x="11485" y="957"/>
                </a:lnTo>
                <a:cubicBezTo>
                  <a:pt x="11516" y="957"/>
                  <a:pt x="11732" y="1019"/>
                  <a:pt x="11763" y="1019"/>
                </a:cubicBezTo>
                <a:cubicBezTo>
                  <a:pt x="11700" y="1143"/>
                  <a:pt x="11886" y="1080"/>
                  <a:pt x="11886" y="1080"/>
                </a:cubicBezTo>
                <a:cubicBezTo>
                  <a:pt x="11886" y="1080"/>
                  <a:pt x="11886" y="1143"/>
                  <a:pt x="11947" y="1111"/>
                </a:cubicBezTo>
                <a:lnTo>
                  <a:pt x="11917" y="1111"/>
                </a:lnTo>
                <a:cubicBezTo>
                  <a:pt x="11947" y="1080"/>
                  <a:pt x="11947" y="1080"/>
                  <a:pt x="11917" y="1080"/>
                </a:cubicBezTo>
                <a:lnTo>
                  <a:pt x="11947" y="1080"/>
                </a:lnTo>
                <a:cubicBezTo>
                  <a:pt x="11947" y="1050"/>
                  <a:pt x="11947" y="1080"/>
                  <a:pt x="11917" y="1050"/>
                </a:cubicBezTo>
                <a:cubicBezTo>
                  <a:pt x="11979" y="1050"/>
                  <a:pt x="11886" y="1050"/>
                  <a:pt x="11886" y="1050"/>
                </a:cubicBezTo>
                <a:cubicBezTo>
                  <a:pt x="11917" y="1050"/>
                  <a:pt x="11947" y="1050"/>
                  <a:pt x="11947" y="1050"/>
                </a:cubicBezTo>
                <a:cubicBezTo>
                  <a:pt x="11947" y="1019"/>
                  <a:pt x="11886" y="1050"/>
                  <a:pt x="11947" y="1019"/>
                </a:cubicBezTo>
                <a:cubicBezTo>
                  <a:pt x="11947" y="1019"/>
                  <a:pt x="11917" y="1050"/>
                  <a:pt x="11947" y="1019"/>
                </a:cubicBezTo>
                <a:lnTo>
                  <a:pt x="11947" y="1019"/>
                </a:lnTo>
                <a:lnTo>
                  <a:pt x="11886" y="1050"/>
                </a:lnTo>
                <a:cubicBezTo>
                  <a:pt x="11917" y="988"/>
                  <a:pt x="11917" y="1019"/>
                  <a:pt x="11947" y="988"/>
                </a:cubicBezTo>
                <a:cubicBezTo>
                  <a:pt x="11917" y="988"/>
                  <a:pt x="11917" y="1019"/>
                  <a:pt x="11886" y="1019"/>
                </a:cubicBezTo>
                <a:cubicBezTo>
                  <a:pt x="11886" y="1019"/>
                  <a:pt x="11886" y="988"/>
                  <a:pt x="11917" y="988"/>
                </a:cubicBezTo>
                <a:cubicBezTo>
                  <a:pt x="11886" y="988"/>
                  <a:pt x="11854" y="988"/>
                  <a:pt x="11854" y="988"/>
                </a:cubicBezTo>
                <a:lnTo>
                  <a:pt x="11917" y="988"/>
                </a:lnTo>
                <a:cubicBezTo>
                  <a:pt x="11886" y="957"/>
                  <a:pt x="11854" y="988"/>
                  <a:pt x="11824" y="957"/>
                </a:cubicBezTo>
                <a:cubicBezTo>
                  <a:pt x="11854" y="957"/>
                  <a:pt x="11700" y="926"/>
                  <a:pt x="11700" y="926"/>
                </a:cubicBezTo>
                <a:cubicBezTo>
                  <a:pt x="11732" y="926"/>
                  <a:pt x="11763" y="957"/>
                  <a:pt x="11793" y="926"/>
                </a:cubicBezTo>
                <a:cubicBezTo>
                  <a:pt x="11763" y="926"/>
                  <a:pt x="11670" y="926"/>
                  <a:pt x="11670" y="926"/>
                </a:cubicBezTo>
                <a:cubicBezTo>
                  <a:pt x="11670" y="896"/>
                  <a:pt x="11608" y="926"/>
                  <a:pt x="11608" y="896"/>
                </a:cubicBezTo>
                <a:cubicBezTo>
                  <a:pt x="11608" y="926"/>
                  <a:pt x="11763" y="896"/>
                  <a:pt x="11763" y="864"/>
                </a:cubicBezTo>
                <a:cubicBezTo>
                  <a:pt x="11763" y="833"/>
                  <a:pt x="11608" y="896"/>
                  <a:pt x="11608" y="896"/>
                </a:cubicBezTo>
                <a:cubicBezTo>
                  <a:pt x="11608" y="864"/>
                  <a:pt x="11608" y="864"/>
                  <a:pt x="11608" y="864"/>
                </a:cubicBezTo>
                <a:lnTo>
                  <a:pt x="11670" y="864"/>
                </a:lnTo>
                <a:cubicBezTo>
                  <a:pt x="11670" y="864"/>
                  <a:pt x="11608" y="864"/>
                  <a:pt x="11608" y="833"/>
                </a:cubicBezTo>
                <a:cubicBezTo>
                  <a:pt x="11608" y="864"/>
                  <a:pt x="11793" y="833"/>
                  <a:pt x="11793" y="833"/>
                </a:cubicBezTo>
                <a:cubicBezTo>
                  <a:pt x="11793" y="833"/>
                  <a:pt x="11763" y="833"/>
                  <a:pt x="11763" y="803"/>
                </a:cubicBezTo>
                <a:cubicBezTo>
                  <a:pt x="11793" y="833"/>
                  <a:pt x="11979" y="833"/>
                  <a:pt x="11979" y="833"/>
                </a:cubicBezTo>
                <a:cubicBezTo>
                  <a:pt x="11947" y="833"/>
                  <a:pt x="11854" y="833"/>
                  <a:pt x="11854" y="833"/>
                </a:cubicBezTo>
                <a:cubicBezTo>
                  <a:pt x="11917" y="926"/>
                  <a:pt x="12102" y="833"/>
                  <a:pt x="12102" y="803"/>
                </a:cubicBezTo>
                <a:cubicBezTo>
                  <a:pt x="12102" y="803"/>
                  <a:pt x="12009" y="803"/>
                  <a:pt x="12009" y="833"/>
                </a:cubicBezTo>
                <a:cubicBezTo>
                  <a:pt x="12009" y="803"/>
                  <a:pt x="12009" y="772"/>
                  <a:pt x="11979" y="803"/>
                </a:cubicBezTo>
                <a:cubicBezTo>
                  <a:pt x="11979" y="772"/>
                  <a:pt x="12009" y="772"/>
                  <a:pt x="12009" y="772"/>
                </a:cubicBezTo>
                <a:lnTo>
                  <a:pt x="11979" y="772"/>
                </a:lnTo>
                <a:cubicBezTo>
                  <a:pt x="12009" y="772"/>
                  <a:pt x="12009" y="772"/>
                  <a:pt x="12040" y="772"/>
                </a:cubicBezTo>
                <a:lnTo>
                  <a:pt x="12009" y="741"/>
                </a:lnTo>
                <a:cubicBezTo>
                  <a:pt x="12040" y="741"/>
                  <a:pt x="12226" y="803"/>
                  <a:pt x="12226" y="741"/>
                </a:cubicBezTo>
                <a:cubicBezTo>
                  <a:pt x="12226" y="741"/>
                  <a:pt x="12102" y="741"/>
                  <a:pt x="12071" y="741"/>
                </a:cubicBezTo>
                <a:cubicBezTo>
                  <a:pt x="12102" y="741"/>
                  <a:pt x="12040" y="710"/>
                  <a:pt x="12009" y="710"/>
                </a:cubicBezTo>
                <a:cubicBezTo>
                  <a:pt x="12040" y="710"/>
                  <a:pt x="12133" y="741"/>
                  <a:pt x="12133" y="710"/>
                </a:cubicBezTo>
                <a:cubicBezTo>
                  <a:pt x="12133" y="679"/>
                  <a:pt x="12009" y="649"/>
                  <a:pt x="12009" y="649"/>
                </a:cubicBezTo>
                <a:cubicBezTo>
                  <a:pt x="12040" y="649"/>
                  <a:pt x="12040" y="649"/>
                  <a:pt x="12040" y="649"/>
                </a:cubicBezTo>
                <a:cubicBezTo>
                  <a:pt x="12102" y="679"/>
                  <a:pt x="12226" y="710"/>
                  <a:pt x="12226" y="649"/>
                </a:cubicBezTo>
                <a:cubicBezTo>
                  <a:pt x="12226" y="617"/>
                  <a:pt x="12102" y="649"/>
                  <a:pt x="12071" y="617"/>
                </a:cubicBezTo>
                <a:lnTo>
                  <a:pt x="12226" y="617"/>
                </a:lnTo>
                <a:cubicBezTo>
                  <a:pt x="12226" y="587"/>
                  <a:pt x="12133" y="587"/>
                  <a:pt x="12133" y="587"/>
                </a:cubicBezTo>
                <a:cubicBezTo>
                  <a:pt x="12133" y="617"/>
                  <a:pt x="12164" y="617"/>
                  <a:pt x="12164" y="617"/>
                </a:cubicBezTo>
                <a:lnTo>
                  <a:pt x="12102" y="587"/>
                </a:lnTo>
                <a:cubicBezTo>
                  <a:pt x="12102" y="587"/>
                  <a:pt x="12071" y="587"/>
                  <a:pt x="12102" y="587"/>
                </a:cubicBezTo>
                <a:cubicBezTo>
                  <a:pt x="12102" y="587"/>
                  <a:pt x="12071" y="587"/>
                  <a:pt x="12102" y="587"/>
                </a:cubicBezTo>
                <a:cubicBezTo>
                  <a:pt x="12071" y="556"/>
                  <a:pt x="12071" y="587"/>
                  <a:pt x="12071" y="587"/>
                </a:cubicBezTo>
                <a:lnTo>
                  <a:pt x="12040" y="556"/>
                </a:lnTo>
                <a:cubicBezTo>
                  <a:pt x="12071" y="556"/>
                  <a:pt x="12164" y="556"/>
                  <a:pt x="12164" y="556"/>
                </a:cubicBezTo>
                <a:cubicBezTo>
                  <a:pt x="12164" y="556"/>
                  <a:pt x="12133" y="556"/>
                  <a:pt x="12102" y="556"/>
                </a:cubicBezTo>
                <a:cubicBezTo>
                  <a:pt x="12133" y="556"/>
                  <a:pt x="12164" y="556"/>
                  <a:pt x="12194" y="556"/>
                </a:cubicBezTo>
                <a:cubicBezTo>
                  <a:pt x="12133" y="525"/>
                  <a:pt x="12349" y="587"/>
                  <a:pt x="12349" y="525"/>
                </a:cubicBezTo>
                <a:cubicBezTo>
                  <a:pt x="12349" y="494"/>
                  <a:pt x="12226" y="525"/>
                  <a:pt x="12194" y="494"/>
                </a:cubicBezTo>
                <a:lnTo>
                  <a:pt x="12226" y="494"/>
                </a:lnTo>
                <a:lnTo>
                  <a:pt x="12194" y="494"/>
                </a:lnTo>
                <a:cubicBezTo>
                  <a:pt x="12194" y="494"/>
                  <a:pt x="12226" y="494"/>
                  <a:pt x="12194" y="494"/>
                </a:cubicBezTo>
                <a:cubicBezTo>
                  <a:pt x="12226" y="494"/>
                  <a:pt x="12287" y="494"/>
                  <a:pt x="12318" y="494"/>
                </a:cubicBezTo>
                <a:cubicBezTo>
                  <a:pt x="12256" y="432"/>
                  <a:pt x="12194" y="463"/>
                  <a:pt x="12164" y="494"/>
                </a:cubicBezTo>
                <a:cubicBezTo>
                  <a:pt x="12164" y="494"/>
                  <a:pt x="12133" y="494"/>
                  <a:pt x="12102" y="494"/>
                </a:cubicBezTo>
                <a:cubicBezTo>
                  <a:pt x="12133" y="463"/>
                  <a:pt x="12164" y="494"/>
                  <a:pt x="12164" y="463"/>
                </a:cubicBezTo>
                <a:cubicBezTo>
                  <a:pt x="12102" y="463"/>
                  <a:pt x="12226" y="432"/>
                  <a:pt x="12226" y="402"/>
                </a:cubicBezTo>
                <a:cubicBezTo>
                  <a:pt x="12194" y="402"/>
                  <a:pt x="12194" y="402"/>
                  <a:pt x="12194" y="402"/>
                </a:cubicBezTo>
                <a:cubicBezTo>
                  <a:pt x="12226" y="402"/>
                  <a:pt x="12226" y="402"/>
                  <a:pt x="12194" y="402"/>
                </a:cubicBezTo>
                <a:cubicBezTo>
                  <a:pt x="12226" y="402"/>
                  <a:pt x="12318" y="370"/>
                  <a:pt x="12318" y="370"/>
                </a:cubicBezTo>
                <a:cubicBezTo>
                  <a:pt x="12349" y="370"/>
                  <a:pt x="12411" y="309"/>
                  <a:pt x="12473" y="309"/>
                </a:cubicBezTo>
                <a:cubicBezTo>
                  <a:pt x="12441" y="278"/>
                  <a:pt x="12318" y="309"/>
                  <a:pt x="12287" y="309"/>
                </a:cubicBezTo>
                <a:cubicBezTo>
                  <a:pt x="12318" y="309"/>
                  <a:pt x="12287" y="309"/>
                  <a:pt x="12318" y="309"/>
                </a:cubicBezTo>
                <a:cubicBezTo>
                  <a:pt x="12287" y="309"/>
                  <a:pt x="12287" y="309"/>
                  <a:pt x="12256" y="309"/>
                </a:cubicBezTo>
                <a:cubicBezTo>
                  <a:pt x="12318" y="278"/>
                  <a:pt x="12287" y="278"/>
                  <a:pt x="12256" y="247"/>
                </a:cubicBezTo>
                <a:cubicBezTo>
                  <a:pt x="12380" y="247"/>
                  <a:pt x="12534" y="278"/>
                  <a:pt x="12658" y="247"/>
                </a:cubicBezTo>
                <a:cubicBezTo>
                  <a:pt x="12658" y="216"/>
                  <a:pt x="12658" y="216"/>
                  <a:pt x="12658" y="216"/>
                </a:cubicBezTo>
                <a:cubicBezTo>
                  <a:pt x="12688" y="185"/>
                  <a:pt x="12781" y="216"/>
                  <a:pt x="12843" y="185"/>
                </a:cubicBezTo>
                <a:cubicBezTo>
                  <a:pt x="12750" y="185"/>
                  <a:pt x="12565" y="185"/>
                  <a:pt x="12534" y="185"/>
                </a:cubicBezTo>
                <a:lnTo>
                  <a:pt x="12473" y="185"/>
                </a:lnTo>
                <a:cubicBezTo>
                  <a:pt x="12441" y="216"/>
                  <a:pt x="12380" y="185"/>
                  <a:pt x="12349" y="216"/>
                </a:cubicBezTo>
                <a:lnTo>
                  <a:pt x="12380" y="185"/>
                </a:lnTo>
                <a:cubicBezTo>
                  <a:pt x="12287" y="185"/>
                  <a:pt x="12164" y="278"/>
                  <a:pt x="12071" y="278"/>
                </a:cubicBezTo>
                <a:cubicBezTo>
                  <a:pt x="12071" y="247"/>
                  <a:pt x="12071" y="247"/>
                  <a:pt x="12102" y="247"/>
                </a:cubicBezTo>
                <a:cubicBezTo>
                  <a:pt x="12071" y="247"/>
                  <a:pt x="12071" y="247"/>
                  <a:pt x="12071" y="247"/>
                </a:cubicBezTo>
                <a:cubicBezTo>
                  <a:pt x="12102" y="247"/>
                  <a:pt x="12256" y="185"/>
                  <a:pt x="12256" y="155"/>
                </a:cubicBezTo>
                <a:cubicBezTo>
                  <a:pt x="12256" y="155"/>
                  <a:pt x="11886" y="216"/>
                  <a:pt x="11917" y="216"/>
                </a:cubicBezTo>
                <a:cubicBezTo>
                  <a:pt x="11886" y="216"/>
                  <a:pt x="12040" y="155"/>
                  <a:pt x="12071" y="155"/>
                </a:cubicBezTo>
                <a:cubicBezTo>
                  <a:pt x="11917" y="155"/>
                  <a:pt x="11763" y="185"/>
                  <a:pt x="11608" y="185"/>
                </a:cubicBezTo>
                <a:lnTo>
                  <a:pt x="11608" y="185"/>
                </a:lnTo>
                <a:cubicBezTo>
                  <a:pt x="11670" y="155"/>
                  <a:pt x="11732" y="185"/>
                  <a:pt x="11793" y="155"/>
                </a:cubicBezTo>
                <a:cubicBezTo>
                  <a:pt x="11763" y="155"/>
                  <a:pt x="11732" y="155"/>
                  <a:pt x="11700" y="155"/>
                </a:cubicBezTo>
                <a:cubicBezTo>
                  <a:pt x="11854" y="155"/>
                  <a:pt x="12009" y="155"/>
                  <a:pt x="12133" y="155"/>
                </a:cubicBezTo>
                <a:cubicBezTo>
                  <a:pt x="12194" y="155"/>
                  <a:pt x="12287" y="123"/>
                  <a:pt x="12318" y="123"/>
                </a:cubicBezTo>
                <a:cubicBezTo>
                  <a:pt x="12256" y="123"/>
                  <a:pt x="12226" y="123"/>
                  <a:pt x="12164" y="123"/>
                </a:cubicBezTo>
                <a:cubicBezTo>
                  <a:pt x="12194" y="123"/>
                  <a:pt x="12164" y="123"/>
                  <a:pt x="12164" y="93"/>
                </a:cubicBezTo>
                <a:cubicBezTo>
                  <a:pt x="12133" y="93"/>
                  <a:pt x="12102" y="123"/>
                  <a:pt x="12071" y="123"/>
                </a:cubicBezTo>
                <a:lnTo>
                  <a:pt x="12133" y="93"/>
                </a:lnTo>
                <a:lnTo>
                  <a:pt x="12133" y="93"/>
                </a:lnTo>
                <a:cubicBezTo>
                  <a:pt x="11947" y="0"/>
                  <a:pt x="11670" y="155"/>
                  <a:pt x="11516" y="123"/>
                </a:cubicBezTo>
                <a:cubicBezTo>
                  <a:pt x="11516" y="93"/>
                  <a:pt x="11546" y="93"/>
                  <a:pt x="11516" y="93"/>
                </a:cubicBezTo>
                <a:cubicBezTo>
                  <a:pt x="11546" y="93"/>
                  <a:pt x="11639" y="93"/>
                  <a:pt x="11700" y="93"/>
                </a:cubicBezTo>
                <a:cubicBezTo>
                  <a:pt x="11670" y="93"/>
                  <a:pt x="11670" y="93"/>
                  <a:pt x="11639" y="93"/>
                </a:cubicBezTo>
                <a:cubicBezTo>
                  <a:pt x="11763" y="62"/>
                  <a:pt x="11639" y="62"/>
                  <a:pt x="11639" y="62"/>
                </a:cubicBezTo>
                <a:cubicBezTo>
                  <a:pt x="11577" y="93"/>
                  <a:pt x="11516" y="30"/>
                  <a:pt x="11453" y="62"/>
                </a:cubicBezTo>
                <a:lnTo>
                  <a:pt x="11453" y="62"/>
                </a:lnTo>
                <a:cubicBezTo>
                  <a:pt x="11516" y="62"/>
                  <a:pt x="11453" y="62"/>
                  <a:pt x="11423" y="62"/>
                </a:cubicBezTo>
                <a:cubicBezTo>
                  <a:pt x="11423" y="62"/>
                  <a:pt x="11361" y="62"/>
                  <a:pt x="11330" y="62"/>
                </a:cubicBezTo>
                <a:lnTo>
                  <a:pt x="11330" y="93"/>
                </a:lnTo>
                <a:cubicBezTo>
                  <a:pt x="11392" y="93"/>
                  <a:pt x="11392" y="93"/>
                  <a:pt x="11453" y="93"/>
                </a:cubicBezTo>
                <a:cubicBezTo>
                  <a:pt x="11361" y="93"/>
                  <a:pt x="11330" y="93"/>
                  <a:pt x="11299" y="93"/>
                </a:cubicBezTo>
                <a:cubicBezTo>
                  <a:pt x="11330" y="93"/>
                  <a:pt x="11299" y="93"/>
                  <a:pt x="11330" y="93"/>
                </a:cubicBezTo>
                <a:cubicBezTo>
                  <a:pt x="11299" y="123"/>
                  <a:pt x="11206" y="93"/>
                  <a:pt x="11145" y="93"/>
                </a:cubicBezTo>
                <a:cubicBezTo>
                  <a:pt x="11176" y="62"/>
                  <a:pt x="10990" y="62"/>
                  <a:pt x="10929" y="93"/>
                </a:cubicBezTo>
                <a:cubicBezTo>
                  <a:pt x="10898" y="93"/>
                  <a:pt x="11176" y="93"/>
                  <a:pt x="11237" y="123"/>
                </a:cubicBezTo>
                <a:cubicBezTo>
                  <a:pt x="11237" y="123"/>
                  <a:pt x="11145" y="93"/>
                  <a:pt x="11145" y="123"/>
                </a:cubicBezTo>
                <a:lnTo>
                  <a:pt x="11145" y="123"/>
                </a:lnTo>
                <a:cubicBezTo>
                  <a:pt x="11114" y="123"/>
                  <a:pt x="10929" y="93"/>
                  <a:pt x="10898" y="123"/>
                </a:cubicBezTo>
                <a:lnTo>
                  <a:pt x="10990" y="123"/>
                </a:lnTo>
                <a:cubicBezTo>
                  <a:pt x="10990" y="123"/>
                  <a:pt x="11022" y="155"/>
                  <a:pt x="11052" y="155"/>
                </a:cubicBezTo>
                <a:cubicBezTo>
                  <a:pt x="10990" y="155"/>
                  <a:pt x="10929" y="155"/>
                  <a:pt x="10959" y="155"/>
                </a:cubicBezTo>
                <a:cubicBezTo>
                  <a:pt x="10929" y="155"/>
                  <a:pt x="10929" y="155"/>
                  <a:pt x="10929" y="155"/>
                </a:cubicBezTo>
                <a:lnTo>
                  <a:pt x="10929" y="155"/>
                </a:lnTo>
                <a:cubicBezTo>
                  <a:pt x="10929" y="155"/>
                  <a:pt x="10929" y="155"/>
                  <a:pt x="10929" y="185"/>
                </a:cubicBezTo>
                <a:cubicBezTo>
                  <a:pt x="10929" y="185"/>
                  <a:pt x="10929" y="185"/>
                  <a:pt x="10959" y="185"/>
                </a:cubicBezTo>
                <a:cubicBezTo>
                  <a:pt x="10836" y="185"/>
                  <a:pt x="10712" y="93"/>
                  <a:pt x="10589" y="123"/>
                </a:cubicBezTo>
                <a:cubicBezTo>
                  <a:pt x="10589" y="155"/>
                  <a:pt x="10621" y="155"/>
                  <a:pt x="10651" y="155"/>
                </a:cubicBezTo>
                <a:cubicBezTo>
                  <a:pt x="10621" y="185"/>
                  <a:pt x="10589" y="155"/>
                  <a:pt x="10558" y="155"/>
                </a:cubicBezTo>
                <a:cubicBezTo>
                  <a:pt x="10558" y="185"/>
                  <a:pt x="10621" y="185"/>
                  <a:pt x="10621" y="185"/>
                </a:cubicBezTo>
                <a:cubicBezTo>
                  <a:pt x="10528" y="216"/>
                  <a:pt x="10465" y="123"/>
                  <a:pt x="10374" y="185"/>
                </a:cubicBezTo>
                <a:lnTo>
                  <a:pt x="10374" y="185"/>
                </a:lnTo>
                <a:cubicBezTo>
                  <a:pt x="10374" y="185"/>
                  <a:pt x="10435" y="155"/>
                  <a:pt x="10404" y="155"/>
                </a:cubicBezTo>
                <a:cubicBezTo>
                  <a:pt x="10404" y="123"/>
                  <a:pt x="10311" y="155"/>
                  <a:pt x="10311" y="155"/>
                </a:cubicBezTo>
                <a:cubicBezTo>
                  <a:pt x="10250" y="123"/>
                  <a:pt x="10127" y="155"/>
                  <a:pt x="10064" y="155"/>
                </a:cubicBezTo>
                <a:cubicBezTo>
                  <a:pt x="10095" y="185"/>
                  <a:pt x="10188" y="185"/>
                  <a:pt x="10188" y="216"/>
                </a:cubicBezTo>
                <a:cubicBezTo>
                  <a:pt x="10127" y="216"/>
                  <a:pt x="10034" y="123"/>
                  <a:pt x="9941" y="185"/>
                </a:cubicBezTo>
                <a:lnTo>
                  <a:pt x="9941" y="185"/>
                </a:lnTo>
                <a:cubicBezTo>
                  <a:pt x="9910" y="216"/>
                  <a:pt x="9756" y="247"/>
                  <a:pt x="9787" y="247"/>
                </a:cubicBezTo>
                <a:cubicBezTo>
                  <a:pt x="9756" y="247"/>
                  <a:pt x="9509" y="278"/>
                  <a:pt x="9447" y="278"/>
                </a:cubicBezTo>
                <a:cubicBezTo>
                  <a:pt x="9509" y="340"/>
                  <a:pt x="9601" y="278"/>
                  <a:pt x="9663" y="278"/>
                </a:cubicBezTo>
                <a:lnTo>
                  <a:pt x="9663" y="309"/>
                </a:lnTo>
                <a:cubicBezTo>
                  <a:pt x="9601" y="309"/>
                  <a:pt x="9509" y="370"/>
                  <a:pt x="9478" y="370"/>
                </a:cubicBezTo>
                <a:cubicBezTo>
                  <a:pt x="9447" y="370"/>
                  <a:pt x="9293" y="340"/>
                  <a:pt x="9262" y="370"/>
                </a:cubicBezTo>
                <a:cubicBezTo>
                  <a:pt x="9262" y="402"/>
                  <a:pt x="9262" y="402"/>
                  <a:pt x="9262" y="402"/>
                </a:cubicBezTo>
                <a:cubicBezTo>
                  <a:pt x="9200" y="402"/>
                  <a:pt x="8953" y="432"/>
                  <a:pt x="8984" y="432"/>
                </a:cubicBezTo>
                <a:lnTo>
                  <a:pt x="8953" y="432"/>
                </a:lnTo>
                <a:cubicBezTo>
                  <a:pt x="8953" y="463"/>
                  <a:pt x="8953" y="463"/>
                  <a:pt x="8984" y="463"/>
                </a:cubicBezTo>
                <a:cubicBezTo>
                  <a:pt x="8984" y="463"/>
                  <a:pt x="9046" y="494"/>
                  <a:pt x="9015" y="463"/>
                </a:cubicBezTo>
                <a:cubicBezTo>
                  <a:pt x="9046" y="494"/>
                  <a:pt x="9077" y="463"/>
                  <a:pt x="9107" y="463"/>
                </a:cubicBezTo>
                <a:cubicBezTo>
                  <a:pt x="9107" y="494"/>
                  <a:pt x="9046" y="463"/>
                  <a:pt x="9046" y="494"/>
                </a:cubicBezTo>
                <a:cubicBezTo>
                  <a:pt x="9077" y="494"/>
                  <a:pt x="9107" y="463"/>
                  <a:pt x="9139" y="494"/>
                </a:cubicBezTo>
                <a:cubicBezTo>
                  <a:pt x="9107" y="494"/>
                  <a:pt x="9077" y="494"/>
                  <a:pt x="9077" y="494"/>
                </a:cubicBezTo>
                <a:cubicBezTo>
                  <a:pt x="9139" y="556"/>
                  <a:pt x="9293" y="432"/>
                  <a:pt x="9323" y="494"/>
                </a:cubicBezTo>
                <a:cubicBezTo>
                  <a:pt x="9293" y="525"/>
                  <a:pt x="9293" y="525"/>
                  <a:pt x="9293" y="494"/>
                </a:cubicBezTo>
                <a:cubicBezTo>
                  <a:pt x="9293" y="525"/>
                  <a:pt x="9293" y="525"/>
                  <a:pt x="9293" y="525"/>
                </a:cubicBezTo>
                <a:lnTo>
                  <a:pt x="9293" y="525"/>
                </a:lnTo>
                <a:lnTo>
                  <a:pt x="9293" y="525"/>
                </a:lnTo>
                <a:cubicBezTo>
                  <a:pt x="9200" y="556"/>
                  <a:pt x="9046" y="494"/>
                  <a:pt x="8953" y="525"/>
                </a:cubicBezTo>
                <a:cubicBezTo>
                  <a:pt x="8953" y="525"/>
                  <a:pt x="8953" y="556"/>
                  <a:pt x="8984" y="556"/>
                </a:cubicBezTo>
                <a:lnTo>
                  <a:pt x="8984" y="556"/>
                </a:lnTo>
                <a:lnTo>
                  <a:pt x="8984" y="556"/>
                </a:lnTo>
                <a:cubicBezTo>
                  <a:pt x="9015" y="556"/>
                  <a:pt x="9046" y="525"/>
                  <a:pt x="9077" y="556"/>
                </a:cubicBezTo>
                <a:cubicBezTo>
                  <a:pt x="9046" y="556"/>
                  <a:pt x="9015" y="556"/>
                  <a:pt x="9015" y="556"/>
                </a:cubicBezTo>
                <a:cubicBezTo>
                  <a:pt x="9046" y="587"/>
                  <a:pt x="9139" y="556"/>
                  <a:pt x="9139" y="556"/>
                </a:cubicBezTo>
                <a:lnTo>
                  <a:pt x="9015" y="587"/>
                </a:lnTo>
                <a:cubicBezTo>
                  <a:pt x="9015" y="617"/>
                  <a:pt x="9077" y="617"/>
                  <a:pt x="9077" y="617"/>
                </a:cubicBezTo>
                <a:cubicBezTo>
                  <a:pt x="9046" y="617"/>
                  <a:pt x="9169" y="617"/>
                  <a:pt x="9169" y="617"/>
                </a:cubicBezTo>
                <a:lnTo>
                  <a:pt x="9139" y="617"/>
                </a:lnTo>
                <a:cubicBezTo>
                  <a:pt x="9169" y="617"/>
                  <a:pt x="9231" y="587"/>
                  <a:pt x="9262" y="617"/>
                </a:cubicBezTo>
                <a:lnTo>
                  <a:pt x="9231" y="617"/>
                </a:lnTo>
                <a:cubicBezTo>
                  <a:pt x="9323" y="649"/>
                  <a:pt x="9540" y="556"/>
                  <a:pt x="9633" y="617"/>
                </a:cubicBezTo>
                <a:cubicBezTo>
                  <a:pt x="9601" y="617"/>
                  <a:pt x="9601" y="649"/>
                  <a:pt x="9601" y="649"/>
                </a:cubicBezTo>
                <a:lnTo>
                  <a:pt x="9663" y="649"/>
                </a:lnTo>
                <a:cubicBezTo>
                  <a:pt x="9633" y="649"/>
                  <a:pt x="9633" y="649"/>
                  <a:pt x="9633" y="649"/>
                </a:cubicBezTo>
                <a:cubicBezTo>
                  <a:pt x="9633" y="649"/>
                  <a:pt x="9663" y="649"/>
                  <a:pt x="9694" y="649"/>
                </a:cubicBezTo>
                <a:lnTo>
                  <a:pt x="9694" y="649"/>
                </a:lnTo>
                <a:cubicBezTo>
                  <a:pt x="9663" y="679"/>
                  <a:pt x="9694" y="649"/>
                  <a:pt x="9694" y="679"/>
                </a:cubicBezTo>
                <a:cubicBezTo>
                  <a:pt x="9663" y="679"/>
                  <a:pt x="9663" y="679"/>
                  <a:pt x="9633" y="679"/>
                </a:cubicBezTo>
                <a:cubicBezTo>
                  <a:pt x="9663" y="679"/>
                  <a:pt x="9663" y="710"/>
                  <a:pt x="9663" y="710"/>
                </a:cubicBezTo>
                <a:cubicBezTo>
                  <a:pt x="9663" y="710"/>
                  <a:pt x="9725" y="710"/>
                  <a:pt x="9725" y="741"/>
                </a:cubicBezTo>
                <a:lnTo>
                  <a:pt x="9694" y="803"/>
                </a:lnTo>
                <a:cubicBezTo>
                  <a:pt x="9694" y="833"/>
                  <a:pt x="9756" y="833"/>
                  <a:pt x="9756" y="833"/>
                </a:cubicBezTo>
                <a:lnTo>
                  <a:pt x="9725" y="833"/>
                </a:lnTo>
                <a:cubicBezTo>
                  <a:pt x="9725" y="833"/>
                  <a:pt x="9725" y="833"/>
                  <a:pt x="9756" y="833"/>
                </a:cubicBezTo>
                <a:cubicBezTo>
                  <a:pt x="9756" y="833"/>
                  <a:pt x="9725" y="833"/>
                  <a:pt x="9756" y="864"/>
                </a:cubicBezTo>
                <a:cubicBezTo>
                  <a:pt x="9725" y="864"/>
                  <a:pt x="9725" y="864"/>
                  <a:pt x="9725" y="864"/>
                </a:cubicBezTo>
                <a:cubicBezTo>
                  <a:pt x="9725" y="864"/>
                  <a:pt x="9725" y="864"/>
                  <a:pt x="9756" y="896"/>
                </a:cubicBezTo>
                <a:lnTo>
                  <a:pt x="9725" y="896"/>
                </a:lnTo>
                <a:cubicBezTo>
                  <a:pt x="9725" y="896"/>
                  <a:pt x="9725" y="896"/>
                  <a:pt x="9756" y="896"/>
                </a:cubicBezTo>
                <a:lnTo>
                  <a:pt x="9725" y="896"/>
                </a:lnTo>
                <a:lnTo>
                  <a:pt x="9725" y="896"/>
                </a:lnTo>
                <a:cubicBezTo>
                  <a:pt x="9725" y="926"/>
                  <a:pt x="9756" y="926"/>
                  <a:pt x="9756" y="926"/>
                </a:cubicBezTo>
                <a:cubicBezTo>
                  <a:pt x="9756" y="957"/>
                  <a:pt x="9725" y="926"/>
                  <a:pt x="9756" y="957"/>
                </a:cubicBezTo>
                <a:cubicBezTo>
                  <a:pt x="9756" y="957"/>
                  <a:pt x="9725" y="957"/>
                  <a:pt x="9694" y="957"/>
                </a:cubicBezTo>
                <a:lnTo>
                  <a:pt x="9756" y="957"/>
                </a:lnTo>
                <a:cubicBezTo>
                  <a:pt x="9756" y="988"/>
                  <a:pt x="9787" y="957"/>
                  <a:pt x="9725" y="988"/>
                </a:cubicBezTo>
                <a:cubicBezTo>
                  <a:pt x="9756" y="988"/>
                  <a:pt x="9756" y="988"/>
                  <a:pt x="9756" y="988"/>
                </a:cubicBezTo>
                <a:lnTo>
                  <a:pt x="9756" y="988"/>
                </a:lnTo>
                <a:lnTo>
                  <a:pt x="9725" y="988"/>
                </a:lnTo>
                <a:lnTo>
                  <a:pt x="9756" y="988"/>
                </a:lnTo>
                <a:cubicBezTo>
                  <a:pt x="9725" y="988"/>
                  <a:pt x="9725" y="1019"/>
                  <a:pt x="9725" y="1019"/>
                </a:cubicBezTo>
                <a:lnTo>
                  <a:pt x="9756" y="1019"/>
                </a:lnTo>
                <a:cubicBezTo>
                  <a:pt x="9725" y="1019"/>
                  <a:pt x="9725" y="1019"/>
                  <a:pt x="9694" y="1019"/>
                </a:cubicBezTo>
                <a:lnTo>
                  <a:pt x="9694" y="1019"/>
                </a:lnTo>
                <a:lnTo>
                  <a:pt x="9725" y="1019"/>
                </a:lnTo>
                <a:cubicBezTo>
                  <a:pt x="9694" y="1019"/>
                  <a:pt x="9663" y="1050"/>
                  <a:pt x="9633" y="1050"/>
                </a:cubicBezTo>
                <a:lnTo>
                  <a:pt x="9756" y="1050"/>
                </a:lnTo>
                <a:cubicBezTo>
                  <a:pt x="9725" y="1050"/>
                  <a:pt x="9663" y="1080"/>
                  <a:pt x="9633" y="1080"/>
                </a:cubicBezTo>
                <a:cubicBezTo>
                  <a:pt x="9663" y="1111"/>
                  <a:pt x="9817" y="1111"/>
                  <a:pt x="9756" y="1080"/>
                </a:cubicBezTo>
                <a:lnTo>
                  <a:pt x="9817" y="1019"/>
                </a:lnTo>
                <a:cubicBezTo>
                  <a:pt x="9817" y="1019"/>
                  <a:pt x="9817" y="1050"/>
                  <a:pt x="9787" y="1080"/>
                </a:cubicBezTo>
                <a:cubicBezTo>
                  <a:pt x="9817" y="1080"/>
                  <a:pt x="9817" y="1050"/>
                  <a:pt x="9848" y="1050"/>
                </a:cubicBezTo>
                <a:cubicBezTo>
                  <a:pt x="9848" y="1050"/>
                  <a:pt x="9817" y="1111"/>
                  <a:pt x="9910" y="1080"/>
                </a:cubicBezTo>
                <a:cubicBezTo>
                  <a:pt x="9880" y="1111"/>
                  <a:pt x="9817" y="1080"/>
                  <a:pt x="9787" y="1111"/>
                </a:cubicBezTo>
                <a:cubicBezTo>
                  <a:pt x="9817" y="1111"/>
                  <a:pt x="9880" y="1111"/>
                  <a:pt x="9880" y="1111"/>
                </a:cubicBezTo>
                <a:lnTo>
                  <a:pt x="9880" y="1111"/>
                </a:lnTo>
                <a:lnTo>
                  <a:pt x="9880" y="1111"/>
                </a:lnTo>
                <a:cubicBezTo>
                  <a:pt x="9910" y="1111"/>
                  <a:pt x="9880" y="1111"/>
                  <a:pt x="9910" y="1143"/>
                </a:cubicBezTo>
                <a:lnTo>
                  <a:pt x="9880" y="1143"/>
                </a:lnTo>
                <a:lnTo>
                  <a:pt x="9910" y="1143"/>
                </a:lnTo>
                <a:lnTo>
                  <a:pt x="9848" y="1143"/>
                </a:lnTo>
                <a:cubicBezTo>
                  <a:pt x="9848" y="1173"/>
                  <a:pt x="9910" y="1143"/>
                  <a:pt x="9910" y="1143"/>
                </a:cubicBezTo>
                <a:cubicBezTo>
                  <a:pt x="9910" y="1173"/>
                  <a:pt x="9910" y="1173"/>
                  <a:pt x="9910" y="1173"/>
                </a:cubicBezTo>
                <a:cubicBezTo>
                  <a:pt x="9910" y="1173"/>
                  <a:pt x="9910" y="1173"/>
                  <a:pt x="9880" y="1173"/>
                </a:cubicBezTo>
                <a:cubicBezTo>
                  <a:pt x="9910" y="1173"/>
                  <a:pt x="9910" y="1173"/>
                  <a:pt x="9910" y="1173"/>
                </a:cubicBezTo>
                <a:lnTo>
                  <a:pt x="9880" y="1173"/>
                </a:lnTo>
                <a:cubicBezTo>
                  <a:pt x="9910" y="1173"/>
                  <a:pt x="9910" y="1173"/>
                  <a:pt x="9910" y="1173"/>
                </a:cubicBezTo>
                <a:cubicBezTo>
                  <a:pt x="9880" y="1173"/>
                  <a:pt x="9880" y="1173"/>
                  <a:pt x="9880" y="1173"/>
                </a:cubicBezTo>
                <a:cubicBezTo>
                  <a:pt x="9848" y="1173"/>
                  <a:pt x="9910" y="1204"/>
                  <a:pt x="9910" y="1204"/>
                </a:cubicBezTo>
                <a:lnTo>
                  <a:pt x="9910" y="1204"/>
                </a:lnTo>
                <a:cubicBezTo>
                  <a:pt x="9817" y="1235"/>
                  <a:pt x="9725" y="1111"/>
                  <a:pt x="9633" y="1173"/>
                </a:cubicBezTo>
                <a:lnTo>
                  <a:pt x="9848" y="1235"/>
                </a:lnTo>
                <a:cubicBezTo>
                  <a:pt x="9848" y="1235"/>
                  <a:pt x="9848" y="1235"/>
                  <a:pt x="9880" y="1235"/>
                </a:cubicBezTo>
                <a:lnTo>
                  <a:pt x="9848" y="1235"/>
                </a:lnTo>
                <a:cubicBezTo>
                  <a:pt x="9848" y="1235"/>
                  <a:pt x="9880" y="1235"/>
                  <a:pt x="9910" y="1235"/>
                </a:cubicBezTo>
                <a:lnTo>
                  <a:pt x="9880" y="1235"/>
                </a:lnTo>
                <a:cubicBezTo>
                  <a:pt x="9880" y="1266"/>
                  <a:pt x="9880" y="1235"/>
                  <a:pt x="9910" y="1266"/>
                </a:cubicBezTo>
                <a:lnTo>
                  <a:pt x="9880" y="1266"/>
                </a:lnTo>
                <a:lnTo>
                  <a:pt x="9880" y="1266"/>
                </a:lnTo>
                <a:cubicBezTo>
                  <a:pt x="9880" y="1266"/>
                  <a:pt x="9848" y="1266"/>
                  <a:pt x="9848" y="1297"/>
                </a:cubicBezTo>
                <a:cubicBezTo>
                  <a:pt x="9848" y="1266"/>
                  <a:pt x="9880" y="1266"/>
                  <a:pt x="9880" y="1266"/>
                </a:cubicBezTo>
                <a:cubicBezTo>
                  <a:pt x="9880" y="1297"/>
                  <a:pt x="9817" y="1297"/>
                  <a:pt x="9817" y="1297"/>
                </a:cubicBezTo>
                <a:lnTo>
                  <a:pt x="9880" y="1297"/>
                </a:lnTo>
                <a:cubicBezTo>
                  <a:pt x="9848" y="1297"/>
                  <a:pt x="9880" y="1297"/>
                  <a:pt x="9880" y="1297"/>
                </a:cubicBezTo>
                <a:cubicBezTo>
                  <a:pt x="9880" y="1327"/>
                  <a:pt x="9848" y="1327"/>
                  <a:pt x="9848" y="1327"/>
                </a:cubicBezTo>
                <a:lnTo>
                  <a:pt x="9880" y="1327"/>
                </a:lnTo>
                <a:cubicBezTo>
                  <a:pt x="9848" y="1327"/>
                  <a:pt x="9848" y="1327"/>
                  <a:pt x="9848" y="1327"/>
                </a:cubicBezTo>
                <a:lnTo>
                  <a:pt x="9848" y="1327"/>
                </a:lnTo>
                <a:lnTo>
                  <a:pt x="9817" y="1327"/>
                </a:lnTo>
                <a:lnTo>
                  <a:pt x="9817" y="1327"/>
                </a:lnTo>
                <a:cubicBezTo>
                  <a:pt x="9817" y="1327"/>
                  <a:pt x="9756" y="1327"/>
                  <a:pt x="9817" y="1327"/>
                </a:cubicBezTo>
                <a:cubicBezTo>
                  <a:pt x="9787" y="1327"/>
                  <a:pt x="9787" y="1327"/>
                  <a:pt x="9787" y="1358"/>
                </a:cubicBezTo>
                <a:lnTo>
                  <a:pt x="9817" y="1358"/>
                </a:lnTo>
                <a:cubicBezTo>
                  <a:pt x="9817" y="1358"/>
                  <a:pt x="9787" y="1358"/>
                  <a:pt x="9817" y="1358"/>
                </a:cubicBezTo>
                <a:cubicBezTo>
                  <a:pt x="9787" y="1358"/>
                  <a:pt x="9694" y="1358"/>
                  <a:pt x="9663" y="1358"/>
                </a:cubicBezTo>
                <a:cubicBezTo>
                  <a:pt x="9694" y="1390"/>
                  <a:pt x="9633" y="1390"/>
                  <a:pt x="9601" y="1390"/>
                </a:cubicBezTo>
                <a:cubicBezTo>
                  <a:pt x="9633" y="1390"/>
                  <a:pt x="9633" y="1390"/>
                  <a:pt x="9663" y="1390"/>
                </a:cubicBezTo>
                <a:cubicBezTo>
                  <a:pt x="9633" y="1390"/>
                  <a:pt x="9633" y="1390"/>
                  <a:pt x="9633" y="1390"/>
                </a:cubicBezTo>
                <a:cubicBezTo>
                  <a:pt x="9663" y="1390"/>
                  <a:pt x="9694" y="1420"/>
                  <a:pt x="9756" y="1390"/>
                </a:cubicBezTo>
                <a:lnTo>
                  <a:pt x="9756" y="1390"/>
                </a:lnTo>
                <a:lnTo>
                  <a:pt x="9756" y="1390"/>
                </a:lnTo>
                <a:cubicBezTo>
                  <a:pt x="9756" y="1390"/>
                  <a:pt x="9756" y="1390"/>
                  <a:pt x="9725" y="1390"/>
                </a:cubicBezTo>
                <a:cubicBezTo>
                  <a:pt x="9756" y="1420"/>
                  <a:pt x="9787" y="1420"/>
                  <a:pt x="9817" y="1420"/>
                </a:cubicBezTo>
                <a:cubicBezTo>
                  <a:pt x="9817" y="1420"/>
                  <a:pt x="9787" y="1420"/>
                  <a:pt x="9756" y="1420"/>
                </a:cubicBezTo>
                <a:lnTo>
                  <a:pt x="9756" y="1420"/>
                </a:lnTo>
                <a:lnTo>
                  <a:pt x="9725" y="1420"/>
                </a:lnTo>
                <a:lnTo>
                  <a:pt x="9756" y="1451"/>
                </a:lnTo>
                <a:cubicBezTo>
                  <a:pt x="9756" y="1451"/>
                  <a:pt x="9787" y="1451"/>
                  <a:pt x="9756" y="1420"/>
                </a:cubicBezTo>
                <a:cubicBezTo>
                  <a:pt x="9787" y="1420"/>
                  <a:pt x="9787" y="1420"/>
                  <a:pt x="9817" y="1451"/>
                </a:cubicBezTo>
                <a:cubicBezTo>
                  <a:pt x="9787" y="1451"/>
                  <a:pt x="9725" y="1451"/>
                  <a:pt x="9725" y="1451"/>
                </a:cubicBezTo>
                <a:cubicBezTo>
                  <a:pt x="9756" y="1481"/>
                  <a:pt x="9787" y="1420"/>
                  <a:pt x="9817" y="1451"/>
                </a:cubicBezTo>
                <a:cubicBezTo>
                  <a:pt x="9787" y="1451"/>
                  <a:pt x="9756" y="1451"/>
                  <a:pt x="9756" y="1451"/>
                </a:cubicBezTo>
                <a:cubicBezTo>
                  <a:pt x="9756" y="1481"/>
                  <a:pt x="9787" y="1451"/>
                  <a:pt x="9787" y="1481"/>
                </a:cubicBezTo>
                <a:cubicBezTo>
                  <a:pt x="9756" y="1481"/>
                  <a:pt x="9540" y="1420"/>
                  <a:pt x="9509" y="1513"/>
                </a:cubicBezTo>
                <a:cubicBezTo>
                  <a:pt x="9601" y="1513"/>
                  <a:pt x="9509" y="1513"/>
                  <a:pt x="9509" y="1513"/>
                </a:cubicBezTo>
                <a:cubicBezTo>
                  <a:pt x="9540" y="1544"/>
                  <a:pt x="9570" y="1513"/>
                  <a:pt x="9601" y="1513"/>
                </a:cubicBezTo>
                <a:lnTo>
                  <a:pt x="9601" y="1513"/>
                </a:lnTo>
                <a:cubicBezTo>
                  <a:pt x="9601" y="1513"/>
                  <a:pt x="9601" y="1513"/>
                  <a:pt x="9601" y="1544"/>
                </a:cubicBezTo>
                <a:cubicBezTo>
                  <a:pt x="9601" y="1544"/>
                  <a:pt x="9601" y="1544"/>
                  <a:pt x="9570" y="1544"/>
                </a:cubicBezTo>
                <a:lnTo>
                  <a:pt x="9540" y="1544"/>
                </a:lnTo>
                <a:lnTo>
                  <a:pt x="9570" y="1544"/>
                </a:lnTo>
                <a:cubicBezTo>
                  <a:pt x="9570" y="1544"/>
                  <a:pt x="9540" y="1544"/>
                  <a:pt x="9478" y="1605"/>
                </a:cubicBezTo>
                <a:lnTo>
                  <a:pt x="9478" y="1605"/>
                </a:lnTo>
                <a:cubicBezTo>
                  <a:pt x="9509" y="1605"/>
                  <a:pt x="9509" y="1605"/>
                  <a:pt x="9509" y="1605"/>
                </a:cubicBezTo>
                <a:cubicBezTo>
                  <a:pt x="9447" y="1667"/>
                  <a:pt x="9509" y="1637"/>
                  <a:pt x="9509" y="1637"/>
                </a:cubicBezTo>
                <a:cubicBezTo>
                  <a:pt x="9447" y="1667"/>
                  <a:pt x="9509" y="1637"/>
                  <a:pt x="9540" y="1637"/>
                </a:cubicBezTo>
                <a:cubicBezTo>
                  <a:pt x="9540" y="1637"/>
                  <a:pt x="9540" y="1637"/>
                  <a:pt x="9509" y="1637"/>
                </a:cubicBezTo>
                <a:cubicBezTo>
                  <a:pt x="9509" y="1667"/>
                  <a:pt x="9509" y="1667"/>
                  <a:pt x="9509" y="1667"/>
                </a:cubicBezTo>
                <a:cubicBezTo>
                  <a:pt x="9509" y="1667"/>
                  <a:pt x="9509" y="1667"/>
                  <a:pt x="9540" y="1667"/>
                </a:cubicBezTo>
                <a:cubicBezTo>
                  <a:pt x="9540" y="1698"/>
                  <a:pt x="9509" y="1728"/>
                  <a:pt x="9509" y="1728"/>
                </a:cubicBezTo>
                <a:lnTo>
                  <a:pt x="9540" y="1728"/>
                </a:lnTo>
                <a:cubicBezTo>
                  <a:pt x="9540" y="1728"/>
                  <a:pt x="9540" y="1728"/>
                  <a:pt x="9509" y="1728"/>
                </a:cubicBezTo>
                <a:cubicBezTo>
                  <a:pt x="9540" y="1728"/>
                  <a:pt x="9540" y="1698"/>
                  <a:pt x="9570" y="1698"/>
                </a:cubicBezTo>
                <a:cubicBezTo>
                  <a:pt x="9540" y="1728"/>
                  <a:pt x="9540" y="1728"/>
                  <a:pt x="9570" y="1698"/>
                </a:cubicBezTo>
                <a:cubicBezTo>
                  <a:pt x="9540" y="1728"/>
                  <a:pt x="9478" y="1791"/>
                  <a:pt x="9509" y="1791"/>
                </a:cubicBezTo>
                <a:cubicBezTo>
                  <a:pt x="9540" y="1791"/>
                  <a:pt x="9570" y="1728"/>
                  <a:pt x="9601" y="1728"/>
                </a:cubicBezTo>
                <a:lnTo>
                  <a:pt x="9570" y="1728"/>
                </a:lnTo>
                <a:cubicBezTo>
                  <a:pt x="9570" y="1760"/>
                  <a:pt x="9633" y="1728"/>
                  <a:pt x="9633" y="1728"/>
                </a:cubicBezTo>
                <a:lnTo>
                  <a:pt x="9633" y="1698"/>
                </a:lnTo>
                <a:lnTo>
                  <a:pt x="9633" y="1698"/>
                </a:lnTo>
                <a:cubicBezTo>
                  <a:pt x="9601" y="1728"/>
                  <a:pt x="9663" y="1728"/>
                  <a:pt x="9694" y="1728"/>
                </a:cubicBezTo>
                <a:cubicBezTo>
                  <a:pt x="9633" y="1760"/>
                  <a:pt x="9694" y="1728"/>
                  <a:pt x="9694" y="1760"/>
                </a:cubicBezTo>
                <a:cubicBezTo>
                  <a:pt x="9694" y="1760"/>
                  <a:pt x="9633" y="1698"/>
                  <a:pt x="9601" y="1728"/>
                </a:cubicBezTo>
                <a:cubicBezTo>
                  <a:pt x="9601" y="1760"/>
                  <a:pt x="9663" y="1728"/>
                  <a:pt x="9601" y="1760"/>
                </a:cubicBezTo>
                <a:lnTo>
                  <a:pt x="9633" y="1760"/>
                </a:lnTo>
                <a:cubicBezTo>
                  <a:pt x="9633" y="1791"/>
                  <a:pt x="9540" y="1760"/>
                  <a:pt x="9509" y="1791"/>
                </a:cubicBezTo>
                <a:lnTo>
                  <a:pt x="9540" y="1791"/>
                </a:lnTo>
                <a:lnTo>
                  <a:pt x="9540" y="1791"/>
                </a:lnTo>
                <a:cubicBezTo>
                  <a:pt x="9540" y="1821"/>
                  <a:pt x="9540" y="1791"/>
                  <a:pt x="9540" y="1821"/>
                </a:cubicBezTo>
                <a:cubicBezTo>
                  <a:pt x="9509" y="1821"/>
                  <a:pt x="9509" y="1821"/>
                  <a:pt x="9509" y="1821"/>
                </a:cubicBezTo>
                <a:cubicBezTo>
                  <a:pt x="9540" y="1821"/>
                  <a:pt x="9509" y="1821"/>
                  <a:pt x="9509" y="1852"/>
                </a:cubicBezTo>
                <a:cubicBezTo>
                  <a:pt x="9509" y="1852"/>
                  <a:pt x="9540" y="1852"/>
                  <a:pt x="9570" y="1852"/>
                </a:cubicBezTo>
                <a:cubicBezTo>
                  <a:pt x="9540" y="1852"/>
                  <a:pt x="9540" y="1852"/>
                  <a:pt x="9509" y="1852"/>
                </a:cubicBezTo>
                <a:cubicBezTo>
                  <a:pt x="9540" y="1852"/>
                  <a:pt x="9540" y="1852"/>
                  <a:pt x="9540" y="1852"/>
                </a:cubicBezTo>
                <a:cubicBezTo>
                  <a:pt x="9509" y="1852"/>
                  <a:pt x="9570" y="1852"/>
                  <a:pt x="9601" y="1852"/>
                </a:cubicBezTo>
                <a:cubicBezTo>
                  <a:pt x="9570" y="1852"/>
                  <a:pt x="9540" y="1884"/>
                  <a:pt x="9540" y="1884"/>
                </a:cubicBezTo>
                <a:lnTo>
                  <a:pt x="9540" y="1884"/>
                </a:lnTo>
                <a:lnTo>
                  <a:pt x="9540" y="1884"/>
                </a:lnTo>
                <a:cubicBezTo>
                  <a:pt x="9540" y="1914"/>
                  <a:pt x="9570" y="1884"/>
                  <a:pt x="9601" y="1884"/>
                </a:cubicBezTo>
                <a:cubicBezTo>
                  <a:pt x="9570" y="1884"/>
                  <a:pt x="9570" y="1884"/>
                  <a:pt x="9540" y="1914"/>
                </a:cubicBezTo>
                <a:cubicBezTo>
                  <a:pt x="9540" y="1914"/>
                  <a:pt x="9570" y="1914"/>
                  <a:pt x="9540" y="1914"/>
                </a:cubicBezTo>
                <a:cubicBezTo>
                  <a:pt x="9570" y="1914"/>
                  <a:pt x="9601" y="1884"/>
                  <a:pt x="9633" y="1884"/>
                </a:cubicBezTo>
                <a:cubicBezTo>
                  <a:pt x="9601" y="1914"/>
                  <a:pt x="9540" y="1914"/>
                  <a:pt x="9570" y="1914"/>
                </a:cubicBezTo>
                <a:lnTo>
                  <a:pt x="9601" y="1914"/>
                </a:lnTo>
                <a:cubicBezTo>
                  <a:pt x="9601" y="1945"/>
                  <a:pt x="9570" y="1945"/>
                  <a:pt x="9540" y="1945"/>
                </a:cubicBezTo>
                <a:cubicBezTo>
                  <a:pt x="9540" y="1975"/>
                  <a:pt x="9601" y="1975"/>
                  <a:pt x="9601" y="1975"/>
                </a:cubicBezTo>
                <a:cubicBezTo>
                  <a:pt x="9601" y="1975"/>
                  <a:pt x="9633" y="1945"/>
                  <a:pt x="9570" y="1975"/>
                </a:cubicBezTo>
                <a:cubicBezTo>
                  <a:pt x="9570" y="2007"/>
                  <a:pt x="9570" y="2007"/>
                  <a:pt x="9570" y="2007"/>
                </a:cubicBezTo>
                <a:lnTo>
                  <a:pt x="9633" y="1975"/>
                </a:lnTo>
                <a:cubicBezTo>
                  <a:pt x="9633" y="1975"/>
                  <a:pt x="9601" y="2007"/>
                  <a:pt x="9633" y="1975"/>
                </a:cubicBezTo>
                <a:cubicBezTo>
                  <a:pt x="9633" y="2007"/>
                  <a:pt x="9633" y="2007"/>
                  <a:pt x="9633" y="2007"/>
                </a:cubicBezTo>
                <a:lnTo>
                  <a:pt x="9601" y="2007"/>
                </a:lnTo>
                <a:lnTo>
                  <a:pt x="9601" y="2007"/>
                </a:lnTo>
                <a:lnTo>
                  <a:pt x="9601" y="2007"/>
                </a:lnTo>
                <a:cubicBezTo>
                  <a:pt x="9601" y="2007"/>
                  <a:pt x="9601" y="2007"/>
                  <a:pt x="9601" y="2038"/>
                </a:cubicBezTo>
                <a:cubicBezTo>
                  <a:pt x="9601" y="2038"/>
                  <a:pt x="9601" y="2007"/>
                  <a:pt x="9633" y="2007"/>
                </a:cubicBezTo>
                <a:cubicBezTo>
                  <a:pt x="9633" y="2007"/>
                  <a:pt x="9601" y="2007"/>
                  <a:pt x="9601" y="2038"/>
                </a:cubicBezTo>
                <a:cubicBezTo>
                  <a:pt x="9601" y="2038"/>
                  <a:pt x="9633" y="2038"/>
                  <a:pt x="9633" y="2007"/>
                </a:cubicBezTo>
                <a:lnTo>
                  <a:pt x="9601" y="2038"/>
                </a:lnTo>
                <a:lnTo>
                  <a:pt x="9633" y="2038"/>
                </a:lnTo>
                <a:cubicBezTo>
                  <a:pt x="9633" y="2038"/>
                  <a:pt x="9601" y="2038"/>
                  <a:pt x="9570" y="2038"/>
                </a:cubicBezTo>
                <a:cubicBezTo>
                  <a:pt x="9601" y="2038"/>
                  <a:pt x="9601" y="2068"/>
                  <a:pt x="9601" y="2068"/>
                </a:cubicBezTo>
                <a:lnTo>
                  <a:pt x="9601" y="2068"/>
                </a:lnTo>
                <a:cubicBezTo>
                  <a:pt x="9633" y="2068"/>
                  <a:pt x="9633" y="2068"/>
                  <a:pt x="9663" y="2068"/>
                </a:cubicBezTo>
                <a:cubicBezTo>
                  <a:pt x="9633" y="2068"/>
                  <a:pt x="9633" y="2068"/>
                  <a:pt x="9633" y="2068"/>
                </a:cubicBezTo>
                <a:lnTo>
                  <a:pt x="9633" y="2068"/>
                </a:lnTo>
                <a:lnTo>
                  <a:pt x="9633" y="2099"/>
                </a:lnTo>
                <a:lnTo>
                  <a:pt x="9663" y="2068"/>
                </a:lnTo>
                <a:cubicBezTo>
                  <a:pt x="9694" y="2068"/>
                  <a:pt x="9633" y="2068"/>
                  <a:pt x="9663" y="2099"/>
                </a:cubicBezTo>
                <a:cubicBezTo>
                  <a:pt x="9663" y="2068"/>
                  <a:pt x="9663" y="2068"/>
                  <a:pt x="9663" y="2099"/>
                </a:cubicBezTo>
                <a:cubicBezTo>
                  <a:pt x="9663" y="2099"/>
                  <a:pt x="9725" y="2099"/>
                  <a:pt x="9694" y="2099"/>
                </a:cubicBezTo>
                <a:cubicBezTo>
                  <a:pt x="9663" y="2099"/>
                  <a:pt x="9663" y="2099"/>
                  <a:pt x="9633" y="2130"/>
                </a:cubicBezTo>
                <a:cubicBezTo>
                  <a:pt x="9633" y="2130"/>
                  <a:pt x="9694" y="2130"/>
                  <a:pt x="9694" y="2099"/>
                </a:cubicBezTo>
                <a:cubicBezTo>
                  <a:pt x="9694" y="2099"/>
                  <a:pt x="9694" y="2099"/>
                  <a:pt x="9663" y="2099"/>
                </a:cubicBezTo>
                <a:lnTo>
                  <a:pt x="9663" y="2099"/>
                </a:lnTo>
                <a:cubicBezTo>
                  <a:pt x="9694" y="2099"/>
                  <a:pt x="9725" y="2099"/>
                  <a:pt x="9725" y="2099"/>
                </a:cubicBezTo>
                <a:lnTo>
                  <a:pt x="9725" y="2099"/>
                </a:lnTo>
                <a:cubicBezTo>
                  <a:pt x="9756" y="2099"/>
                  <a:pt x="9725" y="2099"/>
                  <a:pt x="9725" y="2130"/>
                </a:cubicBezTo>
                <a:cubicBezTo>
                  <a:pt x="9725" y="2099"/>
                  <a:pt x="9725" y="2099"/>
                  <a:pt x="9725" y="2130"/>
                </a:cubicBezTo>
                <a:cubicBezTo>
                  <a:pt x="9756" y="2099"/>
                  <a:pt x="9756" y="2099"/>
                  <a:pt x="9756" y="2099"/>
                </a:cubicBezTo>
                <a:cubicBezTo>
                  <a:pt x="9756" y="2099"/>
                  <a:pt x="9787" y="2099"/>
                  <a:pt x="9817" y="2099"/>
                </a:cubicBezTo>
                <a:cubicBezTo>
                  <a:pt x="9848" y="2068"/>
                  <a:pt x="9817" y="2068"/>
                  <a:pt x="9817" y="2068"/>
                </a:cubicBezTo>
                <a:lnTo>
                  <a:pt x="9848" y="2068"/>
                </a:lnTo>
                <a:lnTo>
                  <a:pt x="9848" y="2068"/>
                </a:lnTo>
                <a:lnTo>
                  <a:pt x="9848" y="2068"/>
                </a:lnTo>
                <a:lnTo>
                  <a:pt x="9848" y="2068"/>
                </a:lnTo>
                <a:cubicBezTo>
                  <a:pt x="9848" y="2099"/>
                  <a:pt x="9880" y="2068"/>
                  <a:pt x="9880" y="2068"/>
                </a:cubicBezTo>
                <a:cubicBezTo>
                  <a:pt x="9880" y="2099"/>
                  <a:pt x="9787" y="2099"/>
                  <a:pt x="9787" y="2130"/>
                </a:cubicBezTo>
                <a:lnTo>
                  <a:pt x="9817" y="2099"/>
                </a:lnTo>
                <a:cubicBezTo>
                  <a:pt x="9817" y="2130"/>
                  <a:pt x="9817" y="2099"/>
                  <a:pt x="9817" y="2130"/>
                </a:cubicBezTo>
                <a:cubicBezTo>
                  <a:pt x="9787" y="2130"/>
                  <a:pt x="9848" y="2099"/>
                  <a:pt x="9848" y="2099"/>
                </a:cubicBezTo>
                <a:lnTo>
                  <a:pt x="9848" y="2099"/>
                </a:lnTo>
                <a:lnTo>
                  <a:pt x="9817" y="2130"/>
                </a:lnTo>
                <a:lnTo>
                  <a:pt x="9817" y="2130"/>
                </a:lnTo>
                <a:lnTo>
                  <a:pt x="9817" y="2130"/>
                </a:lnTo>
                <a:cubicBezTo>
                  <a:pt x="9817" y="2161"/>
                  <a:pt x="9817" y="2161"/>
                  <a:pt x="9817" y="2161"/>
                </a:cubicBezTo>
                <a:lnTo>
                  <a:pt x="9848" y="2130"/>
                </a:lnTo>
                <a:lnTo>
                  <a:pt x="9848" y="2130"/>
                </a:lnTo>
                <a:cubicBezTo>
                  <a:pt x="9848" y="2130"/>
                  <a:pt x="9848" y="2161"/>
                  <a:pt x="9817" y="2161"/>
                </a:cubicBezTo>
                <a:cubicBezTo>
                  <a:pt x="9848" y="2161"/>
                  <a:pt x="9848" y="2161"/>
                  <a:pt x="9848" y="2130"/>
                </a:cubicBezTo>
                <a:lnTo>
                  <a:pt x="9848" y="2161"/>
                </a:lnTo>
                <a:cubicBezTo>
                  <a:pt x="9880" y="2161"/>
                  <a:pt x="9880" y="2130"/>
                  <a:pt x="9910" y="2130"/>
                </a:cubicBezTo>
                <a:cubicBezTo>
                  <a:pt x="9880" y="2130"/>
                  <a:pt x="9848" y="2161"/>
                  <a:pt x="9848" y="2192"/>
                </a:cubicBezTo>
                <a:lnTo>
                  <a:pt x="9848" y="2192"/>
                </a:lnTo>
                <a:cubicBezTo>
                  <a:pt x="9880" y="2192"/>
                  <a:pt x="9880" y="2161"/>
                  <a:pt x="9910" y="2130"/>
                </a:cubicBezTo>
                <a:cubicBezTo>
                  <a:pt x="9910" y="2161"/>
                  <a:pt x="9848" y="2192"/>
                  <a:pt x="9848" y="2192"/>
                </a:cubicBezTo>
                <a:lnTo>
                  <a:pt x="9848" y="2192"/>
                </a:lnTo>
                <a:cubicBezTo>
                  <a:pt x="9848" y="2192"/>
                  <a:pt x="9910" y="2161"/>
                  <a:pt x="9941" y="2161"/>
                </a:cubicBezTo>
                <a:cubicBezTo>
                  <a:pt x="9941" y="2161"/>
                  <a:pt x="9972" y="2192"/>
                  <a:pt x="10003" y="2192"/>
                </a:cubicBezTo>
                <a:cubicBezTo>
                  <a:pt x="10003" y="2192"/>
                  <a:pt x="10003" y="2161"/>
                  <a:pt x="10003" y="2192"/>
                </a:cubicBezTo>
                <a:cubicBezTo>
                  <a:pt x="10034" y="2161"/>
                  <a:pt x="9972" y="2161"/>
                  <a:pt x="9972" y="2161"/>
                </a:cubicBezTo>
                <a:lnTo>
                  <a:pt x="10003" y="2161"/>
                </a:lnTo>
                <a:cubicBezTo>
                  <a:pt x="9972" y="2161"/>
                  <a:pt x="9941" y="2161"/>
                  <a:pt x="9941" y="2130"/>
                </a:cubicBezTo>
                <a:cubicBezTo>
                  <a:pt x="9941" y="2130"/>
                  <a:pt x="10003" y="2130"/>
                  <a:pt x="9972" y="2130"/>
                </a:cubicBezTo>
                <a:cubicBezTo>
                  <a:pt x="10003" y="2130"/>
                  <a:pt x="10003" y="2161"/>
                  <a:pt x="10034" y="2130"/>
                </a:cubicBezTo>
                <a:cubicBezTo>
                  <a:pt x="10003" y="2130"/>
                  <a:pt x="10003" y="2130"/>
                  <a:pt x="10003" y="2099"/>
                </a:cubicBezTo>
                <a:cubicBezTo>
                  <a:pt x="10003" y="2099"/>
                  <a:pt x="10034" y="2130"/>
                  <a:pt x="10064" y="2130"/>
                </a:cubicBezTo>
                <a:lnTo>
                  <a:pt x="10003" y="2099"/>
                </a:lnTo>
                <a:cubicBezTo>
                  <a:pt x="10003" y="2099"/>
                  <a:pt x="10064" y="2130"/>
                  <a:pt x="10064" y="2099"/>
                </a:cubicBezTo>
                <a:cubicBezTo>
                  <a:pt x="10034" y="2068"/>
                  <a:pt x="10034" y="2099"/>
                  <a:pt x="10003" y="2099"/>
                </a:cubicBezTo>
                <a:cubicBezTo>
                  <a:pt x="10034" y="2068"/>
                  <a:pt x="10064" y="2099"/>
                  <a:pt x="10064" y="2099"/>
                </a:cubicBezTo>
                <a:cubicBezTo>
                  <a:pt x="10034" y="2068"/>
                  <a:pt x="10034" y="2068"/>
                  <a:pt x="10034" y="2068"/>
                </a:cubicBezTo>
                <a:lnTo>
                  <a:pt x="10095" y="2068"/>
                </a:lnTo>
                <a:lnTo>
                  <a:pt x="10095" y="2038"/>
                </a:lnTo>
                <a:lnTo>
                  <a:pt x="10064" y="2038"/>
                </a:lnTo>
                <a:cubicBezTo>
                  <a:pt x="10095" y="2038"/>
                  <a:pt x="10127" y="2038"/>
                  <a:pt x="10127" y="2038"/>
                </a:cubicBezTo>
                <a:lnTo>
                  <a:pt x="10127" y="2038"/>
                </a:lnTo>
                <a:lnTo>
                  <a:pt x="10095" y="2038"/>
                </a:lnTo>
                <a:cubicBezTo>
                  <a:pt x="10095" y="2007"/>
                  <a:pt x="10127" y="2038"/>
                  <a:pt x="10127" y="2007"/>
                </a:cubicBezTo>
                <a:cubicBezTo>
                  <a:pt x="10095" y="2007"/>
                  <a:pt x="10157" y="2007"/>
                  <a:pt x="10157" y="2007"/>
                </a:cubicBezTo>
                <a:cubicBezTo>
                  <a:pt x="10127" y="2007"/>
                  <a:pt x="10127" y="2007"/>
                  <a:pt x="10127" y="2007"/>
                </a:cubicBezTo>
                <a:lnTo>
                  <a:pt x="10157" y="1975"/>
                </a:lnTo>
                <a:lnTo>
                  <a:pt x="10095" y="1945"/>
                </a:lnTo>
                <a:lnTo>
                  <a:pt x="10157" y="1975"/>
                </a:lnTo>
                <a:cubicBezTo>
                  <a:pt x="10157" y="1945"/>
                  <a:pt x="10127" y="1945"/>
                  <a:pt x="10127" y="1945"/>
                </a:cubicBezTo>
                <a:lnTo>
                  <a:pt x="10157" y="1945"/>
                </a:lnTo>
                <a:lnTo>
                  <a:pt x="10095" y="1945"/>
                </a:lnTo>
                <a:cubicBezTo>
                  <a:pt x="10127" y="1914"/>
                  <a:pt x="10188" y="1945"/>
                  <a:pt x="10157" y="1914"/>
                </a:cubicBezTo>
                <a:cubicBezTo>
                  <a:pt x="10157" y="1914"/>
                  <a:pt x="10157" y="1914"/>
                  <a:pt x="10188" y="1914"/>
                </a:cubicBezTo>
                <a:cubicBezTo>
                  <a:pt x="10157" y="1914"/>
                  <a:pt x="10218" y="1914"/>
                  <a:pt x="10218" y="1914"/>
                </a:cubicBezTo>
                <a:cubicBezTo>
                  <a:pt x="10218" y="1914"/>
                  <a:pt x="10188" y="1914"/>
                  <a:pt x="10188" y="1884"/>
                </a:cubicBezTo>
                <a:cubicBezTo>
                  <a:pt x="10218" y="1884"/>
                  <a:pt x="10250" y="1914"/>
                  <a:pt x="10218" y="1884"/>
                </a:cubicBezTo>
                <a:lnTo>
                  <a:pt x="10250" y="1884"/>
                </a:lnTo>
                <a:lnTo>
                  <a:pt x="10218" y="1852"/>
                </a:lnTo>
                <a:cubicBezTo>
                  <a:pt x="10218" y="1821"/>
                  <a:pt x="10281" y="1852"/>
                  <a:pt x="10281" y="1884"/>
                </a:cubicBezTo>
                <a:cubicBezTo>
                  <a:pt x="10281" y="1852"/>
                  <a:pt x="10250" y="1852"/>
                  <a:pt x="10250" y="1852"/>
                </a:cubicBezTo>
                <a:lnTo>
                  <a:pt x="10281" y="1852"/>
                </a:lnTo>
                <a:cubicBezTo>
                  <a:pt x="10281" y="1852"/>
                  <a:pt x="10281" y="1884"/>
                  <a:pt x="10281" y="1852"/>
                </a:cubicBezTo>
                <a:lnTo>
                  <a:pt x="10281" y="1852"/>
                </a:lnTo>
                <a:lnTo>
                  <a:pt x="10311" y="1852"/>
                </a:lnTo>
                <a:cubicBezTo>
                  <a:pt x="10311" y="1852"/>
                  <a:pt x="10281" y="1821"/>
                  <a:pt x="10250" y="1821"/>
                </a:cubicBezTo>
                <a:cubicBezTo>
                  <a:pt x="10281" y="1821"/>
                  <a:pt x="10281" y="1821"/>
                  <a:pt x="10281" y="1821"/>
                </a:cubicBezTo>
                <a:cubicBezTo>
                  <a:pt x="10281" y="1821"/>
                  <a:pt x="10342" y="1852"/>
                  <a:pt x="10342" y="1821"/>
                </a:cubicBezTo>
                <a:cubicBezTo>
                  <a:pt x="10342" y="1821"/>
                  <a:pt x="10342" y="1821"/>
                  <a:pt x="10311" y="1821"/>
                </a:cubicBezTo>
                <a:cubicBezTo>
                  <a:pt x="10342" y="1791"/>
                  <a:pt x="10342" y="1791"/>
                  <a:pt x="10342" y="1791"/>
                </a:cubicBezTo>
                <a:lnTo>
                  <a:pt x="10281" y="1791"/>
                </a:lnTo>
                <a:lnTo>
                  <a:pt x="10374" y="1760"/>
                </a:lnTo>
                <a:cubicBezTo>
                  <a:pt x="10374" y="1760"/>
                  <a:pt x="10342" y="1728"/>
                  <a:pt x="10342" y="1698"/>
                </a:cubicBezTo>
                <a:cubicBezTo>
                  <a:pt x="10342" y="1728"/>
                  <a:pt x="10342" y="1698"/>
                  <a:pt x="10342" y="1698"/>
                </a:cubicBezTo>
                <a:cubicBezTo>
                  <a:pt x="10374" y="1698"/>
                  <a:pt x="10404" y="1698"/>
                  <a:pt x="10435" y="1698"/>
                </a:cubicBezTo>
                <a:cubicBezTo>
                  <a:pt x="10404" y="1698"/>
                  <a:pt x="10435" y="1698"/>
                  <a:pt x="10465" y="1698"/>
                </a:cubicBezTo>
                <a:lnTo>
                  <a:pt x="10465" y="1667"/>
                </a:lnTo>
                <a:cubicBezTo>
                  <a:pt x="10435" y="1667"/>
                  <a:pt x="10435" y="1667"/>
                  <a:pt x="10435" y="1667"/>
                </a:cubicBezTo>
                <a:cubicBezTo>
                  <a:pt x="10465" y="1637"/>
                  <a:pt x="10497" y="1637"/>
                  <a:pt x="10497" y="1637"/>
                </a:cubicBezTo>
                <a:cubicBezTo>
                  <a:pt x="10497" y="1637"/>
                  <a:pt x="10558" y="1667"/>
                  <a:pt x="10558" y="1637"/>
                </a:cubicBezTo>
                <a:cubicBezTo>
                  <a:pt x="10558" y="1667"/>
                  <a:pt x="10589" y="1637"/>
                  <a:pt x="10589" y="1637"/>
                </a:cubicBezTo>
                <a:lnTo>
                  <a:pt x="10589" y="1605"/>
                </a:lnTo>
                <a:cubicBezTo>
                  <a:pt x="10621" y="1605"/>
                  <a:pt x="10651" y="1605"/>
                  <a:pt x="10651" y="1574"/>
                </a:cubicBezTo>
                <a:lnTo>
                  <a:pt x="10621" y="1574"/>
                </a:lnTo>
                <a:lnTo>
                  <a:pt x="10682" y="1574"/>
                </a:lnTo>
                <a:lnTo>
                  <a:pt x="10621" y="1605"/>
                </a:lnTo>
                <a:cubicBezTo>
                  <a:pt x="10651" y="1605"/>
                  <a:pt x="10651" y="1605"/>
                  <a:pt x="10682" y="1637"/>
                </a:cubicBezTo>
                <a:lnTo>
                  <a:pt x="10682" y="1605"/>
                </a:lnTo>
                <a:cubicBezTo>
                  <a:pt x="10682" y="1605"/>
                  <a:pt x="10682" y="1605"/>
                  <a:pt x="10682" y="1637"/>
                </a:cubicBezTo>
                <a:cubicBezTo>
                  <a:pt x="10682" y="1605"/>
                  <a:pt x="10744" y="1605"/>
                  <a:pt x="10744" y="1605"/>
                </a:cubicBezTo>
                <a:cubicBezTo>
                  <a:pt x="10744" y="1637"/>
                  <a:pt x="10775" y="1605"/>
                  <a:pt x="10775" y="1605"/>
                </a:cubicBezTo>
                <a:cubicBezTo>
                  <a:pt x="10775" y="1574"/>
                  <a:pt x="10775" y="1605"/>
                  <a:pt x="10805" y="1605"/>
                </a:cubicBezTo>
                <a:cubicBezTo>
                  <a:pt x="10775" y="1605"/>
                  <a:pt x="10805" y="1574"/>
                  <a:pt x="10805" y="1574"/>
                </a:cubicBezTo>
                <a:cubicBezTo>
                  <a:pt x="10775" y="1574"/>
                  <a:pt x="10805" y="1574"/>
                  <a:pt x="10775" y="1574"/>
                </a:cubicBezTo>
                <a:cubicBezTo>
                  <a:pt x="10805" y="1574"/>
                  <a:pt x="10805" y="1605"/>
                  <a:pt x="10836" y="1574"/>
                </a:cubicBezTo>
                <a:lnTo>
                  <a:pt x="10836" y="1574"/>
                </a:lnTo>
                <a:cubicBezTo>
                  <a:pt x="10867" y="1574"/>
                  <a:pt x="10898" y="1544"/>
                  <a:pt x="10898" y="1544"/>
                </a:cubicBezTo>
                <a:lnTo>
                  <a:pt x="10898" y="1544"/>
                </a:lnTo>
                <a:cubicBezTo>
                  <a:pt x="10929" y="1544"/>
                  <a:pt x="10990" y="1481"/>
                  <a:pt x="10990" y="1481"/>
                </a:cubicBezTo>
                <a:cubicBezTo>
                  <a:pt x="11022" y="1481"/>
                  <a:pt x="11114" y="1327"/>
                  <a:pt x="11114" y="1327"/>
                </a:cubicBezTo>
                <a:cubicBezTo>
                  <a:pt x="11114" y="1327"/>
                  <a:pt x="11114" y="1327"/>
                  <a:pt x="11083" y="1327"/>
                </a:cubicBezTo>
                <a:lnTo>
                  <a:pt x="11114" y="1327"/>
                </a:lnTo>
                <a:cubicBezTo>
                  <a:pt x="11145" y="1327"/>
                  <a:pt x="11083" y="1297"/>
                  <a:pt x="11114" y="1297"/>
                </a:cubicBezTo>
                <a:cubicBezTo>
                  <a:pt x="11114" y="1297"/>
                  <a:pt x="11114" y="1297"/>
                  <a:pt x="11114" y="1266"/>
                </a:cubicBezTo>
                <a:cubicBezTo>
                  <a:pt x="11114" y="1266"/>
                  <a:pt x="11145" y="1297"/>
                  <a:pt x="11176" y="1327"/>
                </a:cubicBezTo>
                <a:cubicBezTo>
                  <a:pt x="11145" y="1327"/>
                  <a:pt x="11145" y="1327"/>
                  <a:pt x="11145" y="1327"/>
                </a:cubicBezTo>
                <a:lnTo>
                  <a:pt x="11237" y="1327"/>
                </a:lnTo>
                <a:lnTo>
                  <a:pt x="11237" y="1327"/>
                </a:lnTo>
                <a:lnTo>
                  <a:pt x="11269" y="1327"/>
                </a:lnTo>
                <a:cubicBezTo>
                  <a:pt x="11269" y="1327"/>
                  <a:pt x="11269" y="1327"/>
                  <a:pt x="11237" y="1327"/>
                </a:cubicBezTo>
                <a:close/>
                <a:moveTo>
                  <a:pt x="9756" y="1390"/>
                </a:moveTo>
                <a:lnTo>
                  <a:pt x="9756" y="1390"/>
                </a:lnTo>
                <a:lnTo>
                  <a:pt x="9725" y="1390"/>
                </a:lnTo>
                <a:lnTo>
                  <a:pt x="9787" y="1390"/>
                </a:lnTo>
                <a:lnTo>
                  <a:pt x="9756" y="1390"/>
                </a:lnTo>
                <a:close/>
                <a:moveTo>
                  <a:pt x="21116" y="7778"/>
                </a:moveTo>
                <a:lnTo>
                  <a:pt x="21116" y="7778"/>
                </a:lnTo>
                <a:cubicBezTo>
                  <a:pt x="21116" y="7747"/>
                  <a:pt x="21084" y="7747"/>
                  <a:pt x="21084" y="7716"/>
                </a:cubicBezTo>
                <a:lnTo>
                  <a:pt x="21084" y="7716"/>
                </a:lnTo>
                <a:lnTo>
                  <a:pt x="21084" y="7716"/>
                </a:lnTo>
                <a:lnTo>
                  <a:pt x="21053" y="7686"/>
                </a:lnTo>
                <a:cubicBezTo>
                  <a:pt x="21053" y="7654"/>
                  <a:pt x="20992" y="7500"/>
                  <a:pt x="20930" y="7531"/>
                </a:cubicBezTo>
                <a:lnTo>
                  <a:pt x="20960" y="7562"/>
                </a:lnTo>
                <a:cubicBezTo>
                  <a:pt x="20930" y="7593"/>
                  <a:pt x="20960" y="7686"/>
                  <a:pt x="20930" y="7716"/>
                </a:cubicBezTo>
                <a:lnTo>
                  <a:pt x="20930" y="7747"/>
                </a:lnTo>
                <a:cubicBezTo>
                  <a:pt x="20930" y="7747"/>
                  <a:pt x="20930" y="7840"/>
                  <a:pt x="20930" y="7809"/>
                </a:cubicBezTo>
                <a:cubicBezTo>
                  <a:pt x="20930" y="7871"/>
                  <a:pt x="20930" y="7933"/>
                  <a:pt x="20992" y="7963"/>
                </a:cubicBezTo>
                <a:cubicBezTo>
                  <a:pt x="21084" y="7994"/>
                  <a:pt x="21146" y="7871"/>
                  <a:pt x="21116" y="7809"/>
                </a:cubicBezTo>
                <a:cubicBezTo>
                  <a:pt x="21116" y="7809"/>
                  <a:pt x="21116" y="7747"/>
                  <a:pt x="21116" y="7778"/>
                </a:cubicBezTo>
                <a:close/>
                <a:moveTo>
                  <a:pt x="7471" y="864"/>
                </a:moveTo>
                <a:lnTo>
                  <a:pt x="7471" y="864"/>
                </a:lnTo>
                <a:lnTo>
                  <a:pt x="7410" y="896"/>
                </a:lnTo>
                <a:lnTo>
                  <a:pt x="7317" y="957"/>
                </a:lnTo>
                <a:cubicBezTo>
                  <a:pt x="7317" y="957"/>
                  <a:pt x="7317" y="957"/>
                  <a:pt x="7348" y="957"/>
                </a:cubicBezTo>
                <a:cubicBezTo>
                  <a:pt x="7348" y="957"/>
                  <a:pt x="7255" y="988"/>
                  <a:pt x="7286" y="988"/>
                </a:cubicBezTo>
                <a:cubicBezTo>
                  <a:pt x="7194" y="1050"/>
                  <a:pt x="7348" y="1019"/>
                  <a:pt x="7378" y="1050"/>
                </a:cubicBezTo>
                <a:cubicBezTo>
                  <a:pt x="7348" y="1050"/>
                  <a:pt x="7410" y="1050"/>
                  <a:pt x="7410" y="1050"/>
                </a:cubicBezTo>
                <a:cubicBezTo>
                  <a:pt x="7348" y="1080"/>
                  <a:pt x="7317" y="1050"/>
                  <a:pt x="7255" y="1050"/>
                </a:cubicBezTo>
                <a:lnTo>
                  <a:pt x="7255" y="1050"/>
                </a:lnTo>
                <a:cubicBezTo>
                  <a:pt x="7255" y="1050"/>
                  <a:pt x="7224" y="1080"/>
                  <a:pt x="7255" y="1080"/>
                </a:cubicBezTo>
                <a:cubicBezTo>
                  <a:pt x="7255" y="1111"/>
                  <a:pt x="7255" y="1111"/>
                  <a:pt x="7286" y="1111"/>
                </a:cubicBezTo>
                <a:lnTo>
                  <a:pt x="7286" y="1111"/>
                </a:lnTo>
                <a:cubicBezTo>
                  <a:pt x="7286" y="1111"/>
                  <a:pt x="7286" y="1143"/>
                  <a:pt x="7317" y="1111"/>
                </a:cubicBezTo>
                <a:cubicBezTo>
                  <a:pt x="7286" y="1111"/>
                  <a:pt x="7348" y="1143"/>
                  <a:pt x="7348" y="1111"/>
                </a:cubicBezTo>
                <a:lnTo>
                  <a:pt x="7348" y="1111"/>
                </a:lnTo>
                <a:lnTo>
                  <a:pt x="7378" y="1111"/>
                </a:lnTo>
                <a:lnTo>
                  <a:pt x="7378" y="1111"/>
                </a:lnTo>
                <a:lnTo>
                  <a:pt x="7378" y="1111"/>
                </a:lnTo>
                <a:cubicBezTo>
                  <a:pt x="7378" y="1143"/>
                  <a:pt x="7410" y="1111"/>
                  <a:pt x="7410" y="1111"/>
                </a:cubicBezTo>
                <a:cubicBezTo>
                  <a:pt x="7410" y="1111"/>
                  <a:pt x="7378" y="1111"/>
                  <a:pt x="7378" y="1143"/>
                </a:cubicBezTo>
                <a:cubicBezTo>
                  <a:pt x="7378" y="1143"/>
                  <a:pt x="7441" y="1173"/>
                  <a:pt x="7471" y="1143"/>
                </a:cubicBezTo>
                <a:cubicBezTo>
                  <a:pt x="7441" y="1143"/>
                  <a:pt x="7441" y="1143"/>
                  <a:pt x="7410" y="1143"/>
                </a:cubicBezTo>
                <a:lnTo>
                  <a:pt x="7502" y="1143"/>
                </a:lnTo>
                <a:cubicBezTo>
                  <a:pt x="7471" y="1173"/>
                  <a:pt x="7595" y="1143"/>
                  <a:pt x="7595" y="1143"/>
                </a:cubicBezTo>
                <a:lnTo>
                  <a:pt x="7657" y="1173"/>
                </a:lnTo>
                <a:lnTo>
                  <a:pt x="7657" y="1173"/>
                </a:lnTo>
                <a:lnTo>
                  <a:pt x="7688" y="1173"/>
                </a:lnTo>
                <a:cubicBezTo>
                  <a:pt x="7688" y="1173"/>
                  <a:pt x="7657" y="1143"/>
                  <a:pt x="7625" y="1111"/>
                </a:cubicBezTo>
                <a:cubicBezTo>
                  <a:pt x="7657" y="1111"/>
                  <a:pt x="7749" y="1173"/>
                  <a:pt x="7749" y="1173"/>
                </a:cubicBezTo>
                <a:lnTo>
                  <a:pt x="7749" y="1173"/>
                </a:lnTo>
                <a:lnTo>
                  <a:pt x="7718" y="1143"/>
                </a:lnTo>
                <a:cubicBezTo>
                  <a:pt x="7718" y="1143"/>
                  <a:pt x="7842" y="1143"/>
                  <a:pt x="7842" y="1173"/>
                </a:cubicBezTo>
                <a:cubicBezTo>
                  <a:pt x="7842" y="1173"/>
                  <a:pt x="7935" y="1173"/>
                  <a:pt x="7935" y="1143"/>
                </a:cubicBezTo>
                <a:cubicBezTo>
                  <a:pt x="7935" y="1111"/>
                  <a:pt x="7872" y="1111"/>
                  <a:pt x="7872" y="1111"/>
                </a:cubicBezTo>
                <a:cubicBezTo>
                  <a:pt x="7904" y="1111"/>
                  <a:pt x="7904" y="1111"/>
                  <a:pt x="7904" y="1111"/>
                </a:cubicBezTo>
                <a:lnTo>
                  <a:pt x="7935" y="1111"/>
                </a:lnTo>
                <a:lnTo>
                  <a:pt x="7935" y="1111"/>
                </a:lnTo>
                <a:lnTo>
                  <a:pt x="7935" y="1111"/>
                </a:lnTo>
                <a:cubicBezTo>
                  <a:pt x="7965" y="1143"/>
                  <a:pt x="7935" y="1111"/>
                  <a:pt x="7965" y="1111"/>
                </a:cubicBezTo>
                <a:cubicBezTo>
                  <a:pt x="7935" y="1111"/>
                  <a:pt x="7965" y="1143"/>
                  <a:pt x="7996" y="1143"/>
                </a:cubicBezTo>
                <a:cubicBezTo>
                  <a:pt x="7996" y="1143"/>
                  <a:pt x="7965" y="1143"/>
                  <a:pt x="7965" y="1173"/>
                </a:cubicBezTo>
                <a:lnTo>
                  <a:pt x="7996" y="1173"/>
                </a:lnTo>
                <a:lnTo>
                  <a:pt x="7996" y="1173"/>
                </a:lnTo>
                <a:cubicBezTo>
                  <a:pt x="7996" y="1173"/>
                  <a:pt x="8027" y="1143"/>
                  <a:pt x="8027" y="1173"/>
                </a:cubicBezTo>
                <a:lnTo>
                  <a:pt x="7996" y="1173"/>
                </a:lnTo>
                <a:lnTo>
                  <a:pt x="8027" y="1173"/>
                </a:lnTo>
                <a:cubicBezTo>
                  <a:pt x="7996" y="1173"/>
                  <a:pt x="8058" y="1173"/>
                  <a:pt x="8027" y="1173"/>
                </a:cubicBezTo>
                <a:lnTo>
                  <a:pt x="8027" y="1173"/>
                </a:lnTo>
                <a:lnTo>
                  <a:pt x="7996" y="1173"/>
                </a:lnTo>
                <a:cubicBezTo>
                  <a:pt x="7996" y="1204"/>
                  <a:pt x="8027" y="1173"/>
                  <a:pt x="8027" y="1173"/>
                </a:cubicBezTo>
                <a:cubicBezTo>
                  <a:pt x="7996" y="1204"/>
                  <a:pt x="8058" y="1204"/>
                  <a:pt x="8027" y="1173"/>
                </a:cubicBezTo>
                <a:cubicBezTo>
                  <a:pt x="8058" y="1173"/>
                  <a:pt x="8058" y="1173"/>
                  <a:pt x="8058" y="1173"/>
                </a:cubicBezTo>
                <a:cubicBezTo>
                  <a:pt x="7996" y="1204"/>
                  <a:pt x="8058" y="1204"/>
                  <a:pt x="8089" y="1235"/>
                </a:cubicBezTo>
                <a:cubicBezTo>
                  <a:pt x="8089" y="1235"/>
                  <a:pt x="7965" y="1235"/>
                  <a:pt x="7965" y="1266"/>
                </a:cubicBezTo>
                <a:cubicBezTo>
                  <a:pt x="7965" y="1266"/>
                  <a:pt x="8058" y="1266"/>
                  <a:pt x="8089" y="1235"/>
                </a:cubicBezTo>
                <a:lnTo>
                  <a:pt x="8089" y="1235"/>
                </a:lnTo>
                <a:cubicBezTo>
                  <a:pt x="8119" y="1235"/>
                  <a:pt x="8119" y="1235"/>
                  <a:pt x="8119" y="1235"/>
                </a:cubicBezTo>
                <a:lnTo>
                  <a:pt x="8119" y="1235"/>
                </a:lnTo>
                <a:cubicBezTo>
                  <a:pt x="8119" y="1266"/>
                  <a:pt x="8089" y="1266"/>
                  <a:pt x="8089" y="1266"/>
                </a:cubicBezTo>
                <a:lnTo>
                  <a:pt x="8089" y="1266"/>
                </a:lnTo>
                <a:cubicBezTo>
                  <a:pt x="8119" y="1266"/>
                  <a:pt x="8119" y="1266"/>
                  <a:pt x="8119" y="1266"/>
                </a:cubicBezTo>
                <a:cubicBezTo>
                  <a:pt x="8119" y="1266"/>
                  <a:pt x="8119" y="1266"/>
                  <a:pt x="8089" y="1266"/>
                </a:cubicBezTo>
                <a:lnTo>
                  <a:pt x="8119" y="1266"/>
                </a:lnTo>
                <a:lnTo>
                  <a:pt x="8119" y="1266"/>
                </a:lnTo>
                <a:lnTo>
                  <a:pt x="8119" y="1266"/>
                </a:lnTo>
                <a:lnTo>
                  <a:pt x="8119" y="1266"/>
                </a:lnTo>
                <a:cubicBezTo>
                  <a:pt x="8089" y="1297"/>
                  <a:pt x="8181" y="1297"/>
                  <a:pt x="8151" y="1266"/>
                </a:cubicBezTo>
                <a:lnTo>
                  <a:pt x="8181" y="1266"/>
                </a:lnTo>
                <a:lnTo>
                  <a:pt x="8181" y="1266"/>
                </a:lnTo>
                <a:cubicBezTo>
                  <a:pt x="8151" y="1266"/>
                  <a:pt x="8181" y="1297"/>
                  <a:pt x="8151" y="1297"/>
                </a:cubicBezTo>
                <a:cubicBezTo>
                  <a:pt x="8119" y="1297"/>
                  <a:pt x="8151" y="1297"/>
                  <a:pt x="8151" y="1327"/>
                </a:cubicBezTo>
                <a:lnTo>
                  <a:pt x="8181" y="1297"/>
                </a:lnTo>
                <a:cubicBezTo>
                  <a:pt x="8181" y="1297"/>
                  <a:pt x="8181" y="1297"/>
                  <a:pt x="8151" y="1327"/>
                </a:cubicBezTo>
                <a:cubicBezTo>
                  <a:pt x="8181" y="1297"/>
                  <a:pt x="8181" y="1327"/>
                  <a:pt x="8181" y="1327"/>
                </a:cubicBezTo>
                <a:cubicBezTo>
                  <a:pt x="8212" y="1327"/>
                  <a:pt x="8181" y="1390"/>
                  <a:pt x="8181" y="1420"/>
                </a:cubicBezTo>
                <a:cubicBezTo>
                  <a:pt x="8181" y="1420"/>
                  <a:pt x="8089" y="1420"/>
                  <a:pt x="8089" y="1451"/>
                </a:cubicBezTo>
                <a:lnTo>
                  <a:pt x="8119" y="1451"/>
                </a:lnTo>
                <a:cubicBezTo>
                  <a:pt x="8089" y="1451"/>
                  <a:pt x="8089" y="1451"/>
                  <a:pt x="8089" y="1451"/>
                </a:cubicBezTo>
                <a:cubicBezTo>
                  <a:pt x="8027" y="1481"/>
                  <a:pt x="7996" y="1481"/>
                  <a:pt x="7965" y="1513"/>
                </a:cubicBezTo>
                <a:cubicBezTo>
                  <a:pt x="7935" y="1513"/>
                  <a:pt x="7996" y="1544"/>
                  <a:pt x="7965" y="1574"/>
                </a:cubicBezTo>
                <a:cubicBezTo>
                  <a:pt x="7996" y="1574"/>
                  <a:pt x="7872" y="1574"/>
                  <a:pt x="7872" y="1574"/>
                </a:cubicBezTo>
                <a:lnTo>
                  <a:pt x="7872" y="1574"/>
                </a:lnTo>
                <a:cubicBezTo>
                  <a:pt x="7872" y="1574"/>
                  <a:pt x="7811" y="1605"/>
                  <a:pt x="7780" y="1605"/>
                </a:cubicBezTo>
                <a:lnTo>
                  <a:pt x="7811" y="1605"/>
                </a:lnTo>
                <a:cubicBezTo>
                  <a:pt x="7811" y="1637"/>
                  <a:pt x="7811" y="1605"/>
                  <a:pt x="7811" y="1605"/>
                </a:cubicBezTo>
                <a:lnTo>
                  <a:pt x="7780" y="1637"/>
                </a:lnTo>
                <a:lnTo>
                  <a:pt x="7811" y="1637"/>
                </a:lnTo>
                <a:cubicBezTo>
                  <a:pt x="7811" y="1637"/>
                  <a:pt x="7780" y="1667"/>
                  <a:pt x="7780" y="1637"/>
                </a:cubicBezTo>
                <a:lnTo>
                  <a:pt x="7780" y="1637"/>
                </a:lnTo>
                <a:lnTo>
                  <a:pt x="7780" y="1637"/>
                </a:lnTo>
                <a:cubicBezTo>
                  <a:pt x="7780" y="1605"/>
                  <a:pt x="7811" y="1605"/>
                  <a:pt x="7780" y="1605"/>
                </a:cubicBezTo>
                <a:cubicBezTo>
                  <a:pt x="7780" y="1574"/>
                  <a:pt x="7718" y="1574"/>
                  <a:pt x="7688" y="1574"/>
                </a:cubicBezTo>
                <a:cubicBezTo>
                  <a:pt x="7688" y="1574"/>
                  <a:pt x="7688" y="1574"/>
                  <a:pt x="7688" y="1605"/>
                </a:cubicBezTo>
                <a:cubicBezTo>
                  <a:pt x="7688" y="1605"/>
                  <a:pt x="7564" y="1637"/>
                  <a:pt x="7564" y="1667"/>
                </a:cubicBezTo>
                <a:cubicBezTo>
                  <a:pt x="7595" y="1667"/>
                  <a:pt x="7564" y="1667"/>
                  <a:pt x="7564" y="1667"/>
                </a:cubicBezTo>
                <a:lnTo>
                  <a:pt x="7595" y="1667"/>
                </a:lnTo>
                <a:lnTo>
                  <a:pt x="7595" y="1698"/>
                </a:lnTo>
                <a:cubicBezTo>
                  <a:pt x="7625" y="1698"/>
                  <a:pt x="7657" y="1698"/>
                  <a:pt x="7688" y="1698"/>
                </a:cubicBezTo>
                <a:lnTo>
                  <a:pt x="7688" y="1698"/>
                </a:lnTo>
                <a:lnTo>
                  <a:pt x="7688" y="1698"/>
                </a:lnTo>
                <a:lnTo>
                  <a:pt x="7749" y="1667"/>
                </a:lnTo>
                <a:cubicBezTo>
                  <a:pt x="7749" y="1667"/>
                  <a:pt x="7749" y="1667"/>
                  <a:pt x="7718" y="1667"/>
                </a:cubicBezTo>
                <a:cubicBezTo>
                  <a:pt x="7749" y="1667"/>
                  <a:pt x="7749" y="1667"/>
                  <a:pt x="7749" y="1667"/>
                </a:cubicBezTo>
                <a:lnTo>
                  <a:pt x="7749" y="1667"/>
                </a:lnTo>
                <a:cubicBezTo>
                  <a:pt x="7749" y="1667"/>
                  <a:pt x="7811" y="1698"/>
                  <a:pt x="7842" y="1667"/>
                </a:cubicBezTo>
                <a:cubicBezTo>
                  <a:pt x="7811" y="1667"/>
                  <a:pt x="7842" y="1667"/>
                  <a:pt x="7842" y="1667"/>
                </a:cubicBezTo>
                <a:lnTo>
                  <a:pt x="7842" y="1667"/>
                </a:lnTo>
                <a:lnTo>
                  <a:pt x="7811" y="1637"/>
                </a:lnTo>
                <a:lnTo>
                  <a:pt x="7872" y="1637"/>
                </a:lnTo>
                <a:lnTo>
                  <a:pt x="7872" y="1637"/>
                </a:lnTo>
                <a:cubicBezTo>
                  <a:pt x="7842" y="1637"/>
                  <a:pt x="7842" y="1667"/>
                  <a:pt x="7842" y="1667"/>
                </a:cubicBezTo>
                <a:lnTo>
                  <a:pt x="7872" y="1667"/>
                </a:lnTo>
                <a:lnTo>
                  <a:pt x="7872" y="1667"/>
                </a:lnTo>
                <a:lnTo>
                  <a:pt x="7872" y="1637"/>
                </a:lnTo>
                <a:lnTo>
                  <a:pt x="7872" y="1667"/>
                </a:lnTo>
                <a:lnTo>
                  <a:pt x="7872" y="1667"/>
                </a:lnTo>
                <a:lnTo>
                  <a:pt x="7872" y="1667"/>
                </a:lnTo>
                <a:cubicBezTo>
                  <a:pt x="7872" y="1667"/>
                  <a:pt x="7872" y="1667"/>
                  <a:pt x="7842" y="1698"/>
                </a:cubicBezTo>
                <a:cubicBezTo>
                  <a:pt x="7872" y="1698"/>
                  <a:pt x="7904" y="1667"/>
                  <a:pt x="7904" y="1667"/>
                </a:cubicBezTo>
                <a:lnTo>
                  <a:pt x="7872" y="1667"/>
                </a:lnTo>
                <a:cubicBezTo>
                  <a:pt x="7904" y="1667"/>
                  <a:pt x="7904" y="1667"/>
                  <a:pt x="7935" y="1667"/>
                </a:cubicBezTo>
                <a:lnTo>
                  <a:pt x="7935" y="1667"/>
                </a:lnTo>
                <a:lnTo>
                  <a:pt x="7904" y="1667"/>
                </a:lnTo>
                <a:cubicBezTo>
                  <a:pt x="7935" y="1667"/>
                  <a:pt x="7935" y="1667"/>
                  <a:pt x="7935" y="1667"/>
                </a:cubicBezTo>
                <a:lnTo>
                  <a:pt x="7935" y="1667"/>
                </a:lnTo>
                <a:lnTo>
                  <a:pt x="7904" y="1667"/>
                </a:lnTo>
                <a:cubicBezTo>
                  <a:pt x="7935" y="1667"/>
                  <a:pt x="7935" y="1667"/>
                  <a:pt x="7935" y="1667"/>
                </a:cubicBezTo>
                <a:lnTo>
                  <a:pt x="7904" y="1667"/>
                </a:lnTo>
                <a:cubicBezTo>
                  <a:pt x="7904" y="1698"/>
                  <a:pt x="7935" y="1667"/>
                  <a:pt x="7935" y="1698"/>
                </a:cubicBezTo>
                <a:cubicBezTo>
                  <a:pt x="7935" y="1667"/>
                  <a:pt x="7904" y="1698"/>
                  <a:pt x="7904" y="1698"/>
                </a:cubicBezTo>
                <a:lnTo>
                  <a:pt x="7935" y="1698"/>
                </a:lnTo>
                <a:cubicBezTo>
                  <a:pt x="7935" y="1698"/>
                  <a:pt x="7904" y="1728"/>
                  <a:pt x="7935" y="1698"/>
                </a:cubicBezTo>
                <a:cubicBezTo>
                  <a:pt x="7935" y="1728"/>
                  <a:pt x="7935" y="1728"/>
                  <a:pt x="7935" y="1728"/>
                </a:cubicBezTo>
                <a:lnTo>
                  <a:pt x="7935" y="1728"/>
                </a:lnTo>
                <a:cubicBezTo>
                  <a:pt x="7965" y="1728"/>
                  <a:pt x="7935" y="1728"/>
                  <a:pt x="7935" y="1728"/>
                </a:cubicBezTo>
                <a:cubicBezTo>
                  <a:pt x="7965" y="1728"/>
                  <a:pt x="7965" y="1728"/>
                  <a:pt x="7965" y="1728"/>
                </a:cubicBezTo>
                <a:lnTo>
                  <a:pt x="7965" y="1728"/>
                </a:lnTo>
                <a:cubicBezTo>
                  <a:pt x="7965" y="1728"/>
                  <a:pt x="7935" y="1728"/>
                  <a:pt x="7935" y="1760"/>
                </a:cubicBezTo>
                <a:cubicBezTo>
                  <a:pt x="7965" y="1760"/>
                  <a:pt x="7965" y="1728"/>
                  <a:pt x="7965" y="1760"/>
                </a:cubicBezTo>
                <a:lnTo>
                  <a:pt x="7965" y="1760"/>
                </a:lnTo>
                <a:lnTo>
                  <a:pt x="7965" y="1760"/>
                </a:lnTo>
                <a:cubicBezTo>
                  <a:pt x="7965" y="1760"/>
                  <a:pt x="7996" y="1760"/>
                  <a:pt x="7996" y="1728"/>
                </a:cubicBezTo>
                <a:lnTo>
                  <a:pt x="7996" y="1728"/>
                </a:lnTo>
                <a:cubicBezTo>
                  <a:pt x="7996" y="1728"/>
                  <a:pt x="7996" y="1728"/>
                  <a:pt x="7965" y="1760"/>
                </a:cubicBezTo>
                <a:cubicBezTo>
                  <a:pt x="7996" y="1728"/>
                  <a:pt x="7996" y="1760"/>
                  <a:pt x="7996" y="1760"/>
                </a:cubicBezTo>
                <a:lnTo>
                  <a:pt x="7996" y="1760"/>
                </a:lnTo>
                <a:lnTo>
                  <a:pt x="7996" y="1760"/>
                </a:lnTo>
                <a:lnTo>
                  <a:pt x="7996" y="1760"/>
                </a:lnTo>
                <a:lnTo>
                  <a:pt x="7996" y="1760"/>
                </a:lnTo>
                <a:lnTo>
                  <a:pt x="7996" y="1760"/>
                </a:lnTo>
                <a:lnTo>
                  <a:pt x="8027" y="1760"/>
                </a:lnTo>
                <a:cubicBezTo>
                  <a:pt x="8027" y="1760"/>
                  <a:pt x="8027" y="1760"/>
                  <a:pt x="7996" y="1760"/>
                </a:cubicBezTo>
                <a:cubicBezTo>
                  <a:pt x="8027" y="1760"/>
                  <a:pt x="8027" y="1760"/>
                  <a:pt x="8027" y="1760"/>
                </a:cubicBezTo>
                <a:cubicBezTo>
                  <a:pt x="8027" y="1760"/>
                  <a:pt x="7996" y="1791"/>
                  <a:pt x="7965" y="1791"/>
                </a:cubicBezTo>
                <a:lnTo>
                  <a:pt x="7965" y="1791"/>
                </a:lnTo>
                <a:lnTo>
                  <a:pt x="7965" y="1791"/>
                </a:lnTo>
                <a:lnTo>
                  <a:pt x="7965" y="1791"/>
                </a:lnTo>
                <a:lnTo>
                  <a:pt x="7965" y="1791"/>
                </a:lnTo>
                <a:lnTo>
                  <a:pt x="7965" y="1791"/>
                </a:lnTo>
                <a:cubicBezTo>
                  <a:pt x="7965" y="1791"/>
                  <a:pt x="7965" y="1821"/>
                  <a:pt x="7996" y="1821"/>
                </a:cubicBezTo>
                <a:cubicBezTo>
                  <a:pt x="7965" y="1821"/>
                  <a:pt x="8027" y="1791"/>
                  <a:pt x="8027" y="1791"/>
                </a:cubicBezTo>
                <a:cubicBezTo>
                  <a:pt x="8027" y="1791"/>
                  <a:pt x="8027" y="1821"/>
                  <a:pt x="8027" y="1791"/>
                </a:cubicBezTo>
                <a:cubicBezTo>
                  <a:pt x="8027" y="1821"/>
                  <a:pt x="7996" y="1821"/>
                  <a:pt x="7996" y="1821"/>
                </a:cubicBezTo>
                <a:lnTo>
                  <a:pt x="8027" y="1821"/>
                </a:lnTo>
                <a:cubicBezTo>
                  <a:pt x="7996" y="1821"/>
                  <a:pt x="7996" y="1821"/>
                  <a:pt x="7996" y="1821"/>
                </a:cubicBezTo>
                <a:cubicBezTo>
                  <a:pt x="8027" y="1821"/>
                  <a:pt x="8027" y="1821"/>
                  <a:pt x="7996" y="1821"/>
                </a:cubicBezTo>
                <a:cubicBezTo>
                  <a:pt x="8027" y="1821"/>
                  <a:pt x="8058" y="1852"/>
                  <a:pt x="8089" y="1852"/>
                </a:cubicBezTo>
                <a:cubicBezTo>
                  <a:pt x="8089" y="1852"/>
                  <a:pt x="8089" y="1852"/>
                  <a:pt x="8089" y="1821"/>
                </a:cubicBezTo>
                <a:lnTo>
                  <a:pt x="8119" y="1852"/>
                </a:lnTo>
                <a:cubicBezTo>
                  <a:pt x="8119" y="1852"/>
                  <a:pt x="8119" y="1852"/>
                  <a:pt x="8089" y="1852"/>
                </a:cubicBezTo>
                <a:lnTo>
                  <a:pt x="8089" y="1852"/>
                </a:lnTo>
                <a:lnTo>
                  <a:pt x="8089" y="1852"/>
                </a:lnTo>
                <a:lnTo>
                  <a:pt x="8089" y="1852"/>
                </a:lnTo>
                <a:lnTo>
                  <a:pt x="8089" y="1852"/>
                </a:lnTo>
                <a:lnTo>
                  <a:pt x="8119" y="1852"/>
                </a:lnTo>
                <a:cubicBezTo>
                  <a:pt x="8119" y="1852"/>
                  <a:pt x="8119" y="1884"/>
                  <a:pt x="8151" y="1884"/>
                </a:cubicBezTo>
                <a:cubicBezTo>
                  <a:pt x="8119" y="1884"/>
                  <a:pt x="8212" y="1884"/>
                  <a:pt x="8212" y="1914"/>
                </a:cubicBezTo>
                <a:cubicBezTo>
                  <a:pt x="8212" y="1914"/>
                  <a:pt x="8305" y="1945"/>
                  <a:pt x="8336" y="1914"/>
                </a:cubicBezTo>
                <a:lnTo>
                  <a:pt x="8305" y="1914"/>
                </a:lnTo>
                <a:cubicBezTo>
                  <a:pt x="8305" y="1914"/>
                  <a:pt x="8336" y="1914"/>
                  <a:pt x="8336" y="1884"/>
                </a:cubicBezTo>
                <a:lnTo>
                  <a:pt x="8336" y="1884"/>
                </a:lnTo>
                <a:lnTo>
                  <a:pt x="8336" y="1884"/>
                </a:lnTo>
                <a:lnTo>
                  <a:pt x="8305" y="1884"/>
                </a:lnTo>
                <a:lnTo>
                  <a:pt x="8305" y="1884"/>
                </a:lnTo>
                <a:lnTo>
                  <a:pt x="8336" y="1884"/>
                </a:lnTo>
                <a:cubicBezTo>
                  <a:pt x="8305" y="1884"/>
                  <a:pt x="8305" y="1852"/>
                  <a:pt x="8305" y="1852"/>
                </a:cubicBezTo>
                <a:cubicBezTo>
                  <a:pt x="8305" y="1852"/>
                  <a:pt x="8305" y="1852"/>
                  <a:pt x="8274" y="1852"/>
                </a:cubicBezTo>
                <a:cubicBezTo>
                  <a:pt x="8305" y="1852"/>
                  <a:pt x="8305" y="1821"/>
                  <a:pt x="8274" y="1821"/>
                </a:cubicBezTo>
                <a:lnTo>
                  <a:pt x="8274" y="1821"/>
                </a:lnTo>
                <a:lnTo>
                  <a:pt x="8274" y="1821"/>
                </a:lnTo>
                <a:cubicBezTo>
                  <a:pt x="8305" y="1821"/>
                  <a:pt x="8274" y="1821"/>
                  <a:pt x="8243" y="1821"/>
                </a:cubicBezTo>
                <a:lnTo>
                  <a:pt x="8274" y="1821"/>
                </a:lnTo>
                <a:lnTo>
                  <a:pt x="8243" y="1821"/>
                </a:lnTo>
                <a:cubicBezTo>
                  <a:pt x="8243" y="1821"/>
                  <a:pt x="8243" y="1821"/>
                  <a:pt x="8274" y="1821"/>
                </a:cubicBezTo>
                <a:cubicBezTo>
                  <a:pt x="8243" y="1821"/>
                  <a:pt x="8243" y="1821"/>
                  <a:pt x="8243" y="1821"/>
                </a:cubicBezTo>
                <a:lnTo>
                  <a:pt x="8212" y="1760"/>
                </a:lnTo>
                <a:cubicBezTo>
                  <a:pt x="8212" y="1728"/>
                  <a:pt x="8243" y="1760"/>
                  <a:pt x="8243" y="1760"/>
                </a:cubicBezTo>
                <a:lnTo>
                  <a:pt x="8243" y="1760"/>
                </a:lnTo>
                <a:cubicBezTo>
                  <a:pt x="8274" y="1760"/>
                  <a:pt x="8274" y="1791"/>
                  <a:pt x="8274" y="1791"/>
                </a:cubicBezTo>
                <a:cubicBezTo>
                  <a:pt x="8274" y="1791"/>
                  <a:pt x="8274" y="1760"/>
                  <a:pt x="8274" y="1728"/>
                </a:cubicBezTo>
                <a:cubicBezTo>
                  <a:pt x="8274" y="1760"/>
                  <a:pt x="8305" y="1760"/>
                  <a:pt x="8305" y="1760"/>
                </a:cubicBezTo>
                <a:cubicBezTo>
                  <a:pt x="8274" y="1760"/>
                  <a:pt x="8305" y="1791"/>
                  <a:pt x="8305" y="1760"/>
                </a:cubicBezTo>
                <a:cubicBezTo>
                  <a:pt x="8305" y="1791"/>
                  <a:pt x="8305" y="1791"/>
                  <a:pt x="8336" y="1791"/>
                </a:cubicBezTo>
                <a:lnTo>
                  <a:pt x="8336" y="1791"/>
                </a:lnTo>
                <a:cubicBezTo>
                  <a:pt x="8305" y="1821"/>
                  <a:pt x="8336" y="1791"/>
                  <a:pt x="8336" y="1791"/>
                </a:cubicBezTo>
                <a:lnTo>
                  <a:pt x="8336" y="1821"/>
                </a:lnTo>
                <a:lnTo>
                  <a:pt x="8336" y="1821"/>
                </a:lnTo>
                <a:lnTo>
                  <a:pt x="8336" y="1791"/>
                </a:lnTo>
                <a:lnTo>
                  <a:pt x="8366" y="1821"/>
                </a:lnTo>
                <a:lnTo>
                  <a:pt x="8366" y="1821"/>
                </a:lnTo>
                <a:lnTo>
                  <a:pt x="8398" y="1821"/>
                </a:lnTo>
                <a:lnTo>
                  <a:pt x="8398" y="1821"/>
                </a:lnTo>
                <a:lnTo>
                  <a:pt x="8398" y="1821"/>
                </a:lnTo>
                <a:lnTo>
                  <a:pt x="8398" y="1821"/>
                </a:lnTo>
                <a:lnTo>
                  <a:pt x="8428" y="1821"/>
                </a:lnTo>
                <a:lnTo>
                  <a:pt x="8428" y="1821"/>
                </a:lnTo>
                <a:cubicBezTo>
                  <a:pt x="8428" y="1821"/>
                  <a:pt x="8428" y="1821"/>
                  <a:pt x="8428" y="1852"/>
                </a:cubicBezTo>
                <a:lnTo>
                  <a:pt x="8428" y="1852"/>
                </a:lnTo>
                <a:lnTo>
                  <a:pt x="8428" y="1852"/>
                </a:lnTo>
                <a:lnTo>
                  <a:pt x="8428" y="1852"/>
                </a:lnTo>
                <a:cubicBezTo>
                  <a:pt x="8459" y="1852"/>
                  <a:pt x="8428" y="1821"/>
                  <a:pt x="8428" y="1821"/>
                </a:cubicBezTo>
                <a:cubicBezTo>
                  <a:pt x="8428" y="1821"/>
                  <a:pt x="8428" y="1821"/>
                  <a:pt x="8459" y="1821"/>
                </a:cubicBezTo>
                <a:lnTo>
                  <a:pt x="8459" y="1821"/>
                </a:lnTo>
                <a:lnTo>
                  <a:pt x="8490" y="1821"/>
                </a:lnTo>
                <a:lnTo>
                  <a:pt x="8459" y="1821"/>
                </a:lnTo>
                <a:cubicBezTo>
                  <a:pt x="8490" y="1821"/>
                  <a:pt x="8490" y="1821"/>
                  <a:pt x="8490" y="1821"/>
                </a:cubicBezTo>
                <a:cubicBezTo>
                  <a:pt x="8490" y="1791"/>
                  <a:pt x="8459" y="1791"/>
                  <a:pt x="8459" y="1791"/>
                </a:cubicBezTo>
                <a:cubicBezTo>
                  <a:pt x="8459" y="1791"/>
                  <a:pt x="8490" y="1791"/>
                  <a:pt x="8459" y="1791"/>
                </a:cubicBezTo>
                <a:cubicBezTo>
                  <a:pt x="8490" y="1791"/>
                  <a:pt x="8459" y="1791"/>
                  <a:pt x="8459" y="1791"/>
                </a:cubicBezTo>
                <a:lnTo>
                  <a:pt x="8490" y="1791"/>
                </a:lnTo>
                <a:cubicBezTo>
                  <a:pt x="8490" y="1791"/>
                  <a:pt x="8459" y="1760"/>
                  <a:pt x="8459" y="1791"/>
                </a:cubicBezTo>
                <a:cubicBezTo>
                  <a:pt x="8490" y="1760"/>
                  <a:pt x="8490" y="1728"/>
                  <a:pt x="8490" y="1728"/>
                </a:cubicBezTo>
                <a:cubicBezTo>
                  <a:pt x="8490" y="1728"/>
                  <a:pt x="8490" y="1791"/>
                  <a:pt x="8521" y="1791"/>
                </a:cubicBezTo>
                <a:cubicBezTo>
                  <a:pt x="8490" y="1791"/>
                  <a:pt x="8521" y="1791"/>
                  <a:pt x="8521" y="1791"/>
                </a:cubicBezTo>
                <a:lnTo>
                  <a:pt x="8521" y="1760"/>
                </a:lnTo>
                <a:cubicBezTo>
                  <a:pt x="8552" y="1728"/>
                  <a:pt x="8521" y="1760"/>
                  <a:pt x="8521" y="1728"/>
                </a:cubicBezTo>
                <a:lnTo>
                  <a:pt x="8552" y="1728"/>
                </a:lnTo>
                <a:cubicBezTo>
                  <a:pt x="8552" y="1728"/>
                  <a:pt x="8521" y="1728"/>
                  <a:pt x="8490" y="1728"/>
                </a:cubicBezTo>
                <a:cubicBezTo>
                  <a:pt x="8521" y="1698"/>
                  <a:pt x="8521" y="1728"/>
                  <a:pt x="8521" y="1698"/>
                </a:cubicBezTo>
                <a:lnTo>
                  <a:pt x="8490" y="1698"/>
                </a:lnTo>
                <a:cubicBezTo>
                  <a:pt x="8552" y="1698"/>
                  <a:pt x="8490" y="1698"/>
                  <a:pt x="8521" y="1698"/>
                </a:cubicBezTo>
                <a:cubicBezTo>
                  <a:pt x="8490" y="1698"/>
                  <a:pt x="8490" y="1698"/>
                  <a:pt x="8490" y="1698"/>
                </a:cubicBezTo>
                <a:lnTo>
                  <a:pt x="8490" y="1698"/>
                </a:lnTo>
                <a:lnTo>
                  <a:pt x="8490" y="1698"/>
                </a:lnTo>
                <a:cubicBezTo>
                  <a:pt x="8521" y="1698"/>
                  <a:pt x="8521" y="1698"/>
                  <a:pt x="8552" y="1667"/>
                </a:cubicBezTo>
                <a:cubicBezTo>
                  <a:pt x="8521" y="1667"/>
                  <a:pt x="8521" y="1667"/>
                  <a:pt x="8521" y="1667"/>
                </a:cubicBezTo>
                <a:lnTo>
                  <a:pt x="8521" y="1667"/>
                </a:lnTo>
                <a:lnTo>
                  <a:pt x="8521" y="1667"/>
                </a:lnTo>
                <a:lnTo>
                  <a:pt x="8521" y="1667"/>
                </a:lnTo>
                <a:lnTo>
                  <a:pt x="8490" y="1667"/>
                </a:lnTo>
                <a:cubicBezTo>
                  <a:pt x="8490" y="1667"/>
                  <a:pt x="8521" y="1667"/>
                  <a:pt x="8521" y="1637"/>
                </a:cubicBezTo>
                <a:cubicBezTo>
                  <a:pt x="8521" y="1637"/>
                  <a:pt x="8521" y="1637"/>
                  <a:pt x="8490" y="1667"/>
                </a:cubicBezTo>
                <a:cubicBezTo>
                  <a:pt x="8521" y="1637"/>
                  <a:pt x="8521" y="1637"/>
                  <a:pt x="8521" y="1637"/>
                </a:cubicBezTo>
                <a:lnTo>
                  <a:pt x="8490" y="1637"/>
                </a:lnTo>
                <a:lnTo>
                  <a:pt x="8490" y="1667"/>
                </a:lnTo>
                <a:lnTo>
                  <a:pt x="8490" y="1637"/>
                </a:lnTo>
                <a:lnTo>
                  <a:pt x="8490" y="1637"/>
                </a:lnTo>
                <a:lnTo>
                  <a:pt x="8459" y="1667"/>
                </a:lnTo>
                <a:cubicBezTo>
                  <a:pt x="8459" y="1637"/>
                  <a:pt x="8490" y="1667"/>
                  <a:pt x="8459" y="1637"/>
                </a:cubicBezTo>
                <a:cubicBezTo>
                  <a:pt x="8459" y="1637"/>
                  <a:pt x="8459" y="1637"/>
                  <a:pt x="8490" y="1637"/>
                </a:cubicBezTo>
                <a:lnTo>
                  <a:pt x="8459" y="1605"/>
                </a:lnTo>
                <a:lnTo>
                  <a:pt x="8428" y="1637"/>
                </a:lnTo>
                <a:cubicBezTo>
                  <a:pt x="8428" y="1637"/>
                  <a:pt x="8459" y="1605"/>
                  <a:pt x="8459" y="1637"/>
                </a:cubicBezTo>
                <a:lnTo>
                  <a:pt x="8428" y="1605"/>
                </a:lnTo>
                <a:cubicBezTo>
                  <a:pt x="8459" y="1605"/>
                  <a:pt x="8459" y="1605"/>
                  <a:pt x="8459" y="1605"/>
                </a:cubicBezTo>
                <a:cubicBezTo>
                  <a:pt x="8459" y="1605"/>
                  <a:pt x="8428" y="1637"/>
                  <a:pt x="8428" y="1605"/>
                </a:cubicBezTo>
                <a:cubicBezTo>
                  <a:pt x="8428" y="1605"/>
                  <a:pt x="8428" y="1605"/>
                  <a:pt x="8459" y="1605"/>
                </a:cubicBezTo>
                <a:cubicBezTo>
                  <a:pt x="8428" y="1605"/>
                  <a:pt x="8428" y="1605"/>
                  <a:pt x="8428" y="1605"/>
                </a:cubicBezTo>
                <a:cubicBezTo>
                  <a:pt x="8459" y="1605"/>
                  <a:pt x="8428" y="1605"/>
                  <a:pt x="8428" y="1605"/>
                </a:cubicBezTo>
                <a:cubicBezTo>
                  <a:pt x="8428" y="1574"/>
                  <a:pt x="8428" y="1605"/>
                  <a:pt x="8428" y="1605"/>
                </a:cubicBezTo>
                <a:lnTo>
                  <a:pt x="8459" y="1574"/>
                </a:lnTo>
                <a:lnTo>
                  <a:pt x="8459" y="1574"/>
                </a:lnTo>
                <a:cubicBezTo>
                  <a:pt x="8428" y="1574"/>
                  <a:pt x="8428" y="1574"/>
                  <a:pt x="8428" y="1574"/>
                </a:cubicBezTo>
                <a:cubicBezTo>
                  <a:pt x="8428" y="1574"/>
                  <a:pt x="8428" y="1574"/>
                  <a:pt x="8459" y="1574"/>
                </a:cubicBezTo>
                <a:cubicBezTo>
                  <a:pt x="8459" y="1544"/>
                  <a:pt x="8398" y="1574"/>
                  <a:pt x="8366" y="1574"/>
                </a:cubicBezTo>
                <a:cubicBezTo>
                  <a:pt x="8398" y="1574"/>
                  <a:pt x="8398" y="1574"/>
                  <a:pt x="8398" y="1574"/>
                </a:cubicBezTo>
                <a:lnTo>
                  <a:pt x="8398" y="1574"/>
                </a:lnTo>
                <a:cubicBezTo>
                  <a:pt x="8398" y="1574"/>
                  <a:pt x="8398" y="1574"/>
                  <a:pt x="8428" y="1544"/>
                </a:cubicBezTo>
                <a:lnTo>
                  <a:pt x="8398" y="1544"/>
                </a:lnTo>
                <a:lnTo>
                  <a:pt x="8398" y="1544"/>
                </a:lnTo>
                <a:lnTo>
                  <a:pt x="8398" y="1544"/>
                </a:lnTo>
                <a:lnTo>
                  <a:pt x="8398" y="1544"/>
                </a:lnTo>
                <a:lnTo>
                  <a:pt x="8398" y="1513"/>
                </a:lnTo>
                <a:cubicBezTo>
                  <a:pt x="8398" y="1513"/>
                  <a:pt x="8398" y="1513"/>
                  <a:pt x="8428" y="1513"/>
                </a:cubicBezTo>
                <a:cubicBezTo>
                  <a:pt x="8398" y="1513"/>
                  <a:pt x="8398" y="1513"/>
                  <a:pt x="8366" y="1513"/>
                </a:cubicBezTo>
                <a:lnTo>
                  <a:pt x="8398" y="1513"/>
                </a:lnTo>
                <a:lnTo>
                  <a:pt x="8398" y="1513"/>
                </a:lnTo>
                <a:lnTo>
                  <a:pt x="8428" y="1513"/>
                </a:lnTo>
                <a:cubicBezTo>
                  <a:pt x="8398" y="1544"/>
                  <a:pt x="8428" y="1544"/>
                  <a:pt x="8428" y="1544"/>
                </a:cubicBezTo>
                <a:cubicBezTo>
                  <a:pt x="8459" y="1513"/>
                  <a:pt x="8459" y="1544"/>
                  <a:pt x="8490" y="1513"/>
                </a:cubicBezTo>
                <a:lnTo>
                  <a:pt x="8459" y="1513"/>
                </a:lnTo>
                <a:cubicBezTo>
                  <a:pt x="8459" y="1481"/>
                  <a:pt x="8459" y="1481"/>
                  <a:pt x="8459" y="1481"/>
                </a:cubicBezTo>
                <a:cubicBezTo>
                  <a:pt x="8459" y="1481"/>
                  <a:pt x="8459" y="1513"/>
                  <a:pt x="8490" y="1513"/>
                </a:cubicBezTo>
                <a:cubicBezTo>
                  <a:pt x="8490" y="1481"/>
                  <a:pt x="8490" y="1481"/>
                  <a:pt x="8490" y="1481"/>
                </a:cubicBezTo>
                <a:cubicBezTo>
                  <a:pt x="8490" y="1481"/>
                  <a:pt x="8521" y="1481"/>
                  <a:pt x="8459" y="1481"/>
                </a:cubicBezTo>
                <a:cubicBezTo>
                  <a:pt x="8490" y="1451"/>
                  <a:pt x="8490" y="1481"/>
                  <a:pt x="8521" y="1481"/>
                </a:cubicBezTo>
                <a:lnTo>
                  <a:pt x="8521" y="1481"/>
                </a:lnTo>
                <a:cubicBezTo>
                  <a:pt x="8521" y="1481"/>
                  <a:pt x="8521" y="1481"/>
                  <a:pt x="8521" y="1451"/>
                </a:cubicBezTo>
                <a:lnTo>
                  <a:pt x="8552" y="1481"/>
                </a:lnTo>
                <a:cubicBezTo>
                  <a:pt x="8521" y="1481"/>
                  <a:pt x="8552" y="1481"/>
                  <a:pt x="8521" y="1481"/>
                </a:cubicBezTo>
                <a:cubicBezTo>
                  <a:pt x="8552" y="1481"/>
                  <a:pt x="8552" y="1481"/>
                  <a:pt x="8552" y="1481"/>
                </a:cubicBezTo>
                <a:lnTo>
                  <a:pt x="8552" y="1481"/>
                </a:lnTo>
                <a:lnTo>
                  <a:pt x="8521" y="1513"/>
                </a:lnTo>
                <a:lnTo>
                  <a:pt x="8552" y="1513"/>
                </a:lnTo>
                <a:cubicBezTo>
                  <a:pt x="8521" y="1544"/>
                  <a:pt x="8613" y="1481"/>
                  <a:pt x="8613" y="1481"/>
                </a:cubicBezTo>
                <a:cubicBezTo>
                  <a:pt x="8613" y="1513"/>
                  <a:pt x="8552" y="1513"/>
                  <a:pt x="8552" y="1544"/>
                </a:cubicBezTo>
                <a:cubicBezTo>
                  <a:pt x="8583" y="1544"/>
                  <a:pt x="8675" y="1513"/>
                  <a:pt x="8706" y="1513"/>
                </a:cubicBezTo>
                <a:cubicBezTo>
                  <a:pt x="8675" y="1513"/>
                  <a:pt x="8645" y="1544"/>
                  <a:pt x="8645" y="1544"/>
                </a:cubicBezTo>
                <a:cubicBezTo>
                  <a:pt x="8645" y="1513"/>
                  <a:pt x="8583" y="1544"/>
                  <a:pt x="8583" y="1544"/>
                </a:cubicBezTo>
                <a:lnTo>
                  <a:pt x="8583" y="1544"/>
                </a:lnTo>
                <a:lnTo>
                  <a:pt x="8583" y="1544"/>
                </a:lnTo>
                <a:cubicBezTo>
                  <a:pt x="8583" y="1574"/>
                  <a:pt x="8613" y="1544"/>
                  <a:pt x="8645" y="1544"/>
                </a:cubicBezTo>
                <a:cubicBezTo>
                  <a:pt x="8613" y="1544"/>
                  <a:pt x="8583" y="1544"/>
                  <a:pt x="8583" y="1574"/>
                </a:cubicBezTo>
                <a:cubicBezTo>
                  <a:pt x="8583" y="1574"/>
                  <a:pt x="8645" y="1544"/>
                  <a:pt x="8645" y="1574"/>
                </a:cubicBezTo>
                <a:cubicBezTo>
                  <a:pt x="8552" y="1574"/>
                  <a:pt x="8613" y="1574"/>
                  <a:pt x="8645" y="1574"/>
                </a:cubicBezTo>
                <a:cubicBezTo>
                  <a:pt x="8645" y="1574"/>
                  <a:pt x="8583" y="1605"/>
                  <a:pt x="8613" y="1605"/>
                </a:cubicBezTo>
                <a:lnTo>
                  <a:pt x="8613" y="1605"/>
                </a:lnTo>
                <a:lnTo>
                  <a:pt x="8613" y="1605"/>
                </a:lnTo>
                <a:lnTo>
                  <a:pt x="8613" y="1605"/>
                </a:lnTo>
                <a:lnTo>
                  <a:pt x="8613" y="1605"/>
                </a:lnTo>
                <a:lnTo>
                  <a:pt x="8613" y="1605"/>
                </a:lnTo>
                <a:lnTo>
                  <a:pt x="8645" y="1574"/>
                </a:lnTo>
                <a:lnTo>
                  <a:pt x="8645" y="1605"/>
                </a:lnTo>
                <a:lnTo>
                  <a:pt x="8645" y="1605"/>
                </a:lnTo>
                <a:lnTo>
                  <a:pt x="8645" y="1605"/>
                </a:lnTo>
                <a:lnTo>
                  <a:pt x="8645" y="1605"/>
                </a:lnTo>
                <a:lnTo>
                  <a:pt x="8645" y="1605"/>
                </a:lnTo>
                <a:lnTo>
                  <a:pt x="8675" y="1605"/>
                </a:lnTo>
                <a:lnTo>
                  <a:pt x="8675" y="1605"/>
                </a:lnTo>
                <a:lnTo>
                  <a:pt x="8675" y="1605"/>
                </a:lnTo>
                <a:cubicBezTo>
                  <a:pt x="8675" y="1637"/>
                  <a:pt x="8675" y="1637"/>
                  <a:pt x="8675" y="1637"/>
                </a:cubicBezTo>
                <a:lnTo>
                  <a:pt x="8675" y="1637"/>
                </a:lnTo>
                <a:lnTo>
                  <a:pt x="8675" y="1637"/>
                </a:lnTo>
                <a:lnTo>
                  <a:pt x="8706" y="1605"/>
                </a:lnTo>
                <a:cubicBezTo>
                  <a:pt x="8675" y="1605"/>
                  <a:pt x="8706" y="1605"/>
                  <a:pt x="8706" y="1605"/>
                </a:cubicBezTo>
                <a:lnTo>
                  <a:pt x="8706" y="1605"/>
                </a:lnTo>
                <a:lnTo>
                  <a:pt x="8706" y="1605"/>
                </a:lnTo>
                <a:lnTo>
                  <a:pt x="8706" y="1605"/>
                </a:lnTo>
                <a:lnTo>
                  <a:pt x="8706" y="1605"/>
                </a:lnTo>
                <a:cubicBezTo>
                  <a:pt x="8706" y="1574"/>
                  <a:pt x="8706" y="1574"/>
                  <a:pt x="8706" y="1574"/>
                </a:cubicBezTo>
                <a:lnTo>
                  <a:pt x="8706" y="1574"/>
                </a:lnTo>
                <a:cubicBezTo>
                  <a:pt x="8706" y="1574"/>
                  <a:pt x="8706" y="1574"/>
                  <a:pt x="8737" y="1574"/>
                </a:cubicBezTo>
                <a:cubicBezTo>
                  <a:pt x="8706" y="1574"/>
                  <a:pt x="8706" y="1574"/>
                  <a:pt x="8706" y="1574"/>
                </a:cubicBezTo>
                <a:lnTo>
                  <a:pt x="8706" y="1574"/>
                </a:lnTo>
                <a:lnTo>
                  <a:pt x="8737" y="1574"/>
                </a:lnTo>
                <a:cubicBezTo>
                  <a:pt x="8737" y="1574"/>
                  <a:pt x="8706" y="1574"/>
                  <a:pt x="8706" y="1544"/>
                </a:cubicBezTo>
                <a:lnTo>
                  <a:pt x="8737" y="1544"/>
                </a:lnTo>
                <a:lnTo>
                  <a:pt x="8737" y="1544"/>
                </a:lnTo>
                <a:cubicBezTo>
                  <a:pt x="8737" y="1574"/>
                  <a:pt x="8768" y="1574"/>
                  <a:pt x="8768" y="1544"/>
                </a:cubicBezTo>
                <a:cubicBezTo>
                  <a:pt x="8768" y="1574"/>
                  <a:pt x="8768" y="1574"/>
                  <a:pt x="8768" y="1574"/>
                </a:cubicBezTo>
                <a:cubicBezTo>
                  <a:pt x="8799" y="1544"/>
                  <a:pt x="8768" y="1574"/>
                  <a:pt x="8768" y="1544"/>
                </a:cubicBezTo>
                <a:cubicBezTo>
                  <a:pt x="8799" y="1544"/>
                  <a:pt x="8799" y="1544"/>
                  <a:pt x="8799" y="1544"/>
                </a:cubicBezTo>
                <a:cubicBezTo>
                  <a:pt x="8799" y="1544"/>
                  <a:pt x="8768" y="1544"/>
                  <a:pt x="8799" y="1544"/>
                </a:cubicBezTo>
                <a:lnTo>
                  <a:pt x="8830" y="1544"/>
                </a:lnTo>
                <a:cubicBezTo>
                  <a:pt x="8830" y="1513"/>
                  <a:pt x="8799" y="1513"/>
                  <a:pt x="8799" y="1513"/>
                </a:cubicBezTo>
                <a:cubicBezTo>
                  <a:pt x="8799" y="1513"/>
                  <a:pt x="8830" y="1544"/>
                  <a:pt x="8860" y="1513"/>
                </a:cubicBezTo>
                <a:lnTo>
                  <a:pt x="8860" y="1513"/>
                </a:lnTo>
                <a:lnTo>
                  <a:pt x="8860" y="1513"/>
                </a:lnTo>
                <a:lnTo>
                  <a:pt x="8860" y="1513"/>
                </a:lnTo>
                <a:cubicBezTo>
                  <a:pt x="8860" y="1513"/>
                  <a:pt x="8830" y="1513"/>
                  <a:pt x="8860" y="1513"/>
                </a:cubicBezTo>
                <a:cubicBezTo>
                  <a:pt x="8830" y="1513"/>
                  <a:pt x="8830" y="1513"/>
                  <a:pt x="8799" y="1481"/>
                </a:cubicBezTo>
                <a:cubicBezTo>
                  <a:pt x="8830" y="1481"/>
                  <a:pt x="8830" y="1513"/>
                  <a:pt x="8860" y="1481"/>
                </a:cubicBezTo>
                <a:cubicBezTo>
                  <a:pt x="8860" y="1513"/>
                  <a:pt x="8830" y="1481"/>
                  <a:pt x="8830" y="1481"/>
                </a:cubicBezTo>
                <a:cubicBezTo>
                  <a:pt x="8860" y="1481"/>
                  <a:pt x="8860" y="1513"/>
                  <a:pt x="8922" y="1481"/>
                </a:cubicBezTo>
                <a:cubicBezTo>
                  <a:pt x="8892" y="1481"/>
                  <a:pt x="8892" y="1481"/>
                  <a:pt x="8892" y="1481"/>
                </a:cubicBezTo>
                <a:cubicBezTo>
                  <a:pt x="8892" y="1481"/>
                  <a:pt x="8892" y="1481"/>
                  <a:pt x="8922" y="1481"/>
                </a:cubicBezTo>
                <a:lnTo>
                  <a:pt x="8892" y="1481"/>
                </a:lnTo>
                <a:cubicBezTo>
                  <a:pt x="8922" y="1481"/>
                  <a:pt x="8953" y="1481"/>
                  <a:pt x="8922" y="1451"/>
                </a:cubicBezTo>
                <a:lnTo>
                  <a:pt x="8922" y="1451"/>
                </a:lnTo>
                <a:cubicBezTo>
                  <a:pt x="8922" y="1451"/>
                  <a:pt x="8922" y="1451"/>
                  <a:pt x="8892" y="1451"/>
                </a:cubicBezTo>
                <a:lnTo>
                  <a:pt x="8922" y="1451"/>
                </a:lnTo>
                <a:cubicBezTo>
                  <a:pt x="8922" y="1420"/>
                  <a:pt x="8922" y="1451"/>
                  <a:pt x="8892" y="1451"/>
                </a:cubicBezTo>
                <a:cubicBezTo>
                  <a:pt x="8922" y="1420"/>
                  <a:pt x="8860" y="1420"/>
                  <a:pt x="8860" y="1451"/>
                </a:cubicBezTo>
                <a:lnTo>
                  <a:pt x="8860" y="1451"/>
                </a:lnTo>
                <a:cubicBezTo>
                  <a:pt x="8860" y="1420"/>
                  <a:pt x="8830" y="1451"/>
                  <a:pt x="8830" y="1451"/>
                </a:cubicBezTo>
                <a:cubicBezTo>
                  <a:pt x="8830" y="1451"/>
                  <a:pt x="8830" y="1451"/>
                  <a:pt x="8860" y="1451"/>
                </a:cubicBezTo>
                <a:cubicBezTo>
                  <a:pt x="8830" y="1420"/>
                  <a:pt x="8799" y="1451"/>
                  <a:pt x="8799" y="1451"/>
                </a:cubicBezTo>
                <a:lnTo>
                  <a:pt x="8799" y="1451"/>
                </a:lnTo>
                <a:cubicBezTo>
                  <a:pt x="8799" y="1451"/>
                  <a:pt x="8799" y="1451"/>
                  <a:pt x="8768" y="1451"/>
                </a:cubicBezTo>
                <a:lnTo>
                  <a:pt x="8860" y="1420"/>
                </a:lnTo>
                <a:cubicBezTo>
                  <a:pt x="8860" y="1390"/>
                  <a:pt x="8830" y="1420"/>
                  <a:pt x="8830" y="1420"/>
                </a:cubicBezTo>
                <a:cubicBezTo>
                  <a:pt x="8830" y="1420"/>
                  <a:pt x="8830" y="1420"/>
                  <a:pt x="8830" y="1390"/>
                </a:cubicBezTo>
                <a:cubicBezTo>
                  <a:pt x="8830" y="1390"/>
                  <a:pt x="8830" y="1420"/>
                  <a:pt x="8799" y="1420"/>
                </a:cubicBezTo>
                <a:cubicBezTo>
                  <a:pt x="8830" y="1420"/>
                  <a:pt x="8830" y="1420"/>
                  <a:pt x="8830" y="1420"/>
                </a:cubicBezTo>
                <a:cubicBezTo>
                  <a:pt x="8830" y="1390"/>
                  <a:pt x="8706" y="1420"/>
                  <a:pt x="8706" y="1420"/>
                </a:cubicBezTo>
                <a:cubicBezTo>
                  <a:pt x="8737" y="1390"/>
                  <a:pt x="8768" y="1420"/>
                  <a:pt x="8799" y="1420"/>
                </a:cubicBezTo>
                <a:lnTo>
                  <a:pt x="8799" y="1420"/>
                </a:lnTo>
                <a:cubicBezTo>
                  <a:pt x="8799" y="1420"/>
                  <a:pt x="8799" y="1420"/>
                  <a:pt x="8799" y="1390"/>
                </a:cubicBezTo>
                <a:lnTo>
                  <a:pt x="8799" y="1390"/>
                </a:lnTo>
                <a:lnTo>
                  <a:pt x="8768" y="1390"/>
                </a:lnTo>
                <a:cubicBezTo>
                  <a:pt x="8737" y="1390"/>
                  <a:pt x="8799" y="1390"/>
                  <a:pt x="8799" y="1390"/>
                </a:cubicBezTo>
                <a:lnTo>
                  <a:pt x="8799" y="1358"/>
                </a:lnTo>
                <a:lnTo>
                  <a:pt x="8799" y="1358"/>
                </a:lnTo>
                <a:cubicBezTo>
                  <a:pt x="8768" y="1358"/>
                  <a:pt x="8768" y="1358"/>
                  <a:pt x="8768" y="1358"/>
                </a:cubicBezTo>
                <a:cubicBezTo>
                  <a:pt x="8768" y="1358"/>
                  <a:pt x="8768" y="1358"/>
                  <a:pt x="8799" y="1358"/>
                </a:cubicBezTo>
                <a:cubicBezTo>
                  <a:pt x="8768" y="1358"/>
                  <a:pt x="8737" y="1358"/>
                  <a:pt x="8737" y="1358"/>
                </a:cubicBezTo>
                <a:cubicBezTo>
                  <a:pt x="8737" y="1358"/>
                  <a:pt x="8737" y="1358"/>
                  <a:pt x="8768" y="1358"/>
                </a:cubicBezTo>
                <a:cubicBezTo>
                  <a:pt x="8737" y="1358"/>
                  <a:pt x="8706" y="1358"/>
                  <a:pt x="8706" y="1358"/>
                </a:cubicBezTo>
                <a:lnTo>
                  <a:pt x="8737" y="1358"/>
                </a:lnTo>
                <a:lnTo>
                  <a:pt x="8737" y="1358"/>
                </a:lnTo>
                <a:cubicBezTo>
                  <a:pt x="8737" y="1358"/>
                  <a:pt x="8768" y="1358"/>
                  <a:pt x="8737" y="1358"/>
                </a:cubicBezTo>
                <a:cubicBezTo>
                  <a:pt x="8768" y="1358"/>
                  <a:pt x="8768" y="1358"/>
                  <a:pt x="8768" y="1327"/>
                </a:cubicBezTo>
                <a:cubicBezTo>
                  <a:pt x="8768" y="1327"/>
                  <a:pt x="8737" y="1327"/>
                  <a:pt x="8737" y="1358"/>
                </a:cubicBezTo>
                <a:cubicBezTo>
                  <a:pt x="8737" y="1358"/>
                  <a:pt x="8675" y="1390"/>
                  <a:pt x="8706" y="1390"/>
                </a:cubicBezTo>
                <a:cubicBezTo>
                  <a:pt x="8675" y="1390"/>
                  <a:pt x="8737" y="1327"/>
                  <a:pt x="8706" y="1327"/>
                </a:cubicBezTo>
                <a:cubicBezTo>
                  <a:pt x="8675" y="1327"/>
                  <a:pt x="8675" y="1358"/>
                  <a:pt x="8645" y="1358"/>
                </a:cubicBezTo>
                <a:cubicBezTo>
                  <a:pt x="8675" y="1358"/>
                  <a:pt x="8675" y="1358"/>
                  <a:pt x="8706" y="1327"/>
                </a:cubicBezTo>
                <a:cubicBezTo>
                  <a:pt x="8675" y="1358"/>
                  <a:pt x="8645" y="1358"/>
                  <a:pt x="8613" y="1358"/>
                </a:cubicBezTo>
                <a:cubicBezTo>
                  <a:pt x="8613" y="1358"/>
                  <a:pt x="8675" y="1358"/>
                  <a:pt x="8675" y="1327"/>
                </a:cubicBezTo>
                <a:cubicBezTo>
                  <a:pt x="8675" y="1327"/>
                  <a:pt x="8675" y="1327"/>
                  <a:pt x="8645" y="1327"/>
                </a:cubicBezTo>
                <a:cubicBezTo>
                  <a:pt x="8675" y="1327"/>
                  <a:pt x="8675" y="1327"/>
                  <a:pt x="8675" y="1327"/>
                </a:cubicBezTo>
                <a:cubicBezTo>
                  <a:pt x="8645" y="1327"/>
                  <a:pt x="8645" y="1327"/>
                  <a:pt x="8613" y="1327"/>
                </a:cubicBezTo>
                <a:cubicBezTo>
                  <a:pt x="8645" y="1327"/>
                  <a:pt x="8645" y="1327"/>
                  <a:pt x="8645" y="1327"/>
                </a:cubicBezTo>
                <a:lnTo>
                  <a:pt x="8613" y="1327"/>
                </a:lnTo>
                <a:lnTo>
                  <a:pt x="8645" y="1327"/>
                </a:lnTo>
                <a:cubicBezTo>
                  <a:pt x="8613" y="1297"/>
                  <a:pt x="8583" y="1327"/>
                  <a:pt x="8583" y="1327"/>
                </a:cubicBezTo>
                <a:lnTo>
                  <a:pt x="8613" y="1297"/>
                </a:lnTo>
                <a:lnTo>
                  <a:pt x="8583" y="1327"/>
                </a:lnTo>
                <a:lnTo>
                  <a:pt x="8583" y="1297"/>
                </a:lnTo>
                <a:cubicBezTo>
                  <a:pt x="8583" y="1297"/>
                  <a:pt x="8552" y="1297"/>
                  <a:pt x="8552" y="1327"/>
                </a:cubicBezTo>
                <a:cubicBezTo>
                  <a:pt x="8583" y="1297"/>
                  <a:pt x="8583" y="1297"/>
                  <a:pt x="8583" y="1297"/>
                </a:cubicBezTo>
                <a:lnTo>
                  <a:pt x="8613" y="1297"/>
                </a:lnTo>
                <a:cubicBezTo>
                  <a:pt x="8583" y="1266"/>
                  <a:pt x="8583" y="1297"/>
                  <a:pt x="8552" y="1297"/>
                </a:cubicBezTo>
                <a:cubicBezTo>
                  <a:pt x="8583" y="1297"/>
                  <a:pt x="8583" y="1297"/>
                  <a:pt x="8583" y="1297"/>
                </a:cubicBezTo>
                <a:cubicBezTo>
                  <a:pt x="8552" y="1297"/>
                  <a:pt x="8521" y="1297"/>
                  <a:pt x="8521" y="1297"/>
                </a:cubicBezTo>
                <a:cubicBezTo>
                  <a:pt x="8521" y="1297"/>
                  <a:pt x="8521" y="1297"/>
                  <a:pt x="8552" y="1266"/>
                </a:cubicBezTo>
                <a:cubicBezTo>
                  <a:pt x="8552" y="1266"/>
                  <a:pt x="8552" y="1266"/>
                  <a:pt x="8521" y="1266"/>
                </a:cubicBezTo>
                <a:cubicBezTo>
                  <a:pt x="8552" y="1266"/>
                  <a:pt x="8583" y="1266"/>
                  <a:pt x="8583" y="1266"/>
                </a:cubicBezTo>
                <a:cubicBezTo>
                  <a:pt x="8552" y="1266"/>
                  <a:pt x="8521" y="1266"/>
                  <a:pt x="8490" y="1266"/>
                </a:cubicBezTo>
                <a:cubicBezTo>
                  <a:pt x="8521" y="1266"/>
                  <a:pt x="8521" y="1266"/>
                  <a:pt x="8490" y="1266"/>
                </a:cubicBezTo>
                <a:lnTo>
                  <a:pt x="8552" y="1266"/>
                </a:lnTo>
                <a:cubicBezTo>
                  <a:pt x="8552" y="1266"/>
                  <a:pt x="8583" y="1266"/>
                  <a:pt x="8613" y="1266"/>
                </a:cubicBezTo>
                <a:cubicBezTo>
                  <a:pt x="8583" y="1266"/>
                  <a:pt x="8552" y="1266"/>
                  <a:pt x="8552" y="1266"/>
                </a:cubicBezTo>
                <a:lnTo>
                  <a:pt x="8583" y="1266"/>
                </a:lnTo>
                <a:lnTo>
                  <a:pt x="8583" y="1266"/>
                </a:lnTo>
                <a:cubicBezTo>
                  <a:pt x="8583" y="1235"/>
                  <a:pt x="8552" y="1235"/>
                  <a:pt x="8552" y="1235"/>
                </a:cubicBezTo>
                <a:cubicBezTo>
                  <a:pt x="8583" y="1235"/>
                  <a:pt x="8613" y="1266"/>
                  <a:pt x="8613" y="1235"/>
                </a:cubicBezTo>
                <a:cubicBezTo>
                  <a:pt x="8645" y="1204"/>
                  <a:pt x="8521" y="1235"/>
                  <a:pt x="8521" y="1235"/>
                </a:cubicBezTo>
                <a:lnTo>
                  <a:pt x="8552" y="1235"/>
                </a:lnTo>
                <a:lnTo>
                  <a:pt x="8521" y="1235"/>
                </a:lnTo>
                <a:cubicBezTo>
                  <a:pt x="8552" y="1235"/>
                  <a:pt x="8552" y="1235"/>
                  <a:pt x="8583" y="1235"/>
                </a:cubicBezTo>
                <a:lnTo>
                  <a:pt x="8552" y="1235"/>
                </a:lnTo>
                <a:lnTo>
                  <a:pt x="8613" y="1235"/>
                </a:lnTo>
                <a:cubicBezTo>
                  <a:pt x="8613" y="1204"/>
                  <a:pt x="8552" y="1235"/>
                  <a:pt x="8521" y="1235"/>
                </a:cubicBezTo>
                <a:cubicBezTo>
                  <a:pt x="8583" y="1173"/>
                  <a:pt x="8645" y="1266"/>
                  <a:pt x="8706" y="1235"/>
                </a:cubicBezTo>
                <a:cubicBezTo>
                  <a:pt x="8737" y="1204"/>
                  <a:pt x="8613" y="1204"/>
                  <a:pt x="8613" y="1204"/>
                </a:cubicBezTo>
                <a:lnTo>
                  <a:pt x="8490" y="1204"/>
                </a:lnTo>
                <a:cubicBezTo>
                  <a:pt x="8521" y="1204"/>
                  <a:pt x="8706" y="1173"/>
                  <a:pt x="8706" y="1173"/>
                </a:cubicBezTo>
                <a:cubicBezTo>
                  <a:pt x="8706" y="1143"/>
                  <a:pt x="8706" y="1111"/>
                  <a:pt x="8645" y="1143"/>
                </a:cubicBezTo>
                <a:cubicBezTo>
                  <a:pt x="8645" y="1143"/>
                  <a:pt x="8645" y="1143"/>
                  <a:pt x="8675" y="1143"/>
                </a:cubicBezTo>
                <a:cubicBezTo>
                  <a:pt x="8645" y="1143"/>
                  <a:pt x="8613" y="1143"/>
                  <a:pt x="8613" y="1173"/>
                </a:cubicBezTo>
                <a:cubicBezTo>
                  <a:pt x="8583" y="1173"/>
                  <a:pt x="8552" y="1173"/>
                  <a:pt x="8552" y="1173"/>
                </a:cubicBezTo>
                <a:cubicBezTo>
                  <a:pt x="8583" y="1173"/>
                  <a:pt x="8645" y="1143"/>
                  <a:pt x="8645" y="1143"/>
                </a:cubicBezTo>
                <a:cubicBezTo>
                  <a:pt x="8645" y="1143"/>
                  <a:pt x="8583" y="1111"/>
                  <a:pt x="8613" y="1143"/>
                </a:cubicBezTo>
                <a:cubicBezTo>
                  <a:pt x="8583" y="1143"/>
                  <a:pt x="8552" y="1143"/>
                  <a:pt x="8552" y="1143"/>
                </a:cubicBezTo>
                <a:lnTo>
                  <a:pt x="8490" y="1173"/>
                </a:lnTo>
                <a:lnTo>
                  <a:pt x="8552" y="1143"/>
                </a:lnTo>
                <a:cubicBezTo>
                  <a:pt x="8521" y="1143"/>
                  <a:pt x="8521" y="1143"/>
                  <a:pt x="8521" y="1143"/>
                </a:cubicBezTo>
                <a:cubicBezTo>
                  <a:pt x="8552" y="1111"/>
                  <a:pt x="8613" y="1143"/>
                  <a:pt x="8645" y="1111"/>
                </a:cubicBezTo>
                <a:lnTo>
                  <a:pt x="8645" y="1111"/>
                </a:lnTo>
                <a:lnTo>
                  <a:pt x="8675" y="1111"/>
                </a:lnTo>
                <a:cubicBezTo>
                  <a:pt x="8645" y="1080"/>
                  <a:pt x="8613" y="1080"/>
                  <a:pt x="8552" y="1111"/>
                </a:cubicBezTo>
                <a:lnTo>
                  <a:pt x="8552" y="1080"/>
                </a:lnTo>
                <a:cubicBezTo>
                  <a:pt x="8583" y="1080"/>
                  <a:pt x="8583" y="1080"/>
                  <a:pt x="8583" y="1080"/>
                </a:cubicBezTo>
                <a:lnTo>
                  <a:pt x="8521" y="1080"/>
                </a:lnTo>
                <a:lnTo>
                  <a:pt x="8552" y="1080"/>
                </a:lnTo>
                <a:cubicBezTo>
                  <a:pt x="8552" y="1019"/>
                  <a:pt x="8521" y="1080"/>
                  <a:pt x="8490" y="1080"/>
                </a:cubicBezTo>
                <a:cubicBezTo>
                  <a:pt x="8490" y="1080"/>
                  <a:pt x="8398" y="1111"/>
                  <a:pt x="8398" y="1080"/>
                </a:cubicBezTo>
                <a:lnTo>
                  <a:pt x="8428" y="1080"/>
                </a:lnTo>
                <a:lnTo>
                  <a:pt x="8398" y="1080"/>
                </a:lnTo>
                <a:cubicBezTo>
                  <a:pt x="8459" y="1050"/>
                  <a:pt x="8613" y="1050"/>
                  <a:pt x="8459" y="1019"/>
                </a:cubicBezTo>
                <a:cubicBezTo>
                  <a:pt x="8459" y="988"/>
                  <a:pt x="8366" y="1080"/>
                  <a:pt x="8366" y="1050"/>
                </a:cubicBezTo>
                <a:lnTo>
                  <a:pt x="8398" y="1050"/>
                </a:lnTo>
                <a:cubicBezTo>
                  <a:pt x="8398" y="1019"/>
                  <a:pt x="8336" y="1050"/>
                  <a:pt x="8336" y="1050"/>
                </a:cubicBezTo>
                <a:lnTo>
                  <a:pt x="8398" y="1019"/>
                </a:lnTo>
                <a:cubicBezTo>
                  <a:pt x="8366" y="1019"/>
                  <a:pt x="8366" y="1019"/>
                  <a:pt x="8366" y="1019"/>
                </a:cubicBezTo>
                <a:lnTo>
                  <a:pt x="8398" y="1019"/>
                </a:lnTo>
                <a:cubicBezTo>
                  <a:pt x="8398" y="1019"/>
                  <a:pt x="8336" y="1050"/>
                  <a:pt x="8305" y="1050"/>
                </a:cubicBezTo>
                <a:cubicBezTo>
                  <a:pt x="8336" y="1019"/>
                  <a:pt x="8336" y="1050"/>
                  <a:pt x="8336" y="1019"/>
                </a:cubicBezTo>
                <a:lnTo>
                  <a:pt x="8336" y="1019"/>
                </a:lnTo>
                <a:cubicBezTo>
                  <a:pt x="8336" y="1019"/>
                  <a:pt x="8398" y="1019"/>
                  <a:pt x="8398" y="988"/>
                </a:cubicBezTo>
                <a:cubicBezTo>
                  <a:pt x="8366" y="988"/>
                  <a:pt x="8366" y="988"/>
                  <a:pt x="8336" y="1019"/>
                </a:cubicBezTo>
                <a:lnTo>
                  <a:pt x="8366" y="988"/>
                </a:lnTo>
                <a:cubicBezTo>
                  <a:pt x="8336" y="988"/>
                  <a:pt x="8305" y="1019"/>
                  <a:pt x="8305" y="1019"/>
                </a:cubicBezTo>
                <a:cubicBezTo>
                  <a:pt x="8305" y="1019"/>
                  <a:pt x="8305" y="1019"/>
                  <a:pt x="8274" y="1019"/>
                </a:cubicBezTo>
                <a:cubicBezTo>
                  <a:pt x="8305" y="1019"/>
                  <a:pt x="8274" y="1019"/>
                  <a:pt x="8274" y="1019"/>
                </a:cubicBezTo>
                <a:cubicBezTo>
                  <a:pt x="8305" y="1019"/>
                  <a:pt x="8336" y="1019"/>
                  <a:pt x="8305" y="988"/>
                </a:cubicBezTo>
                <a:cubicBezTo>
                  <a:pt x="8305" y="988"/>
                  <a:pt x="8305" y="988"/>
                  <a:pt x="8305" y="1019"/>
                </a:cubicBezTo>
                <a:cubicBezTo>
                  <a:pt x="8305" y="988"/>
                  <a:pt x="8305" y="988"/>
                  <a:pt x="8305" y="988"/>
                </a:cubicBezTo>
                <a:cubicBezTo>
                  <a:pt x="8274" y="988"/>
                  <a:pt x="8274" y="988"/>
                  <a:pt x="8274" y="988"/>
                </a:cubicBezTo>
                <a:cubicBezTo>
                  <a:pt x="8305" y="988"/>
                  <a:pt x="8336" y="988"/>
                  <a:pt x="8366" y="988"/>
                </a:cubicBezTo>
                <a:cubicBezTo>
                  <a:pt x="8398" y="957"/>
                  <a:pt x="8336" y="957"/>
                  <a:pt x="8305" y="957"/>
                </a:cubicBezTo>
                <a:cubicBezTo>
                  <a:pt x="8305" y="988"/>
                  <a:pt x="8243" y="988"/>
                  <a:pt x="8212" y="988"/>
                </a:cubicBezTo>
                <a:cubicBezTo>
                  <a:pt x="8243" y="988"/>
                  <a:pt x="8305" y="957"/>
                  <a:pt x="8305" y="957"/>
                </a:cubicBezTo>
                <a:lnTo>
                  <a:pt x="8305" y="957"/>
                </a:lnTo>
                <a:cubicBezTo>
                  <a:pt x="8336" y="957"/>
                  <a:pt x="8336" y="957"/>
                  <a:pt x="8336" y="957"/>
                </a:cubicBezTo>
                <a:cubicBezTo>
                  <a:pt x="8336" y="896"/>
                  <a:pt x="8274" y="926"/>
                  <a:pt x="8274" y="926"/>
                </a:cubicBezTo>
                <a:lnTo>
                  <a:pt x="8243" y="896"/>
                </a:lnTo>
                <a:cubicBezTo>
                  <a:pt x="8212" y="896"/>
                  <a:pt x="8119" y="896"/>
                  <a:pt x="8119" y="926"/>
                </a:cubicBezTo>
                <a:cubicBezTo>
                  <a:pt x="8119" y="926"/>
                  <a:pt x="8119" y="957"/>
                  <a:pt x="8151" y="957"/>
                </a:cubicBezTo>
                <a:cubicBezTo>
                  <a:pt x="8119" y="957"/>
                  <a:pt x="8089" y="957"/>
                  <a:pt x="8089" y="957"/>
                </a:cubicBezTo>
                <a:lnTo>
                  <a:pt x="8089" y="957"/>
                </a:lnTo>
                <a:cubicBezTo>
                  <a:pt x="8089" y="926"/>
                  <a:pt x="8058" y="957"/>
                  <a:pt x="8089" y="957"/>
                </a:cubicBezTo>
                <a:cubicBezTo>
                  <a:pt x="8089" y="957"/>
                  <a:pt x="8089" y="988"/>
                  <a:pt x="8119" y="988"/>
                </a:cubicBezTo>
                <a:lnTo>
                  <a:pt x="8089" y="988"/>
                </a:lnTo>
                <a:cubicBezTo>
                  <a:pt x="8089" y="957"/>
                  <a:pt x="8058" y="926"/>
                  <a:pt x="8058" y="957"/>
                </a:cubicBezTo>
                <a:lnTo>
                  <a:pt x="8058" y="988"/>
                </a:lnTo>
                <a:lnTo>
                  <a:pt x="8027" y="988"/>
                </a:lnTo>
                <a:lnTo>
                  <a:pt x="8058" y="957"/>
                </a:lnTo>
                <a:lnTo>
                  <a:pt x="8058" y="926"/>
                </a:lnTo>
                <a:lnTo>
                  <a:pt x="8027" y="957"/>
                </a:lnTo>
                <a:lnTo>
                  <a:pt x="8027" y="957"/>
                </a:lnTo>
                <a:lnTo>
                  <a:pt x="8027" y="926"/>
                </a:lnTo>
                <a:lnTo>
                  <a:pt x="8027" y="926"/>
                </a:lnTo>
                <a:cubicBezTo>
                  <a:pt x="8027" y="926"/>
                  <a:pt x="7996" y="926"/>
                  <a:pt x="7996" y="957"/>
                </a:cubicBezTo>
                <a:lnTo>
                  <a:pt x="7996" y="957"/>
                </a:lnTo>
                <a:lnTo>
                  <a:pt x="7996" y="957"/>
                </a:lnTo>
                <a:lnTo>
                  <a:pt x="7965" y="957"/>
                </a:lnTo>
                <a:cubicBezTo>
                  <a:pt x="7965" y="957"/>
                  <a:pt x="7935" y="988"/>
                  <a:pt x="7904" y="988"/>
                </a:cubicBezTo>
                <a:lnTo>
                  <a:pt x="7935" y="957"/>
                </a:lnTo>
                <a:cubicBezTo>
                  <a:pt x="7904" y="957"/>
                  <a:pt x="7904" y="957"/>
                  <a:pt x="7904" y="957"/>
                </a:cubicBezTo>
                <a:lnTo>
                  <a:pt x="7935" y="957"/>
                </a:lnTo>
                <a:lnTo>
                  <a:pt x="7935" y="957"/>
                </a:lnTo>
                <a:lnTo>
                  <a:pt x="7965" y="926"/>
                </a:lnTo>
                <a:cubicBezTo>
                  <a:pt x="7965" y="926"/>
                  <a:pt x="7935" y="957"/>
                  <a:pt x="7904" y="957"/>
                </a:cubicBezTo>
                <a:lnTo>
                  <a:pt x="8027" y="896"/>
                </a:lnTo>
                <a:cubicBezTo>
                  <a:pt x="7996" y="896"/>
                  <a:pt x="8027" y="896"/>
                  <a:pt x="8027" y="864"/>
                </a:cubicBezTo>
                <a:lnTo>
                  <a:pt x="7996" y="864"/>
                </a:lnTo>
                <a:cubicBezTo>
                  <a:pt x="7996" y="833"/>
                  <a:pt x="8027" y="833"/>
                  <a:pt x="7996" y="833"/>
                </a:cubicBezTo>
                <a:cubicBezTo>
                  <a:pt x="7965" y="833"/>
                  <a:pt x="7872" y="803"/>
                  <a:pt x="7842" y="833"/>
                </a:cubicBezTo>
                <a:lnTo>
                  <a:pt x="7842" y="833"/>
                </a:lnTo>
                <a:lnTo>
                  <a:pt x="7842" y="864"/>
                </a:lnTo>
                <a:cubicBezTo>
                  <a:pt x="7842" y="833"/>
                  <a:pt x="7749" y="833"/>
                  <a:pt x="7780" y="864"/>
                </a:cubicBezTo>
                <a:cubicBezTo>
                  <a:pt x="7749" y="864"/>
                  <a:pt x="7749" y="833"/>
                  <a:pt x="7718" y="864"/>
                </a:cubicBezTo>
                <a:cubicBezTo>
                  <a:pt x="7718" y="864"/>
                  <a:pt x="7811" y="864"/>
                  <a:pt x="7811" y="896"/>
                </a:cubicBezTo>
                <a:cubicBezTo>
                  <a:pt x="7780" y="896"/>
                  <a:pt x="7718" y="864"/>
                  <a:pt x="7688" y="896"/>
                </a:cubicBezTo>
                <a:cubicBezTo>
                  <a:pt x="7688" y="896"/>
                  <a:pt x="7688" y="896"/>
                  <a:pt x="7718" y="896"/>
                </a:cubicBezTo>
                <a:cubicBezTo>
                  <a:pt x="7688" y="896"/>
                  <a:pt x="7688" y="896"/>
                  <a:pt x="7688" y="896"/>
                </a:cubicBezTo>
                <a:cubicBezTo>
                  <a:pt x="7657" y="896"/>
                  <a:pt x="7625" y="926"/>
                  <a:pt x="7657" y="926"/>
                </a:cubicBezTo>
                <a:cubicBezTo>
                  <a:pt x="7625" y="926"/>
                  <a:pt x="7657" y="926"/>
                  <a:pt x="7657" y="926"/>
                </a:cubicBezTo>
                <a:lnTo>
                  <a:pt x="7688" y="926"/>
                </a:lnTo>
                <a:cubicBezTo>
                  <a:pt x="7688" y="926"/>
                  <a:pt x="7657" y="926"/>
                  <a:pt x="7688" y="926"/>
                </a:cubicBezTo>
                <a:cubicBezTo>
                  <a:pt x="7688" y="957"/>
                  <a:pt x="7657" y="957"/>
                  <a:pt x="7657" y="957"/>
                </a:cubicBezTo>
                <a:lnTo>
                  <a:pt x="7688" y="988"/>
                </a:lnTo>
                <a:cubicBezTo>
                  <a:pt x="7657" y="988"/>
                  <a:pt x="7657" y="957"/>
                  <a:pt x="7625" y="957"/>
                </a:cubicBezTo>
                <a:cubicBezTo>
                  <a:pt x="7625" y="957"/>
                  <a:pt x="7595" y="988"/>
                  <a:pt x="7595" y="957"/>
                </a:cubicBezTo>
                <a:lnTo>
                  <a:pt x="7564" y="988"/>
                </a:lnTo>
                <a:cubicBezTo>
                  <a:pt x="7564" y="988"/>
                  <a:pt x="7595" y="988"/>
                  <a:pt x="7564" y="988"/>
                </a:cubicBezTo>
                <a:cubicBezTo>
                  <a:pt x="7595" y="988"/>
                  <a:pt x="7625" y="1019"/>
                  <a:pt x="7625" y="988"/>
                </a:cubicBezTo>
                <a:cubicBezTo>
                  <a:pt x="7625" y="1019"/>
                  <a:pt x="7564" y="1080"/>
                  <a:pt x="7564" y="1080"/>
                </a:cubicBezTo>
                <a:cubicBezTo>
                  <a:pt x="7564" y="1050"/>
                  <a:pt x="7564" y="1050"/>
                  <a:pt x="7564" y="1050"/>
                </a:cubicBezTo>
                <a:cubicBezTo>
                  <a:pt x="7564" y="1050"/>
                  <a:pt x="7595" y="1050"/>
                  <a:pt x="7564" y="1050"/>
                </a:cubicBezTo>
                <a:lnTo>
                  <a:pt x="7564" y="1050"/>
                </a:lnTo>
                <a:lnTo>
                  <a:pt x="7564" y="1050"/>
                </a:lnTo>
                <a:cubicBezTo>
                  <a:pt x="7564" y="1050"/>
                  <a:pt x="7595" y="1050"/>
                  <a:pt x="7595" y="1019"/>
                </a:cubicBezTo>
                <a:cubicBezTo>
                  <a:pt x="7595" y="1019"/>
                  <a:pt x="7502" y="988"/>
                  <a:pt x="7533" y="957"/>
                </a:cubicBezTo>
                <a:cubicBezTo>
                  <a:pt x="7564" y="957"/>
                  <a:pt x="7595" y="926"/>
                  <a:pt x="7564" y="926"/>
                </a:cubicBezTo>
                <a:cubicBezTo>
                  <a:pt x="7564" y="896"/>
                  <a:pt x="7595" y="896"/>
                  <a:pt x="7595" y="896"/>
                </a:cubicBezTo>
                <a:cubicBezTo>
                  <a:pt x="7625" y="864"/>
                  <a:pt x="7657" y="864"/>
                  <a:pt x="7688" y="833"/>
                </a:cubicBezTo>
                <a:cubicBezTo>
                  <a:pt x="7718" y="833"/>
                  <a:pt x="7780" y="833"/>
                  <a:pt x="7780" y="833"/>
                </a:cubicBezTo>
                <a:cubicBezTo>
                  <a:pt x="7749" y="803"/>
                  <a:pt x="7533" y="803"/>
                  <a:pt x="7502" y="864"/>
                </a:cubicBezTo>
                <a:lnTo>
                  <a:pt x="7502" y="864"/>
                </a:lnTo>
                <a:cubicBezTo>
                  <a:pt x="7471" y="864"/>
                  <a:pt x="7471" y="864"/>
                  <a:pt x="7471" y="864"/>
                </a:cubicBezTo>
                <a:close/>
                <a:moveTo>
                  <a:pt x="8799" y="1420"/>
                </a:moveTo>
                <a:lnTo>
                  <a:pt x="8799" y="1420"/>
                </a:lnTo>
                <a:lnTo>
                  <a:pt x="8768" y="1420"/>
                </a:lnTo>
                <a:lnTo>
                  <a:pt x="8799" y="1420"/>
                </a:lnTo>
                <a:close/>
                <a:moveTo>
                  <a:pt x="8737" y="1390"/>
                </a:moveTo>
                <a:lnTo>
                  <a:pt x="8737" y="1390"/>
                </a:lnTo>
                <a:lnTo>
                  <a:pt x="8768" y="1420"/>
                </a:lnTo>
                <a:cubicBezTo>
                  <a:pt x="8768" y="1420"/>
                  <a:pt x="8737" y="1420"/>
                  <a:pt x="8706" y="1420"/>
                </a:cubicBezTo>
                <a:cubicBezTo>
                  <a:pt x="8706" y="1420"/>
                  <a:pt x="8768" y="1420"/>
                  <a:pt x="8768" y="1390"/>
                </a:cubicBezTo>
                <a:lnTo>
                  <a:pt x="8737" y="1390"/>
                </a:lnTo>
                <a:close/>
                <a:moveTo>
                  <a:pt x="8459" y="1111"/>
                </a:moveTo>
                <a:lnTo>
                  <a:pt x="8459" y="1111"/>
                </a:lnTo>
                <a:cubicBezTo>
                  <a:pt x="8490" y="1111"/>
                  <a:pt x="8490" y="1111"/>
                  <a:pt x="8490" y="1080"/>
                </a:cubicBezTo>
                <a:cubicBezTo>
                  <a:pt x="8490" y="1111"/>
                  <a:pt x="8459" y="1143"/>
                  <a:pt x="8428" y="1143"/>
                </a:cubicBezTo>
                <a:lnTo>
                  <a:pt x="8490" y="1111"/>
                </a:lnTo>
                <a:lnTo>
                  <a:pt x="8459" y="1111"/>
                </a:lnTo>
                <a:close/>
                <a:moveTo>
                  <a:pt x="8428" y="1111"/>
                </a:moveTo>
                <a:lnTo>
                  <a:pt x="8428" y="1111"/>
                </a:lnTo>
                <a:cubicBezTo>
                  <a:pt x="8428" y="1111"/>
                  <a:pt x="8428" y="1111"/>
                  <a:pt x="8459" y="1111"/>
                </a:cubicBezTo>
                <a:cubicBezTo>
                  <a:pt x="8428" y="1111"/>
                  <a:pt x="8428" y="1111"/>
                  <a:pt x="8428" y="1111"/>
                </a:cubicBezTo>
                <a:close/>
                <a:moveTo>
                  <a:pt x="8243" y="1420"/>
                </a:moveTo>
                <a:lnTo>
                  <a:pt x="8243" y="1420"/>
                </a:lnTo>
                <a:lnTo>
                  <a:pt x="8274" y="1420"/>
                </a:lnTo>
                <a:cubicBezTo>
                  <a:pt x="8274" y="1420"/>
                  <a:pt x="8274" y="1420"/>
                  <a:pt x="8274" y="1451"/>
                </a:cubicBezTo>
                <a:lnTo>
                  <a:pt x="8274" y="1451"/>
                </a:lnTo>
                <a:cubicBezTo>
                  <a:pt x="8274" y="1451"/>
                  <a:pt x="8336" y="1451"/>
                  <a:pt x="8336" y="1481"/>
                </a:cubicBezTo>
                <a:lnTo>
                  <a:pt x="8336" y="1481"/>
                </a:lnTo>
                <a:lnTo>
                  <a:pt x="8366" y="1481"/>
                </a:lnTo>
                <a:cubicBezTo>
                  <a:pt x="8336" y="1481"/>
                  <a:pt x="8336" y="1481"/>
                  <a:pt x="8305" y="1481"/>
                </a:cubicBezTo>
                <a:lnTo>
                  <a:pt x="8366" y="1481"/>
                </a:lnTo>
                <a:lnTo>
                  <a:pt x="8305" y="1513"/>
                </a:lnTo>
                <a:lnTo>
                  <a:pt x="8243" y="1513"/>
                </a:lnTo>
                <a:lnTo>
                  <a:pt x="8243" y="1481"/>
                </a:lnTo>
                <a:cubicBezTo>
                  <a:pt x="8243" y="1513"/>
                  <a:pt x="8181" y="1544"/>
                  <a:pt x="8181" y="1544"/>
                </a:cubicBezTo>
                <a:lnTo>
                  <a:pt x="8181" y="1513"/>
                </a:lnTo>
                <a:lnTo>
                  <a:pt x="8181" y="1513"/>
                </a:lnTo>
                <a:cubicBezTo>
                  <a:pt x="8181" y="1513"/>
                  <a:pt x="8212" y="1513"/>
                  <a:pt x="8212" y="1481"/>
                </a:cubicBezTo>
                <a:cubicBezTo>
                  <a:pt x="8212" y="1481"/>
                  <a:pt x="8212" y="1481"/>
                  <a:pt x="8181" y="1481"/>
                </a:cubicBezTo>
                <a:lnTo>
                  <a:pt x="8212" y="1481"/>
                </a:lnTo>
                <a:cubicBezTo>
                  <a:pt x="8212" y="1481"/>
                  <a:pt x="8243" y="1451"/>
                  <a:pt x="8243" y="1420"/>
                </a:cubicBezTo>
                <a:close/>
                <a:moveTo>
                  <a:pt x="8151" y="957"/>
                </a:moveTo>
                <a:lnTo>
                  <a:pt x="8151" y="957"/>
                </a:lnTo>
                <a:cubicBezTo>
                  <a:pt x="8181" y="957"/>
                  <a:pt x="8181" y="957"/>
                  <a:pt x="8181" y="957"/>
                </a:cubicBezTo>
                <a:lnTo>
                  <a:pt x="8151" y="957"/>
                </a:lnTo>
                <a:close/>
                <a:moveTo>
                  <a:pt x="8119" y="1235"/>
                </a:moveTo>
                <a:cubicBezTo>
                  <a:pt x="8119" y="1235"/>
                  <a:pt x="8119" y="1266"/>
                  <a:pt x="8119" y="1235"/>
                </a:cubicBezTo>
                <a:close/>
                <a:moveTo>
                  <a:pt x="7965" y="1111"/>
                </a:moveTo>
                <a:lnTo>
                  <a:pt x="7965" y="1111"/>
                </a:lnTo>
                <a:cubicBezTo>
                  <a:pt x="7965" y="1111"/>
                  <a:pt x="7935" y="1080"/>
                  <a:pt x="7935" y="1111"/>
                </a:cubicBezTo>
                <a:lnTo>
                  <a:pt x="7935" y="1111"/>
                </a:lnTo>
                <a:lnTo>
                  <a:pt x="7935" y="1111"/>
                </a:lnTo>
                <a:cubicBezTo>
                  <a:pt x="7935" y="1080"/>
                  <a:pt x="7935" y="1080"/>
                  <a:pt x="7965" y="1111"/>
                </a:cubicBezTo>
                <a:close/>
                <a:moveTo>
                  <a:pt x="7780" y="896"/>
                </a:moveTo>
                <a:lnTo>
                  <a:pt x="7780" y="896"/>
                </a:lnTo>
                <a:cubicBezTo>
                  <a:pt x="7749" y="896"/>
                  <a:pt x="7749" y="896"/>
                  <a:pt x="7718" y="896"/>
                </a:cubicBezTo>
                <a:cubicBezTo>
                  <a:pt x="7749" y="896"/>
                  <a:pt x="7749" y="896"/>
                  <a:pt x="7780" y="896"/>
                </a:cubicBezTo>
                <a:close/>
                <a:moveTo>
                  <a:pt x="22474" y="6791"/>
                </a:moveTo>
                <a:lnTo>
                  <a:pt x="22474" y="6791"/>
                </a:lnTo>
                <a:cubicBezTo>
                  <a:pt x="22505" y="6791"/>
                  <a:pt x="22535" y="6791"/>
                  <a:pt x="22505" y="6760"/>
                </a:cubicBezTo>
                <a:lnTo>
                  <a:pt x="22505" y="6699"/>
                </a:lnTo>
                <a:lnTo>
                  <a:pt x="22535" y="6730"/>
                </a:lnTo>
                <a:cubicBezTo>
                  <a:pt x="22535" y="6760"/>
                  <a:pt x="22535" y="6791"/>
                  <a:pt x="22566" y="6791"/>
                </a:cubicBezTo>
                <a:lnTo>
                  <a:pt x="22597" y="6914"/>
                </a:lnTo>
                <a:cubicBezTo>
                  <a:pt x="22597" y="6977"/>
                  <a:pt x="22628" y="7007"/>
                  <a:pt x="22628" y="7007"/>
                </a:cubicBezTo>
                <a:cubicBezTo>
                  <a:pt x="22628" y="7007"/>
                  <a:pt x="22628" y="7007"/>
                  <a:pt x="22628" y="7038"/>
                </a:cubicBezTo>
                <a:lnTo>
                  <a:pt x="22628" y="7038"/>
                </a:lnTo>
                <a:cubicBezTo>
                  <a:pt x="22659" y="7069"/>
                  <a:pt x="22659" y="7069"/>
                  <a:pt x="22659" y="7069"/>
                </a:cubicBezTo>
                <a:lnTo>
                  <a:pt x="22721" y="7193"/>
                </a:lnTo>
                <a:cubicBezTo>
                  <a:pt x="22721" y="7224"/>
                  <a:pt x="22721" y="7224"/>
                  <a:pt x="22721" y="7254"/>
                </a:cubicBezTo>
                <a:lnTo>
                  <a:pt x="22751" y="7407"/>
                </a:lnTo>
                <a:lnTo>
                  <a:pt x="22721" y="7439"/>
                </a:lnTo>
                <a:lnTo>
                  <a:pt x="22721" y="7500"/>
                </a:lnTo>
                <a:cubicBezTo>
                  <a:pt x="22751" y="7531"/>
                  <a:pt x="22721" y="7531"/>
                  <a:pt x="22721" y="7531"/>
                </a:cubicBezTo>
                <a:cubicBezTo>
                  <a:pt x="22751" y="7562"/>
                  <a:pt x="22721" y="7686"/>
                  <a:pt x="22721" y="7654"/>
                </a:cubicBezTo>
                <a:cubicBezTo>
                  <a:pt x="22721" y="7747"/>
                  <a:pt x="22751" y="7686"/>
                  <a:pt x="22751" y="7686"/>
                </a:cubicBezTo>
                <a:cubicBezTo>
                  <a:pt x="22751" y="7716"/>
                  <a:pt x="22813" y="7778"/>
                  <a:pt x="22813" y="7747"/>
                </a:cubicBezTo>
                <a:cubicBezTo>
                  <a:pt x="22813" y="7778"/>
                  <a:pt x="22844" y="7809"/>
                  <a:pt x="22844" y="7809"/>
                </a:cubicBezTo>
                <a:lnTo>
                  <a:pt x="22875" y="7871"/>
                </a:lnTo>
                <a:lnTo>
                  <a:pt x="22906" y="7901"/>
                </a:lnTo>
                <a:cubicBezTo>
                  <a:pt x="22906" y="7901"/>
                  <a:pt x="22906" y="7901"/>
                  <a:pt x="22906" y="7933"/>
                </a:cubicBezTo>
                <a:cubicBezTo>
                  <a:pt x="22936" y="7963"/>
                  <a:pt x="22968" y="8118"/>
                  <a:pt x="22968" y="8087"/>
                </a:cubicBezTo>
                <a:cubicBezTo>
                  <a:pt x="22968" y="8087"/>
                  <a:pt x="22968" y="8148"/>
                  <a:pt x="22968" y="8179"/>
                </a:cubicBezTo>
                <a:cubicBezTo>
                  <a:pt x="22968" y="8179"/>
                  <a:pt x="22998" y="8210"/>
                  <a:pt x="23029" y="8241"/>
                </a:cubicBezTo>
                <a:cubicBezTo>
                  <a:pt x="23060" y="8272"/>
                  <a:pt x="23029" y="8303"/>
                  <a:pt x="23060" y="8334"/>
                </a:cubicBezTo>
                <a:cubicBezTo>
                  <a:pt x="23091" y="8334"/>
                  <a:pt x="23215" y="8427"/>
                  <a:pt x="23245" y="8457"/>
                </a:cubicBezTo>
                <a:lnTo>
                  <a:pt x="23307" y="8457"/>
                </a:lnTo>
                <a:lnTo>
                  <a:pt x="23307" y="8457"/>
                </a:lnTo>
                <a:cubicBezTo>
                  <a:pt x="23307" y="8457"/>
                  <a:pt x="23307" y="8457"/>
                  <a:pt x="23338" y="8457"/>
                </a:cubicBezTo>
                <a:lnTo>
                  <a:pt x="23307" y="8395"/>
                </a:lnTo>
                <a:cubicBezTo>
                  <a:pt x="23307" y="8334"/>
                  <a:pt x="23245" y="8303"/>
                  <a:pt x="23245" y="8241"/>
                </a:cubicBezTo>
                <a:cubicBezTo>
                  <a:pt x="23245" y="8210"/>
                  <a:pt x="23245" y="8148"/>
                  <a:pt x="23245" y="8148"/>
                </a:cubicBezTo>
                <a:cubicBezTo>
                  <a:pt x="23245" y="8087"/>
                  <a:pt x="23215" y="8056"/>
                  <a:pt x="23215" y="8025"/>
                </a:cubicBezTo>
                <a:cubicBezTo>
                  <a:pt x="23183" y="7994"/>
                  <a:pt x="23153" y="7963"/>
                  <a:pt x="23122" y="7933"/>
                </a:cubicBezTo>
                <a:lnTo>
                  <a:pt x="23091" y="7933"/>
                </a:lnTo>
                <a:cubicBezTo>
                  <a:pt x="23122" y="7933"/>
                  <a:pt x="22998" y="7840"/>
                  <a:pt x="22968" y="7840"/>
                </a:cubicBezTo>
                <a:cubicBezTo>
                  <a:pt x="22968" y="7840"/>
                  <a:pt x="22936" y="7747"/>
                  <a:pt x="22906" y="7686"/>
                </a:cubicBezTo>
                <a:lnTo>
                  <a:pt x="22906" y="7686"/>
                </a:lnTo>
                <a:cubicBezTo>
                  <a:pt x="22875" y="7716"/>
                  <a:pt x="22906" y="7562"/>
                  <a:pt x="22844" y="7593"/>
                </a:cubicBezTo>
                <a:cubicBezTo>
                  <a:pt x="22782" y="7624"/>
                  <a:pt x="22813" y="7500"/>
                  <a:pt x="22813" y="7500"/>
                </a:cubicBezTo>
                <a:cubicBezTo>
                  <a:pt x="22813" y="7470"/>
                  <a:pt x="22782" y="7470"/>
                  <a:pt x="22813" y="7439"/>
                </a:cubicBezTo>
                <a:cubicBezTo>
                  <a:pt x="22844" y="7407"/>
                  <a:pt x="22813" y="7377"/>
                  <a:pt x="22844" y="7346"/>
                </a:cubicBezTo>
                <a:cubicBezTo>
                  <a:pt x="22844" y="7315"/>
                  <a:pt x="22844" y="7284"/>
                  <a:pt x="22844" y="7284"/>
                </a:cubicBezTo>
                <a:cubicBezTo>
                  <a:pt x="22875" y="7254"/>
                  <a:pt x="22844" y="7224"/>
                  <a:pt x="22844" y="7193"/>
                </a:cubicBezTo>
                <a:cubicBezTo>
                  <a:pt x="22875" y="7161"/>
                  <a:pt x="22844" y="7161"/>
                  <a:pt x="22844" y="7161"/>
                </a:cubicBezTo>
                <a:cubicBezTo>
                  <a:pt x="22875" y="7131"/>
                  <a:pt x="22906" y="7131"/>
                  <a:pt x="22906" y="7131"/>
                </a:cubicBezTo>
                <a:cubicBezTo>
                  <a:pt x="22968" y="7100"/>
                  <a:pt x="22936" y="7224"/>
                  <a:pt x="22998" y="7224"/>
                </a:cubicBezTo>
                <a:cubicBezTo>
                  <a:pt x="23029" y="7224"/>
                  <a:pt x="23029" y="7224"/>
                  <a:pt x="23060" y="7224"/>
                </a:cubicBezTo>
                <a:cubicBezTo>
                  <a:pt x="23029" y="7224"/>
                  <a:pt x="23091" y="7254"/>
                  <a:pt x="23091" y="7284"/>
                </a:cubicBezTo>
                <a:cubicBezTo>
                  <a:pt x="23091" y="7284"/>
                  <a:pt x="23091" y="7284"/>
                  <a:pt x="23122" y="7284"/>
                </a:cubicBezTo>
                <a:lnTo>
                  <a:pt x="23153" y="7346"/>
                </a:lnTo>
                <a:cubicBezTo>
                  <a:pt x="23153" y="7346"/>
                  <a:pt x="23153" y="7407"/>
                  <a:pt x="23183" y="7407"/>
                </a:cubicBezTo>
                <a:cubicBezTo>
                  <a:pt x="23183" y="7439"/>
                  <a:pt x="23245" y="7470"/>
                  <a:pt x="23245" y="7439"/>
                </a:cubicBezTo>
                <a:cubicBezTo>
                  <a:pt x="23245" y="7470"/>
                  <a:pt x="23276" y="7470"/>
                  <a:pt x="23338" y="7500"/>
                </a:cubicBezTo>
                <a:lnTo>
                  <a:pt x="23338" y="7500"/>
                </a:lnTo>
                <a:cubicBezTo>
                  <a:pt x="23369" y="7500"/>
                  <a:pt x="23338" y="7531"/>
                  <a:pt x="23338" y="7531"/>
                </a:cubicBezTo>
                <a:cubicBezTo>
                  <a:pt x="23338" y="7531"/>
                  <a:pt x="23338" y="7562"/>
                  <a:pt x="23338" y="7593"/>
                </a:cubicBezTo>
                <a:cubicBezTo>
                  <a:pt x="23338" y="7624"/>
                  <a:pt x="23369" y="7654"/>
                  <a:pt x="23369" y="7654"/>
                </a:cubicBezTo>
                <a:lnTo>
                  <a:pt x="23369" y="7654"/>
                </a:lnTo>
                <a:cubicBezTo>
                  <a:pt x="23369" y="7654"/>
                  <a:pt x="23400" y="7624"/>
                  <a:pt x="23430" y="7624"/>
                </a:cubicBezTo>
                <a:cubicBezTo>
                  <a:pt x="23430" y="7593"/>
                  <a:pt x="23492" y="7593"/>
                  <a:pt x="23492" y="7562"/>
                </a:cubicBezTo>
                <a:cubicBezTo>
                  <a:pt x="23492" y="7562"/>
                  <a:pt x="23492" y="7562"/>
                  <a:pt x="23462" y="7531"/>
                </a:cubicBezTo>
                <a:lnTo>
                  <a:pt x="23462" y="7531"/>
                </a:lnTo>
                <a:lnTo>
                  <a:pt x="23462" y="7531"/>
                </a:lnTo>
                <a:cubicBezTo>
                  <a:pt x="23430" y="7500"/>
                  <a:pt x="23400" y="7470"/>
                  <a:pt x="23369" y="7439"/>
                </a:cubicBezTo>
                <a:cubicBezTo>
                  <a:pt x="23400" y="7439"/>
                  <a:pt x="23430" y="7470"/>
                  <a:pt x="23430" y="7470"/>
                </a:cubicBezTo>
                <a:cubicBezTo>
                  <a:pt x="23430" y="7470"/>
                  <a:pt x="23462" y="7500"/>
                  <a:pt x="23492" y="7500"/>
                </a:cubicBezTo>
                <a:cubicBezTo>
                  <a:pt x="23523" y="7531"/>
                  <a:pt x="23523" y="7500"/>
                  <a:pt x="23523" y="7500"/>
                </a:cubicBezTo>
                <a:cubicBezTo>
                  <a:pt x="23523" y="7531"/>
                  <a:pt x="23554" y="7500"/>
                  <a:pt x="23554" y="7439"/>
                </a:cubicBezTo>
                <a:cubicBezTo>
                  <a:pt x="23554" y="7439"/>
                  <a:pt x="23585" y="7500"/>
                  <a:pt x="23709" y="7377"/>
                </a:cubicBezTo>
                <a:lnTo>
                  <a:pt x="23739" y="7284"/>
                </a:lnTo>
                <a:lnTo>
                  <a:pt x="23770" y="7193"/>
                </a:lnTo>
                <a:lnTo>
                  <a:pt x="23739" y="7100"/>
                </a:lnTo>
                <a:lnTo>
                  <a:pt x="23709" y="7007"/>
                </a:lnTo>
                <a:lnTo>
                  <a:pt x="23646" y="6914"/>
                </a:lnTo>
                <a:cubicBezTo>
                  <a:pt x="23646" y="6914"/>
                  <a:pt x="23523" y="6791"/>
                  <a:pt x="23492" y="6760"/>
                </a:cubicBezTo>
                <a:cubicBezTo>
                  <a:pt x="23492" y="6730"/>
                  <a:pt x="23430" y="6667"/>
                  <a:pt x="23430" y="6667"/>
                </a:cubicBezTo>
                <a:cubicBezTo>
                  <a:pt x="23430" y="6667"/>
                  <a:pt x="23400" y="6637"/>
                  <a:pt x="23369" y="6637"/>
                </a:cubicBezTo>
                <a:cubicBezTo>
                  <a:pt x="23369" y="6576"/>
                  <a:pt x="23338" y="6544"/>
                  <a:pt x="23338" y="6544"/>
                </a:cubicBezTo>
                <a:cubicBezTo>
                  <a:pt x="23338" y="6513"/>
                  <a:pt x="23369" y="6483"/>
                  <a:pt x="23369" y="6452"/>
                </a:cubicBezTo>
                <a:cubicBezTo>
                  <a:pt x="23369" y="6390"/>
                  <a:pt x="23400" y="6359"/>
                  <a:pt x="23430" y="6329"/>
                </a:cubicBezTo>
                <a:cubicBezTo>
                  <a:pt x="23462" y="6329"/>
                  <a:pt x="23462" y="6297"/>
                  <a:pt x="23523" y="6297"/>
                </a:cubicBezTo>
                <a:cubicBezTo>
                  <a:pt x="23554" y="6266"/>
                  <a:pt x="23585" y="6266"/>
                  <a:pt x="23646" y="6297"/>
                </a:cubicBezTo>
                <a:lnTo>
                  <a:pt x="23677" y="6297"/>
                </a:lnTo>
                <a:cubicBezTo>
                  <a:pt x="23677" y="6297"/>
                  <a:pt x="23677" y="6329"/>
                  <a:pt x="23677" y="6359"/>
                </a:cubicBezTo>
                <a:lnTo>
                  <a:pt x="23709" y="6390"/>
                </a:lnTo>
                <a:cubicBezTo>
                  <a:pt x="23739" y="6390"/>
                  <a:pt x="23770" y="6390"/>
                  <a:pt x="23770" y="6359"/>
                </a:cubicBezTo>
                <a:cubicBezTo>
                  <a:pt x="23739" y="6329"/>
                  <a:pt x="23709" y="6329"/>
                  <a:pt x="23709" y="6297"/>
                </a:cubicBezTo>
                <a:cubicBezTo>
                  <a:pt x="23770" y="6297"/>
                  <a:pt x="23770" y="6266"/>
                  <a:pt x="23832" y="6266"/>
                </a:cubicBezTo>
                <a:lnTo>
                  <a:pt x="23832" y="6266"/>
                </a:lnTo>
                <a:lnTo>
                  <a:pt x="23832" y="6236"/>
                </a:lnTo>
                <a:lnTo>
                  <a:pt x="23832" y="6236"/>
                </a:lnTo>
                <a:lnTo>
                  <a:pt x="23863" y="6236"/>
                </a:lnTo>
                <a:lnTo>
                  <a:pt x="23863" y="6236"/>
                </a:lnTo>
                <a:lnTo>
                  <a:pt x="23863" y="6236"/>
                </a:lnTo>
                <a:lnTo>
                  <a:pt x="23863" y="6236"/>
                </a:lnTo>
                <a:cubicBezTo>
                  <a:pt x="23863" y="6236"/>
                  <a:pt x="23863" y="6236"/>
                  <a:pt x="23893" y="6236"/>
                </a:cubicBezTo>
                <a:cubicBezTo>
                  <a:pt x="23893" y="6236"/>
                  <a:pt x="23893" y="6236"/>
                  <a:pt x="23893" y="6205"/>
                </a:cubicBezTo>
                <a:cubicBezTo>
                  <a:pt x="23893" y="6205"/>
                  <a:pt x="23893" y="6205"/>
                  <a:pt x="23924" y="6205"/>
                </a:cubicBezTo>
                <a:lnTo>
                  <a:pt x="23924" y="6205"/>
                </a:lnTo>
                <a:cubicBezTo>
                  <a:pt x="23893" y="6236"/>
                  <a:pt x="24017" y="6205"/>
                  <a:pt x="23986" y="6174"/>
                </a:cubicBezTo>
                <a:cubicBezTo>
                  <a:pt x="24017" y="6205"/>
                  <a:pt x="23986" y="6174"/>
                  <a:pt x="23986" y="6174"/>
                </a:cubicBezTo>
                <a:cubicBezTo>
                  <a:pt x="23986" y="6174"/>
                  <a:pt x="23986" y="6174"/>
                  <a:pt x="24017" y="6174"/>
                </a:cubicBezTo>
                <a:cubicBezTo>
                  <a:pt x="24017" y="6174"/>
                  <a:pt x="24048" y="6205"/>
                  <a:pt x="24048" y="6174"/>
                </a:cubicBezTo>
                <a:cubicBezTo>
                  <a:pt x="24048" y="6174"/>
                  <a:pt x="24048" y="6174"/>
                  <a:pt x="24017" y="6174"/>
                </a:cubicBezTo>
                <a:cubicBezTo>
                  <a:pt x="24048" y="6143"/>
                  <a:pt x="24048" y="6143"/>
                  <a:pt x="24048" y="6143"/>
                </a:cubicBezTo>
                <a:lnTo>
                  <a:pt x="24048" y="6143"/>
                </a:lnTo>
                <a:lnTo>
                  <a:pt x="24048" y="6143"/>
                </a:lnTo>
                <a:cubicBezTo>
                  <a:pt x="24048" y="6174"/>
                  <a:pt x="24079" y="6174"/>
                  <a:pt x="24079" y="6143"/>
                </a:cubicBezTo>
                <a:cubicBezTo>
                  <a:pt x="24110" y="6143"/>
                  <a:pt x="24079" y="6143"/>
                  <a:pt x="24079" y="6143"/>
                </a:cubicBezTo>
                <a:cubicBezTo>
                  <a:pt x="24079" y="6112"/>
                  <a:pt x="24110" y="6143"/>
                  <a:pt x="24110" y="6143"/>
                </a:cubicBezTo>
                <a:lnTo>
                  <a:pt x="24110" y="6143"/>
                </a:lnTo>
                <a:lnTo>
                  <a:pt x="24110" y="6143"/>
                </a:lnTo>
                <a:cubicBezTo>
                  <a:pt x="24110" y="6143"/>
                  <a:pt x="24110" y="6112"/>
                  <a:pt x="24140" y="6112"/>
                </a:cubicBezTo>
                <a:cubicBezTo>
                  <a:pt x="24140" y="6112"/>
                  <a:pt x="24110" y="6143"/>
                  <a:pt x="24140" y="6143"/>
                </a:cubicBezTo>
                <a:cubicBezTo>
                  <a:pt x="24140" y="6143"/>
                  <a:pt x="24140" y="6143"/>
                  <a:pt x="24140" y="6112"/>
                </a:cubicBezTo>
                <a:lnTo>
                  <a:pt x="24140" y="6112"/>
                </a:lnTo>
                <a:lnTo>
                  <a:pt x="24171" y="6112"/>
                </a:lnTo>
                <a:lnTo>
                  <a:pt x="24171" y="6112"/>
                </a:lnTo>
                <a:lnTo>
                  <a:pt x="24203" y="6112"/>
                </a:lnTo>
                <a:lnTo>
                  <a:pt x="24203" y="6112"/>
                </a:lnTo>
                <a:lnTo>
                  <a:pt x="24171" y="6112"/>
                </a:lnTo>
                <a:cubicBezTo>
                  <a:pt x="24203" y="6112"/>
                  <a:pt x="24203" y="6112"/>
                  <a:pt x="24203" y="6112"/>
                </a:cubicBezTo>
                <a:lnTo>
                  <a:pt x="24233" y="6112"/>
                </a:lnTo>
                <a:cubicBezTo>
                  <a:pt x="24233" y="6112"/>
                  <a:pt x="24264" y="6112"/>
                  <a:pt x="24233" y="6112"/>
                </a:cubicBezTo>
                <a:cubicBezTo>
                  <a:pt x="24264" y="6112"/>
                  <a:pt x="24264" y="6112"/>
                  <a:pt x="24264" y="6112"/>
                </a:cubicBezTo>
                <a:lnTo>
                  <a:pt x="24264" y="6082"/>
                </a:lnTo>
                <a:cubicBezTo>
                  <a:pt x="24295" y="6112"/>
                  <a:pt x="24295" y="6050"/>
                  <a:pt x="24295" y="6050"/>
                </a:cubicBezTo>
                <a:cubicBezTo>
                  <a:pt x="24295" y="6082"/>
                  <a:pt x="24295" y="6082"/>
                  <a:pt x="24295" y="6082"/>
                </a:cubicBezTo>
                <a:lnTo>
                  <a:pt x="24295" y="6050"/>
                </a:lnTo>
                <a:lnTo>
                  <a:pt x="24295" y="6050"/>
                </a:lnTo>
                <a:cubicBezTo>
                  <a:pt x="24295" y="6050"/>
                  <a:pt x="24326" y="6050"/>
                  <a:pt x="24326" y="6019"/>
                </a:cubicBezTo>
                <a:lnTo>
                  <a:pt x="24326" y="6019"/>
                </a:lnTo>
                <a:cubicBezTo>
                  <a:pt x="24357" y="6019"/>
                  <a:pt x="24357" y="6019"/>
                  <a:pt x="24357" y="5989"/>
                </a:cubicBezTo>
                <a:cubicBezTo>
                  <a:pt x="24357" y="6019"/>
                  <a:pt x="24357" y="5989"/>
                  <a:pt x="24357" y="5989"/>
                </a:cubicBezTo>
                <a:lnTo>
                  <a:pt x="24387" y="5989"/>
                </a:lnTo>
                <a:lnTo>
                  <a:pt x="24387" y="5989"/>
                </a:lnTo>
                <a:lnTo>
                  <a:pt x="24387" y="5958"/>
                </a:lnTo>
                <a:lnTo>
                  <a:pt x="24418" y="5958"/>
                </a:lnTo>
                <a:lnTo>
                  <a:pt x="24387" y="5927"/>
                </a:lnTo>
                <a:cubicBezTo>
                  <a:pt x="24387" y="5927"/>
                  <a:pt x="24387" y="5927"/>
                  <a:pt x="24418" y="5927"/>
                </a:cubicBezTo>
                <a:lnTo>
                  <a:pt x="24387" y="5927"/>
                </a:lnTo>
                <a:cubicBezTo>
                  <a:pt x="24418" y="5927"/>
                  <a:pt x="24418" y="5927"/>
                  <a:pt x="24418" y="5896"/>
                </a:cubicBezTo>
                <a:cubicBezTo>
                  <a:pt x="24418" y="5927"/>
                  <a:pt x="24418" y="5927"/>
                  <a:pt x="24450" y="5896"/>
                </a:cubicBezTo>
                <a:lnTo>
                  <a:pt x="24450" y="5927"/>
                </a:lnTo>
                <a:lnTo>
                  <a:pt x="24480" y="5896"/>
                </a:lnTo>
                <a:cubicBezTo>
                  <a:pt x="24480" y="5896"/>
                  <a:pt x="24450" y="5896"/>
                  <a:pt x="24450" y="5865"/>
                </a:cubicBezTo>
                <a:lnTo>
                  <a:pt x="24450" y="5896"/>
                </a:lnTo>
                <a:lnTo>
                  <a:pt x="24480" y="5896"/>
                </a:lnTo>
                <a:lnTo>
                  <a:pt x="24480" y="5865"/>
                </a:lnTo>
                <a:lnTo>
                  <a:pt x="24480" y="5865"/>
                </a:lnTo>
                <a:lnTo>
                  <a:pt x="24480" y="5835"/>
                </a:lnTo>
                <a:lnTo>
                  <a:pt x="24480" y="5835"/>
                </a:lnTo>
                <a:lnTo>
                  <a:pt x="24480" y="5865"/>
                </a:lnTo>
                <a:lnTo>
                  <a:pt x="24480" y="5865"/>
                </a:lnTo>
                <a:lnTo>
                  <a:pt x="24480" y="5835"/>
                </a:lnTo>
                <a:lnTo>
                  <a:pt x="24511" y="5865"/>
                </a:lnTo>
                <a:lnTo>
                  <a:pt x="24511" y="5835"/>
                </a:lnTo>
                <a:lnTo>
                  <a:pt x="24511" y="5835"/>
                </a:lnTo>
                <a:cubicBezTo>
                  <a:pt x="24480" y="5835"/>
                  <a:pt x="24480" y="5803"/>
                  <a:pt x="24511" y="5803"/>
                </a:cubicBezTo>
                <a:lnTo>
                  <a:pt x="24511" y="5835"/>
                </a:lnTo>
                <a:cubicBezTo>
                  <a:pt x="24541" y="5835"/>
                  <a:pt x="24511" y="5835"/>
                  <a:pt x="24541" y="5835"/>
                </a:cubicBezTo>
                <a:cubicBezTo>
                  <a:pt x="24541" y="5803"/>
                  <a:pt x="24511" y="5803"/>
                  <a:pt x="24511" y="5803"/>
                </a:cubicBezTo>
                <a:cubicBezTo>
                  <a:pt x="24541" y="5803"/>
                  <a:pt x="24541" y="5803"/>
                  <a:pt x="24511" y="5772"/>
                </a:cubicBezTo>
                <a:cubicBezTo>
                  <a:pt x="24541" y="5772"/>
                  <a:pt x="24511" y="5742"/>
                  <a:pt x="24511" y="5772"/>
                </a:cubicBezTo>
                <a:lnTo>
                  <a:pt x="24480" y="5742"/>
                </a:lnTo>
                <a:cubicBezTo>
                  <a:pt x="24511" y="5742"/>
                  <a:pt x="24511" y="5772"/>
                  <a:pt x="24511" y="5742"/>
                </a:cubicBezTo>
                <a:cubicBezTo>
                  <a:pt x="24511" y="5742"/>
                  <a:pt x="24511" y="5711"/>
                  <a:pt x="24541" y="5711"/>
                </a:cubicBezTo>
                <a:cubicBezTo>
                  <a:pt x="24511" y="5711"/>
                  <a:pt x="24541" y="5711"/>
                  <a:pt x="24511" y="5711"/>
                </a:cubicBezTo>
                <a:lnTo>
                  <a:pt x="24511" y="5711"/>
                </a:lnTo>
                <a:lnTo>
                  <a:pt x="24511" y="5711"/>
                </a:lnTo>
                <a:cubicBezTo>
                  <a:pt x="24480" y="5680"/>
                  <a:pt x="24511" y="5680"/>
                  <a:pt x="24511" y="5680"/>
                </a:cubicBezTo>
                <a:lnTo>
                  <a:pt x="24511" y="5680"/>
                </a:lnTo>
                <a:lnTo>
                  <a:pt x="24511" y="5680"/>
                </a:lnTo>
                <a:lnTo>
                  <a:pt x="24541" y="5680"/>
                </a:lnTo>
                <a:lnTo>
                  <a:pt x="24511" y="5711"/>
                </a:lnTo>
                <a:cubicBezTo>
                  <a:pt x="24541" y="5711"/>
                  <a:pt x="24572" y="5680"/>
                  <a:pt x="24541" y="5649"/>
                </a:cubicBezTo>
                <a:lnTo>
                  <a:pt x="24541" y="5649"/>
                </a:lnTo>
                <a:lnTo>
                  <a:pt x="24541" y="5649"/>
                </a:lnTo>
                <a:cubicBezTo>
                  <a:pt x="24572" y="5649"/>
                  <a:pt x="24572" y="5618"/>
                  <a:pt x="24572" y="5618"/>
                </a:cubicBezTo>
                <a:cubicBezTo>
                  <a:pt x="24572" y="5618"/>
                  <a:pt x="24572" y="5588"/>
                  <a:pt x="24572" y="5556"/>
                </a:cubicBezTo>
                <a:cubicBezTo>
                  <a:pt x="24604" y="5588"/>
                  <a:pt x="24541" y="5526"/>
                  <a:pt x="24541" y="5526"/>
                </a:cubicBezTo>
                <a:cubicBezTo>
                  <a:pt x="24541" y="5526"/>
                  <a:pt x="24572" y="5556"/>
                  <a:pt x="24604" y="5526"/>
                </a:cubicBezTo>
                <a:lnTo>
                  <a:pt x="24604" y="5495"/>
                </a:lnTo>
                <a:lnTo>
                  <a:pt x="24604" y="5495"/>
                </a:lnTo>
                <a:lnTo>
                  <a:pt x="24634" y="5526"/>
                </a:lnTo>
                <a:cubicBezTo>
                  <a:pt x="24634" y="5495"/>
                  <a:pt x="24634" y="5526"/>
                  <a:pt x="24634" y="5526"/>
                </a:cubicBezTo>
                <a:cubicBezTo>
                  <a:pt x="24665" y="5495"/>
                  <a:pt x="24604" y="5464"/>
                  <a:pt x="24604" y="5464"/>
                </a:cubicBezTo>
                <a:cubicBezTo>
                  <a:pt x="24665" y="5464"/>
                  <a:pt x="24604" y="5433"/>
                  <a:pt x="24604" y="5433"/>
                </a:cubicBezTo>
                <a:lnTo>
                  <a:pt x="24634" y="5433"/>
                </a:lnTo>
                <a:cubicBezTo>
                  <a:pt x="24634" y="5433"/>
                  <a:pt x="24634" y="5433"/>
                  <a:pt x="24604" y="5433"/>
                </a:cubicBezTo>
                <a:lnTo>
                  <a:pt x="24604" y="5402"/>
                </a:lnTo>
                <a:lnTo>
                  <a:pt x="24604" y="5402"/>
                </a:lnTo>
                <a:lnTo>
                  <a:pt x="24634" y="5402"/>
                </a:lnTo>
                <a:lnTo>
                  <a:pt x="24634" y="5402"/>
                </a:lnTo>
                <a:cubicBezTo>
                  <a:pt x="24634" y="5402"/>
                  <a:pt x="24665" y="5402"/>
                  <a:pt x="24634" y="5402"/>
                </a:cubicBezTo>
                <a:cubicBezTo>
                  <a:pt x="24634" y="5402"/>
                  <a:pt x="24634" y="5341"/>
                  <a:pt x="24634" y="5371"/>
                </a:cubicBezTo>
                <a:cubicBezTo>
                  <a:pt x="24604" y="5371"/>
                  <a:pt x="24604" y="5402"/>
                  <a:pt x="24604" y="5371"/>
                </a:cubicBezTo>
                <a:lnTo>
                  <a:pt x="24634" y="5341"/>
                </a:lnTo>
                <a:lnTo>
                  <a:pt x="24572" y="5309"/>
                </a:lnTo>
                <a:cubicBezTo>
                  <a:pt x="24541" y="5279"/>
                  <a:pt x="24511" y="5309"/>
                  <a:pt x="24511" y="5309"/>
                </a:cubicBezTo>
                <a:lnTo>
                  <a:pt x="24480" y="5309"/>
                </a:lnTo>
                <a:lnTo>
                  <a:pt x="24480" y="5279"/>
                </a:lnTo>
                <a:cubicBezTo>
                  <a:pt x="24450" y="5309"/>
                  <a:pt x="24450" y="5309"/>
                  <a:pt x="24450" y="5309"/>
                </a:cubicBezTo>
                <a:cubicBezTo>
                  <a:pt x="24450" y="5279"/>
                  <a:pt x="24450" y="5279"/>
                  <a:pt x="24480" y="5279"/>
                </a:cubicBezTo>
                <a:lnTo>
                  <a:pt x="24480" y="5279"/>
                </a:lnTo>
                <a:lnTo>
                  <a:pt x="24480" y="5279"/>
                </a:lnTo>
                <a:lnTo>
                  <a:pt x="24511" y="5279"/>
                </a:lnTo>
                <a:cubicBezTo>
                  <a:pt x="24480" y="5279"/>
                  <a:pt x="24604" y="5217"/>
                  <a:pt x="24572" y="5217"/>
                </a:cubicBezTo>
                <a:cubicBezTo>
                  <a:pt x="24604" y="5155"/>
                  <a:pt x="24450" y="5155"/>
                  <a:pt x="24450" y="5124"/>
                </a:cubicBezTo>
                <a:cubicBezTo>
                  <a:pt x="24418" y="5094"/>
                  <a:pt x="24418" y="5124"/>
                  <a:pt x="24387" y="5124"/>
                </a:cubicBezTo>
                <a:cubicBezTo>
                  <a:pt x="24357" y="5124"/>
                  <a:pt x="24357" y="5094"/>
                  <a:pt x="24326" y="5094"/>
                </a:cubicBezTo>
                <a:lnTo>
                  <a:pt x="24326" y="5062"/>
                </a:lnTo>
                <a:cubicBezTo>
                  <a:pt x="24357" y="5062"/>
                  <a:pt x="24357" y="5094"/>
                  <a:pt x="24357" y="5094"/>
                </a:cubicBezTo>
                <a:cubicBezTo>
                  <a:pt x="24387" y="5124"/>
                  <a:pt x="24387" y="5094"/>
                  <a:pt x="24418" y="5094"/>
                </a:cubicBezTo>
                <a:cubicBezTo>
                  <a:pt x="24450" y="5094"/>
                  <a:pt x="24450" y="5124"/>
                  <a:pt x="24480" y="5124"/>
                </a:cubicBezTo>
                <a:cubicBezTo>
                  <a:pt x="24511" y="5124"/>
                  <a:pt x="24541" y="5155"/>
                  <a:pt x="24541" y="5124"/>
                </a:cubicBezTo>
                <a:cubicBezTo>
                  <a:pt x="24572" y="5124"/>
                  <a:pt x="24480" y="5062"/>
                  <a:pt x="24450" y="5062"/>
                </a:cubicBezTo>
                <a:cubicBezTo>
                  <a:pt x="24418" y="5032"/>
                  <a:pt x="24418" y="5001"/>
                  <a:pt x="24387" y="4970"/>
                </a:cubicBezTo>
                <a:cubicBezTo>
                  <a:pt x="24387" y="4939"/>
                  <a:pt x="24326" y="4878"/>
                  <a:pt x="24295" y="4847"/>
                </a:cubicBezTo>
                <a:cubicBezTo>
                  <a:pt x="24295" y="4815"/>
                  <a:pt x="24203" y="4815"/>
                  <a:pt x="24203" y="4815"/>
                </a:cubicBezTo>
                <a:cubicBezTo>
                  <a:pt x="24171" y="4785"/>
                  <a:pt x="24171" y="4754"/>
                  <a:pt x="24203" y="4723"/>
                </a:cubicBezTo>
                <a:lnTo>
                  <a:pt x="24203" y="4692"/>
                </a:lnTo>
                <a:lnTo>
                  <a:pt x="24233" y="4692"/>
                </a:lnTo>
                <a:lnTo>
                  <a:pt x="24203" y="4692"/>
                </a:lnTo>
                <a:lnTo>
                  <a:pt x="24233" y="4661"/>
                </a:lnTo>
                <a:lnTo>
                  <a:pt x="24233" y="4661"/>
                </a:lnTo>
                <a:cubicBezTo>
                  <a:pt x="24264" y="4661"/>
                  <a:pt x="24264" y="4661"/>
                  <a:pt x="24264" y="4631"/>
                </a:cubicBezTo>
                <a:lnTo>
                  <a:pt x="24264" y="4600"/>
                </a:lnTo>
                <a:cubicBezTo>
                  <a:pt x="24264" y="4631"/>
                  <a:pt x="24264" y="4631"/>
                  <a:pt x="24264" y="4631"/>
                </a:cubicBezTo>
                <a:cubicBezTo>
                  <a:pt x="24295" y="4631"/>
                  <a:pt x="24264" y="4600"/>
                  <a:pt x="24264" y="4600"/>
                </a:cubicBezTo>
                <a:lnTo>
                  <a:pt x="24264" y="4600"/>
                </a:lnTo>
                <a:lnTo>
                  <a:pt x="24264" y="4600"/>
                </a:lnTo>
                <a:lnTo>
                  <a:pt x="24295" y="4600"/>
                </a:lnTo>
                <a:cubicBezTo>
                  <a:pt x="24295" y="4600"/>
                  <a:pt x="24326" y="4600"/>
                  <a:pt x="24326" y="4568"/>
                </a:cubicBezTo>
                <a:lnTo>
                  <a:pt x="24326" y="4568"/>
                </a:lnTo>
                <a:lnTo>
                  <a:pt x="24326" y="4568"/>
                </a:lnTo>
                <a:cubicBezTo>
                  <a:pt x="24326" y="4568"/>
                  <a:pt x="24326" y="4568"/>
                  <a:pt x="24357" y="4568"/>
                </a:cubicBezTo>
                <a:lnTo>
                  <a:pt x="24387" y="4568"/>
                </a:lnTo>
                <a:lnTo>
                  <a:pt x="24387" y="4568"/>
                </a:lnTo>
                <a:lnTo>
                  <a:pt x="24387" y="4568"/>
                </a:lnTo>
                <a:cubicBezTo>
                  <a:pt x="24387" y="4568"/>
                  <a:pt x="24387" y="4538"/>
                  <a:pt x="24387" y="4507"/>
                </a:cubicBezTo>
                <a:cubicBezTo>
                  <a:pt x="24387" y="4476"/>
                  <a:pt x="24387" y="4507"/>
                  <a:pt x="24357" y="4476"/>
                </a:cubicBezTo>
                <a:cubicBezTo>
                  <a:pt x="24326" y="4476"/>
                  <a:pt x="24326" y="4476"/>
                  <a:pt x="24295" y="4476"/>
                </a:cubicBezTo>
                <a:cubicBezTo>
                  <a:pt x="24264" y="4476"/>
                  <a:pt x="24264" y="4476"/>
                  <a:pt x="24233" y="4476"/>
                </a:cubicBezTo>
                <a:cubicBezTo>
                  <a:pt x="24233" y="4476"/>
                  <a:pt x="24203" y="4445"/>
                  <a:pt x="24171" y="4445"/>
                </a:cubicBezTo>
                <a:cubicBezTo>
                  <a:pt x="24171" y="4476"/>
                  <a:pt x="24140" y="4476"/>
                  <a:pt x="24140" y="4507"/>
                </a:cubicBezTo>
                <a:lnTo>
                  <a:pt x="24110" y="4538"/>
                </a:lnTo>
                <a:cubicBezTo>
                  <a:pt x="24079" y="4538"/>
                  <a:pt x="24079" y="4538"/>
                  <a:pt x="24048" y="4538"/>
                </a:cubicBezTo>
                <a:cubicBezTo>
                  <a:pt x="24079" y="4538"/>
                  <a:pt x="24017" y="4384"/>
                  <a:pt x="23986" y="4414"/>
                </a:cubicBezTo>
                <a:cubicBezTo>
                  <a:pt x="23986" y="4414"/>
                  <a:pt x="23893" y="4445"/>
                  <a:pt x="23863" y="4384"/>
                </a:cubicBezTo>
                <a:lnTo>
                  <a:pt x="23893" y="4321"/>
                </a:lnTo>
                <a:cubicBezTo>
                  <a:pt x="23924" y="4291"/>
                  <a:pt x="23986" y="4321"/>
                  <a:pt x="23986" y="4321"/>
                </a:cubicBezTo>
                <a:lnTo>
                  <a:pt x="23986" y="4260"/>
                </a:lnTo>
                <a:cubicBezTo>
                  <a:pt x="23986" y="4230"/>
                  <a:pt x="24017" y="4230"/>
                  <a:pt x="24048" y="4198"/>
                </a:cubicBezTo>
                <a:cubicBezTo>
                  <a:pt x="24079" y="4198"/>
                  <a:pt x="24079" y="4137"/>
                  <a:pt x="24079" y="4137"/>
                </a:cubicBezTo>
                <a:cubicBezTo>
                  <a:pt x="24048" y="4106"/>
                  <a:pt x="24140" y="4137"/>
                  <a:pt x="24171" y="4137"/>
                </a:cubicBezTo>
                <a:cubicBezTo>
                  <a:pt x="24203" y="4167"/>
                  <a:pt x="24233" y="4198"/>
                  <a:pt x="24203" y="4198"/>
                </a:cubicBezTo>
                <a:cubicBezTo>
                  <a:pt x="24203" y="4198"/>
                  <a:pt x="24171" y="4230"/>
                  <a:pt x="24171" y="4260"/>
                </a:cubicBezTo>
                <a:lnTo>
                  <a:pt x="24233" y="4291"/>
                </a:lnTo>
                <a:cubicBezTo>
                  <a:pt x="24233" y="4291"/>
                  <a:pt x="24233" y="4321"/>
                  <a:pt x="24203" y="4321"/>
                </a:cubicBezTo>
                <a:cubicBezTo>
                  <a:pt x="24233" y="4321"/>
                  <a:pt x="24171" y="4353"/>
                  <a:pt x="24171" y="4353"/>
                </a:cubicBezTo>
                <a:lnTo>
                  <a:pt x="24203" y="4353"/>
                </a:lnTo>
                <a:cubicBezTo>
                  <a:pt x="24203" y="4353"/>
                  <a:pt x="24233" y="4353"/>
                  <a:pt x="24233" y="4321"/>
                </a:cubicBezTo>
                <a:cubicBezTo>
                  <a:pt x="24264" y="4321"/>
                  <a:pt x="24264" y="4291"/>
                  <a:pt x="24295" y="4291"/>
                </a:cubicBezTo>
                <a:lnTo>
                  <a:pt x="24357" y="4260"/>
                </a:lnTo>
                <a:lnTo>
                  <a:pt x="24387" y="4260"/>
                </a:lnTo>
                <a:lnTo>
                  <a:pt x="24418" y="4230"/>
                </a:lnTo>
                <a:cubicBezTo>
                  <a:pt x="24418" y="4230"/>
                  <a:pt x="24450" y="4230"/>
                  <a:pt x="24480" y="4230"/>
                </a:cubicBezTo>
                <a:cubicBezTo>
                  <a:pt x="24480" y="4260"/>
                  <a:pt x="24511" y="4260"/>
                  <a:pt x="24541" y="4260"/>
                </a:cubicBezTo>
                <a:cubicBezTo>
                  <a:pt x="24541" y="4260"/>
                  <a:pt x="24541" y="4260"/>
                  <a:pt x="24541" y="4291"/>
                </a:cubicBezTo>
                <a:cubicBezTo>
                  <a:pt x="24541" y="4291"/>
                  <a:pt x="24541" y="4291"/>
                  <a:pt x="24541" y="4260"/>
                </a:cubicBezTo>
                <a:cubicBezTo>
                  <a:pt x="24541" y="4291"/>
                  <a:pt x="24541" y="4291"/>
                  <a:pt x="24541" y="4291"/>
                </a:cubicBezTo>
                <a:lnTo>
                  <a:pt x="24541" y="4321"/>
                </a:lnTo>
                <a:lnTo>
                  <a:pt x="24572" y="4353"/>
                </a:lnTo>
                <a:lnTo>
                  <a:pt x="24604" y="4353"/>
                </a:lnTo>
                <a:cubicBezTo>
                  <a:pt x="24604" y="4384"/>
                  <a:pt x="24604" y="4384"/>
                  <a:pt x="24604" y="4384"/>
                </a:cubicBezTo>
                <a:lnTo>
                  <a:pt x="24604" y="4384"/>
                </a:lnTo>
                <a:lnTo>
                  <a:pt x="24604" y="4384"/>
                </a:lnTo>
                <a:cubicBezTo>
                  <a:pt x="24572" y="4384"/>
                  <a:pt x="24572" y="4384"/>
                  <a:pt x="24572" y="4384"/>
                </a:cubicBezTo>
                <a:cubicBezTo>
                  <a:pt x="24604" y="4414"/>
                  <a:pt x="24572" y="4445"/>
                  <a:pt x="24634" y="4414"/>
                </a:cubicBezTo>
                <a:cubicBezTo>
                  <a:pt x="24634" y="4414"/>
                  <a:pt x="24697" y="4445"/>
                  <a:pt x="24727" y="4445"/>
                </a:cubicBezTo>
                <a:cubicBezTo>
                  <a:pt x="24727" y="4445"/>
                  <a:pt x="24758" y="4507"/>
                  <a:pt x="24788" y="4507"/>
                </a:cubicBezTo>
                <a:cubicBezTo>
                  <a:pt x="24788" y="4507"/>
                  <a:pt x="24820" y="4538"/>
                  <a:pt x="24820" y="4568"/>
                </a:cubicBezTo>
                <a:lnTo>
                  <a:pt x="24820" y="4568"/>
                </a:lnTo>
                <a:lnTo>
                  <a:pt x="24788" y="4568"/>
                </a:lnTo>
                <a:lnTo>
                  <a:pt x="24788" y="4568"/>
                </a:lnTo>
                <a:lnTo>
                  <a:pt x="24758" y="4568"/>
                </a:lnTo>
                <a:lnTo>
                  <a:pt x="24758" y="4568"/>
                </a:lnTo>
                <a:lnTo>
                  <a:pt x="24788" y="4600"/>
                </a:lnTo>
                <a:lnTo>
                  <a:pt x="24820" y="4661"/>
                </a:lnTo>
                <a:cubicBezTo>
                  <a:pt x="24820" y="4692"/>
                  <a:pt x="24820" y="4692"/>
                  <a:pt x="24820" y="4692"/>
                </a:cubicBezTo>
                <a:cubicBezTo>
                  <a:pt x="24820" y="4723"/>
                  <a:pt x="24820" y="4754"/>
                  <a:pt x="24820" y="4754"/>
                </a:cubicBezTo>
                <a:lnTo>
                  <a:pt x="24851" y="4785"/>
                </a:lnTo>
                <a:cubicBezTo>
                  <a:pt x="24851" y="4815"/>
                  <a:pt x="24851" y="4815"/>
                  <a:pt x="24851" y="4847"/>
                </a:cubicBezTo>
                <a:cubicBezTo>
                  <a:pt x="24881" y="4878"/>
                  <a:pt x="24912" y="4815"/>
                  <a:pt x="24881" y="4815"/>
                </a:cubicBezTo>
                <a:cubicBezTo>
                  <a:pt x="24912" y="4815"/>
                  <a:pt x="24944" y="4815"/>
                  <a:pt x="24944" y="4785"/>
                </a:cubicBezTo>
                <a:cubicBezTo>
                  <a:pt x="24944" y="4754"/>
                  <a:pt x="25005" y="4785"/>
                  <a:pt x="25005" y="4754"/>
                </a:cubicBezTo>
                <a:cubicBezTo>
                  <a:pt x="25005" y="4785"/>
                  <a:pt x="25035" y="4785"/>
                  <a:pt x="25035" y="4785"/>
                </a:cubicBezTo>
                <a:cubicBezTo>
                  <a:pt x="25005" y="4754"/>
                  <a:pt x="25035" y="4754"/>
                  <a:pt x="25035" y="4754"/>
                </a:cubicBezTo>
                <a:cubicBezTo>
                  <a:pt x="25035" y="4754"/>
                  <a:pt x="25067" y="4754"/>
                  <a:pt x="25067" y="4785"/>
                </a:cubicBezTo>
                <a:cubicBezTo>
                  <a:pt x="25067" y="4754"/>
                  <a:pt x="25098" y="4754"/>
                  <a:pt x="25098" y="4723"/>
                </a:cubicBezTo>
                <a:lnTo>
                  <a:pt x="25098" y="4723"/>
                </a:lnTo>
                <a:cubicBezTo>
                  <a:pt x="25128" y="4661"/>
                  <a:pt x="25067" y="4661"/>
                  <a:pt x="25067" y="4631"/>
                </a:cubicBezTo>
                <a:cubicBezTo>
                  <a:pt x="25035" y="4568"/>
                  <a:pt x="25035" y="4538"/>
                  <a:pt x="24974" y="4507"/>
                </a:cubicBezTo>
                <a:cubicBezTo>
                  <a:pt x="24944" y="4445"/>
                  <a:pt x="24881" y="4384"/>
                  <a:pt x="24820" y="4353"/>
                </a:cubicBezTo>
                <a:cubicBezTo>
                  <a:pt x="24788" y="4353"/>
                  <a:pt x="24727" y="4321"/>
                  <a:pt x="24758" y="4321"/>
                </a:cubicBezTo>
                <a:cubicBezTo>
                  <a:pt x="24758" y="4321"/>
                  <a:pt x="24697" y="4260"/>
                  <a:pt x="24727" y="4260"/>
                </a:cubicBezTo>
                <a:cubicBezTo>
                  <a:pt x="24758" y="4230"/>
                  <a:pt x="24727" y="4230"/>
                  <a:pt x="24758" y="4230"/>
                </a:cubicBezTo>
                <a:cubicBezTo>
                  <a:pt x="24758" y="4230"/>
                  <a:pt x="24820" y="4198"/>
                  <a:pt x="24788" y="4198"/>
                </a:cubicBezTo>
                <a:cubicBezTo>
                  <a:pt x="24820" y="4198"/>
                  <a:pt x="24820" y="4167"/>
                  <a:pt x="24820" y="4167"/>
                </a:cubicBezTo>
                <a:cubicBezTo>
                  <a:pt x="24820" y="4137"/>
                  <a:pt x="24851" y="4137"/>
                  <a:pt x="24851" y="4137"/>
                </a:cubicBezTo>
                <a:cubicBezTo>
                  <a:pt x="24851" y="4106"/>
                  <a:pt x="24788" y="4044"/>
                  <a:pt x="24820" y="4044"/>
                </a:cubicBezTo>
                <a:lnTo>
                  <a:pt x="24820" y="3983"/>
                </a:lnTo>
                <a:lnTo>
                  <a:pt x="24851" y="3983"/>
                </a:lnTo>
                <a:lnTo>
                  <a:pt x="24851" y="3951"/>
                </a:lnTo>
                <a:cubicBezTo>
                  <a:pt x="24851" y="3951"/>
                  <a:pt x="24851" y="3920"/>
                  <a:pt x="24881" y="3920"/>
                </a:cubicBezTo>
                <a:lnTo>
                  <a:pt x="24881" y="3951"/>
                </a:lnTo>
                <a:lnTo>
                  <a:pt x="24881" y="3951"/>
                </a:lnTo>
                <a:lnTo>
                  <a:pt x="24881" y="3951"/>
                </a:lnTo>
                <a:lnTo>
                  <a:pt x="24881" y="3983"/>
                </a:lnTo>
                <a:lnTo>
                  <a:pt x="24881" y="3983"/>
                </a:lnTo>
                <a:lnTo>
                  <a:pt x="24881" y="3983"/>
                </a:lnTo>
                <a:lnTo>
                  <a:pt x="24881" y="3983"/>
                </a:lnTo>
                <a:lnTo>
                  <a:pt x="24881" y="3983"/>
                </a:lnTo>
                <a:lnTo>
                  <a:pt x="24851" y="3983"/>
                </a:lnTo>
                <a:lnTo>
                  <a:pt x="24851" y="3983"/>
                </a:lnTo>
                <a:lnTo>
                  <a:pt x="24851" y="3983"/>
                </a:lnTo>
                <a:lnTo>
                  <a:pt x="24851" y="3983"/>
                </a:lnTo>
                <a:cubicBezTo>
                  <a:pt x="24851" y="3983"/>
                  <a:pt x="24820" y="4013"/>
                  <a:pt x="24851" y="4013"/>
                </a:cubicBezTo>
                <a:lnTo>
                  <a:pt x="24851" y="4013"/>
                </a:lnTo>
                <a:lnTo>
                  <a:pt x="24851" y="4013"/>
                </a:lnTo>
                <a:cubicBezTo>
                  <a:pt x="24851" y="4044"/>
                  <a:pt x="24881" y="4044"/>
                  <a:pt x="24881" y="4044"/>
                </a:cubicBezTo>
                <a:lnTo>
                  <a:pt x="24881" y="4044"/>
                </a:lnTo>
                <a:lnTo>
                  <a:pt x="24881" y="4044"/>
                </a:lnTo>
                <a:cubicBezTo>
                  <a:pt x="24881" y="4044"/>
                  <a:pt x="24881" y="4044"/>
                  <a:pt x="24881" y="4013"/>
                </a:cubicBezTo>
                <a:lnTo>
                  <a:pt x="24881" y="4013"/>
                </a:lnTo>
                <a:lnTo>
                  <a:pt x="24881" y="4013"/>
                </a:lnTo>
                <a:lnTo>
                  <a:pt x="24881" y="4013"/>
                </a:lnTo>
                <a:lnTo>
                  <a:pt x="24881" y="4013"/>
                </a:lnTo>
                <a:cubicBezTo>
                  <a:pt x="24851" y="4013"/>
                  <a:pt x="24851" y="4013"/>
                  <a:pt x="24851" y="4013"/>
                </a:cubicBezTo>
                <a:cubicBezTo>
                  <a:pt x="24851" y="4013"/>
                  <a:pt x="24851" y="4013"/>
                  <a:pt x="24881" y="4013"/>
                </a:cubicBezTo>
                <a:lnTo>
                  <a:pt x="24881" y="4013"/>
                </a:lnTo>
                <a:lnTo>
                  <a:pt x="24881" y="4013"/>
                </a:lnTo>
                <a:lnTo>
                  <a:pt x="24881" y="4013"/>
                </a:lnTo>
                <a:lnTo>
                  <a:pt x="24881" y="4013"/>
                </a:lnTo>
                <a:lnTo>
                  <a:pt x="24881" y="4013"/>
                </a:lnTo>
                <a:lnTo>
                  <a:pt x="24881" y="4013"/>
                </a:lnTo>
                <a:cubicBezTo>
                  <a:pt x="24881" y="4013"/>
                  <a:pt x="24881" y="4013"/>
                  <a:pt x="24912" y="4013"/>
                </a:cubicBezTo>
                <a:cubicBezTo>
                  <a:pt x="24881" y="4013"/>
                  <a:pt x="24912" y="4013"/>
                  <a:pt x="24912" y="4013"/>
                </a:cubicBezTo>
                <a:lnTo>
                  <a:pt x="24912" y="4013"/>
                </a:lnTo>
                <a:lnTo>
                  <a:pt x="24912" y="4013"/>
                </a:lnTo>
                <a:lnTo>
                  <a:pt x="24912" y="4013"/>
                </a:lnTo>
                <a:lnTo>
                  <a:pt x="24912" y="4013"/>
                </a:lnTo>
                <a:cubicBezTo>
                  <a:pt x="24912" y="4013"/>
                  <a:pt x="24912" y="3983"/>
                  <a:pt x="24912" y="4013"/>
                </a:cubicBezTo>
                <a:cubicBezTo>
                  <a:pt x="24912" y="3983"/>
                  <a:pt x="24912" y="3983"/>
                  <a:pt x="24912" y="3983"/>
                </a:cubicBezTo>
                <a:lnTo>
                  <a:pt x="24912" y="3983"/>
                </a:lnTo>
                <a:lnTo>
                  <a:pt x="24912" y="3983"/>
                </a:lnTo>
                <a:lnTo>
                  <a:pt x="24912" y="3983"/>
                </a:lnTo>
                <a:lnTo>
                  <a:pt x="24912" y="3983"/>
                </a:lnTo>
                <a:lnTo>
                  <a:pt x="24912" y="3983"/>
                </a:lnTo>
                <a:lnTo>
                  <a:pt x="24912" y="3951"/>
                </a:lnTo>
                <a:lnTo>
                  <a:pt x="24912" y="3951"/>
                </a:lnTo>
                <a:lnTo>
                  <a:pt x="24912" y="3951"/>
                </a:lnTo>
                <a:lnTo>
                  <a:pt x="24912" y="3951"/>
                </a:lnTo>
                <a:lnTo>
                  <a:pt x="24912" y="3951"/>
                </a:lnTo>
                <a:lnTo>
                  <a:pt x="24912" y="3951"/>
                </a:lnTo>
                <a:lnTo>
                  <a:pt x="24912" y="3951"/>
                </a:lnTo>
                <a:lnTo>
                  <a:pt x="24912" y="3951"/>
                </a:lnTo>
                <a:lnTo>
                  <a:pt x="24912" y="3951"/>
                </a:lnTo>
                <a:cubicBezTo>
                  <a:pt x="24912" y="3920"/>
                  <a:pt x="24912" y="3951"/>
                  <a:pt x="24912" y="3951"/>
                </a:cubicBezTo>
                <a:cubicBezTo>
                  <a:pt x="24912" y="3951"/>
                  <a:pt x="24912" y="3951"/>
                  <a:pt x="24944" y="3951"/>
                </a:cubicBezTo>
                <a:lnTo>
                  <a:pt x="24944" y="3951"/>
                </a:lnTo>
                <a:lnTo>
                  <a:pt x="24944" y="3951"/>
                </a:lnTo>
                <a:lnTo>
                  <a:pt x="24944" y="3951"/>
                </a:lnTo>
                <a:lnTo>
                  <a:pt x="24944" y="3951"/>
                </a:lnTo>
                <a:lnTo>
                  <a:pt x="24944" y="3951"/>
                </a:lnTo>
                <a:lnTo>
                  <a:pt x="24944" y="3951"/>
                </a:lnTo>
                <a:cubicBezTo>
                  <a:pt x="24944" y="3983"/>
                  <a:pt x="24944" y="3951"/>
                  <a:pt x="24944" y="3951"/>
                </a:cubicBezTo>
                <a:lnTo>
                  <a:pt x="24944" y="3951"/>
                </a:lnTo>
                <a:lnTo>
                  <a:pt x="24944" y="3951"/>
                </a:lnTo>
                <a:cubicBezTo>
                  <a:pt x="24944" y="3951"/>
                  <a:pt x="24944" y="3983"/>
                  <a:pt x="24944" y="3951"/>
                </a:cubicBezTo>
                <a:lnTo>
                  <a:pt x="24944" y="3951"/>
                </a:lnTo>
                <a:lnTo>
                  <a:pt x="24974" y="3951"/>
                </a:lnTo>
                <a:lnTo>
                  <a:pt x="24974" y="3951"/>
                </a:lnTo>
                <a:lnTo>
                  <a:pt x="24974" y="3951"/>
                </a:lnTo>
                <a:lnTo>
                  <a:pt x="24974" y="3951"/>
                </a:lnTo>
                <a:cubicBezTo>
                  <a:pt x="24974" y="3951"/>
                  <a:pt x="24974" y="3983"/>
                  <a:pt x="25005" y="3983"/>
                </a:cubicBezTo>
                <a:lnTo>
                  <a:pt x="25005" y="3983"/>
                </a:lnTo>
                <a:lnTo>
                  <a:pt x="25005" y="3983"/>
                </a:lnTo>
                <a:lnTo>
                  <a:pt x="25005" y="3983"/>
                </a:lnTo>
                <a:cubicBezTo>
                  <a:pt x="25005" y="3983"/>
                  <a:pt x="25005" y="3983"/>
                  <a:pt x="25035" y="3983"/>
                </a:cubicBezTo>
                <a:lnTo>
                  <a:pt x="25035" y="3983"/>
                </a:lnTo>
                <a:lnTo>
                  <a:pt x="25035" y="3983"/>
                </a:lnTo>
                <a:lnTo>
                  <a:pt x="25035" y="3983"/>
                </a:lnTo>
                <a:lnTo>
                  <a:pt x="25035" y="3983"/>
                </a:lnTo>
                <a:cubicBezTo>
                  <a:pt x="25035" y="4013"/>
                  <a:pt x="25035" y="4013"/>
                  <a:pt x="25035" y="4013"/>
                </a:cubicBezTo>
                <a:cubicBezTo>
                  <a:pt x="25067" y="4013"/>
                  <a:pt x="25035" y="3983"/>
                  <a:pt x="25035" y="3983"/>
                </a:cubicBezTo>
                <a:cubicBezTo>
                  <a:pt x="25067" y="3983"/>
                  <a:pt x="25067" y="4013"/>
                  <a:pt x="25067" y="4013"/>
                </a:cubicBezTo>
                <a:lnTo>
                  <a:pt x="25067" y="4013"/>
                </a:lnTo>
                <a:cubicBezTo>
                  <a:pt x="25067" y="4013"/>
                  <a:pt x="25067" y="4013"/>
                  <a:pt x="25098" y="4013"/>
                </a:cubicBezTo>
                <a:lnTo>
                  <a:pt x="25098" y="4013"/>
                </a:lnTo>
                <a:lnTo>
                  <a:pt x="25098" y="4013"/>
                </a:lnTo>
                <a:lnTo>
                  <a:pt x="25098" y="4013"/>
                </a:lnTo>
                <a:lnTo>
                  <a:pt x="25098" y="3983"/>
                </a:lnTo>
                <a:lnTo>
                  <a:pt x="25128" y="3983"/>
                </a:lnTo>
                <a:lnTo>
                  <a:pt x="25128" y="3983"/>
                </a:lnTo>
                <a:lnTo>
                  <a:pt x="25128" y="3983"/>
                </a:lnTo>
                <a:lnTo>
                  <a:pt x="25128" y="3983"/>
                </a:lnTo>
                <a:lnTo>
                  <a:pt x="25128" y="3983"/>
                </a:lnTo>
                <a:lnTo>
                  <a:pt x="25159" y="3983"/>
                </a:lnTo>
                <a:lnTo>
                  <a:pt x="25159" y="3983"/>
                </a:lnTo>
                <a:lnTo>
                  <a:pt x="25159" y="3983"/>
                </a:lnTo>
                <a:cubicBezTo>
                  <a:pt x="25159" y="3951"/>
                  <a:pt x="25159" y="3951"/>
                  <a:pt x="25159" y="3951"/>
                </a:cubicBezTo>
                <a:cubicBezTo>
                  <a:pt x="25159" y="3951"/>
                  <a:pt x="25159" y="3951"/>
                  <a:pt x="25190" y="3951"/>
                </a:cubicBezTo>
                <a:lnTo>
                  <a:pt x="25190" y="3951"/>
                </a:lnTo>
                <a:lnTo>
                  <a:pt x="25190" y="3951"/>
                </a:lnTo>
                <a:lnTo>
                  <a:pt x="25190" y="3920"/>
                </a:lnTo>
                <a:lnTo>
                  <a:pt x="25190" y="3920"/>
                </a:lnTo>
                <a:lnTo>
                  <a:pt x="25190" y="3920"/>
                </a:lnTo>
                <a:lnTo>
                  <a:pt x="25190" y="3920"/>
                </a:lnTo>
                <a:cubicBezTo>
                  <a:pt x="25221" y="3920"/>
                  <a:pt x="25221" y="3920"/>
                  <a:pt x="25221" y="3920"/>
                </a:cubicBezTo>
                <a:lnTo>
                  <a:pt x="25221" y="3920"/>
                </a:lnTo>
                <a:lnTo>
                  <a:pt x="25221" y="3920"/>
                </a:lnTo>
                <a:cubicBezTo>
                  <a:pt x="25221" y="3890"/>
                  <a:pt x="25221" y="3890"/>
                  <a:pt x="25190" y="3890"/>
                </a:cubicBezTo>
                <a:lnTo>
                  <a:pt x="25190" y="3890"/>
                </a:lnTo>
                <a:cubicBezTo>
                  <a:pt x="25221" y="3890"/>
                  <a:pt x="25221" y="3890"/>
                  <a:pt x="25221" y="3890"/>
                </a:cubicBezTo>
                <a:lnTo>
                  <a:pt x="25221" y="3890"/>
                </a:lnTo>
                <a:lnTo>
                  <a:pt x="25221" y="3890"/>
                </a:lnTo>
                <a:lnTo>
                  <a:pt x="25221" y="3890"/>
                </a:lnTo>
                <a:cubicBezTo>
                  <a:pt x="25221" y="3859"/>
                  <a:pt x="25221" y="3859"/>
                  <a:pt x="25221" y="3859"/>
                </a:cubicBezTo>
                <a:lnTo>
                  <a:pt x="25221" y="3859"/>
                </a:lnTo>
                <a:lnTo>
                  <a:pt x="25221" y="3859"/>
                </a:lnTo>
                <a:lnTo>
                  <a:pt x="25221" y="3859"/>
                </a:lnTo>
                <a:lnTo>
                  <a:pt x="25221" y="3859"/>
                </a:lnTo>
                <a:cubicBezTo>
                  <a:pt x="25221" y="3828"/>
                  <a:pt x="25221" y="3828"/>
                  <a:pt x="25221" y="3828"/>
                </a:cubicBezTo>
                <a:lnTo>
                  <a:pt x="25221" y="3828"/>
                </a:lnTo>
                <a:lnTo>
                  <a:pt x="25221" y="3828"/>
                </a:lnTo>
                <a:lnTo>
                  <a:pt x="25221" y="3828"/>
                </a:lnTo>
                <a:lnTo>
                  <a:pt x="25221" y="3828"/>
                </a:lnTo>
                <a:cubicBezTo>
                  <a:pt x="25221" y="3828"/>
                  <a:pt x="25252" y="3797"/>
                  <a:pt x="25221" y="3797"/>
                </a:cubicBezTo>
                <a:lnTo>
                  <a:pt x="25221" y="3797"/>
                </a:lnTo>
                <a:lnTo>
                  <a:pt x="25221" y="3797"/>
                </a:lnTo>
                <a:lnTo>
                  <a:pt x="25221" y="3797"/>
                </a:lnTo>
                <a:lnTo>
                  <a:pt x="25221" y="3797"/>
                </a:lnTo>
                <a:cubicBezTo>
                  <a:pt x="25221" y="3766"/>
                  <a:pt x="25221" y="3766"/>
                  <a:pt x="25221" y="3766"/>
                </a:cubicBezTo>
                <a:cubicBezTo>
                  <a:pt x="25252" y="3766"/>
                  <a:pt x="25252" y="3766"/>
                  <a:pt x="25252" y="3766"/>
                </a:cubicBezTo>
                <a:lnTo>
                  <a:pt x="25252" y="3766"/>
                </a:lnTo>
                <a:lnTo>
                  <a:pt x="25252" y="3766"/>
                </a:lnTo>
                <a:lnTo>
                  <a:pt x="25252" y="3766"/>
                </a:lnTo>
                <a:lnTo>
                  <a:pt x="25252" y="3766"/>
                </a:lnTo>
                <a:cubicBezTo>
                  <a:pt x="25252" y="3736"/>
                  <a:pt x="25252" y="3736"/>
                  <a:pt x="25252" y="3736"/>
                </a:cubicBezTo>
                <a:lnTo>
                  <a:pt x="25252" y="3736"/>
                </a:lnTo>
                <a:lnTo>
                  <a:pt x="25252" y="3704"/>
                </a:lnTo>
                <a:lnTo>
                  <a:pt x="25252" y="3704"/>
                </a:lnTo>
                <a:cubicBezTo>
                  <a:pt x="25282" y="3704"/>
                  <a:pt x="25252" y="3704"/>
                  <a:pt x="25282" y="3673"/>
                </a:cubicBezTo>
                <a:lnTo>
                  <a:pt x="25282" y="3673"/>
                </a:lnTo>
                <a:cubicBezTo>
                  <a:pt x="25282" y="3673"/>
                  <a:pt x="25282" y="3673"/>
                  <a:pt x="25282" y="3643"/>
                </a:cubicBezTo>
                <a:lnTo>
                  <a:pt x="25282" y="3643"/>
                </a:lnTo>
                <a:lnTo>
                  <a:pt x="25282" y="3643"/>
                </a:lnTo>
                <a:cubicBezTo>
                  <a:pt x="25282" y="3643"/>
                  <a:pt x="25282" y="3643"/>
                  <a:pt x="25282" y="3612"/>
                </a:cubicBezTo>
                <a:lnTo>
                  <a:pt x="25282" y="3612"/>
                </a:lnTo>
                <a:lnTo>
                  <a:pt x="25282" y="3581"/>
                </a:lnTo>
                <a:lnTo>
                  <a:pt x="25282" y="3581"/>
                </a:lnTo>
                <a:cubicBezTo>
                  <a:pt x="25282" y="3581"/>
                  <a:pt x="25282" y="3581"/>
                  <a:pt x="25282" y="3550"/>
                </a:cubicBezTo>
                <a:lnTo>
                  <a:pt x="25282" y="3550"/>
                </a:lnTo>
                <a:lnTo>
                  <a:pt x="25282" y="3550"/>
                </a:lnTo>
                <a:lnTo>
                  <a:pt x="25282" y="3550"/>
                </a:lnTo>
                <a:cubicBezTo>
                  <a:pt x="25282" y="3519"/>
                  <a:pt x="25282" y="3519"/>
                  <a:pt x="25282" y="3519"/>
                </a:cubicBezTo>
                <a:lnTo>
                  <a:pt x="25282" y="3519"/>
                </a:lnTo>
                <a:lnTo>
                  <a:pt x="25282" y="3489"/>
                </a:lnTo>
                <a:lnTo>
                  <a:pt x="25282" y="3489"/>
                </a:lnTo>
                <a:lnTo>
                  <a:pt x="25282" y="3489"/>
                </a:lnTo>
                <a:lnTo>
                  <a:pt x="25282" y="3457"/>
                </a:lnTo>
                <a:lnTo>
                  <a:pt x="25282" y="3457"/>
                </a:lnTo>
                <a:cubicBezTo>
                  <a:pt x="25282" y="3426"/>
                  <a:pt x="25282" y="3426"/>
                  <a:pt x="25282" y="3426"/>
                </a:cubicBezTo>
                <a:lnTo>
                  <a:pt x="25282" y="3426"/>
                </a:lnTo>
                <a:cubicBezTo>
                  <a:pt x="25282" y="3396"/>
                  <a:pt x="25282" y="3396"/>
                  <a:pt x="25282" y="3396"/>
                </a:cubicBezTo>
                <a:cubicBezTo>
                  <a:pt x="25282" y="3396"/>
                  <a:pt x="25282" y="3396"/>
                  <a:pt x="25314" y="3396"/>
                </a:cubicBezTo>
                <a:lnTo>
                  <a:pt x="25314" y="3396"/>
                </a:lnTo>
                <a:lnTo>
                  <a:pt x="25314" y="3396"/>
                </a:lnTo>
                <a:cubicBezTo>
                  <a:pt x="25314" y="3365"/>
                  <a:pt x="25314" y="3365"/>
                  <a:pt x="25314" y="3365"/>
                </a:cubicBezTo>
                <a:lnTo>
                  <a:pt x="25314" y="3365"/>
                </a:lnTo>
                <a:lnTo>
                  <a:pt x="25314" y="3365"/>
                </a:lnTo>
                <a:cubicBezTo>
                  <a:pt x="25314" y="3365"/>
                  <a:pt x="25314" y="3365"/>
                  <a:pt x="25282" y="3334"/>
                </a:cubicBezTo>
                <a:lnTo>
                  <a:pt x="25282" y="3334"/>
                </a:lnTo>
                <a:lnTo>
                  <a:pt x="25282" y="3334"/>
                </a:lnTo>
                <a:lnTo>
                  <a:pt x="25282" y="3303"/>
                </a:lnTo>
                <a:lnTo>
                  <a:pt x="25282" y="3303"/>
                </a:lnTo>
                <a:lnTo>
                  <a:pt x="25282" y="3303"/>
                </a:lnTo>
                <a:lnTo>
                  <a:pt x="25282" y="3303"/>
                </a:lnTo>
                <a:lnTo>
                  <a:pt x="25282" y="3303"/>
                </a:lnTo>
                <a:lnTo>
                  <a:pt x="25282" y="3303"/>
                </a:lnTo>
                <a:cubicBezTo>
                  <a:pt x="25282" y="3303"/>
                  <a:pt x="25282" y="3303"/>
                  <a:pt x="25282" y="3272"/>
                </a:cubicBezTo>
                <a:lnTo>
                  <a:pt x="25282" y="3272"/>
                </a:lnTo>
                <a:cubicBezTo>
                  <a:pt x="25252" y="3272"/>
                  <a:pt x="25252" y="3272"/>
                  <a:pt x="25252" y="3272"/>
                </a:cubicBezTo>
                <a:lnTo>
                  <a:pt x="25282" y="3272"/>
                </a:lnTo>
                <a:lnTo>
                  <a:pt x="25282" y="3272"/>
                </a:lnTo>
                <a:cubicBezTo>
                  <a:pt x="25252" y="3272"/>
                  <a:pt x="25252" y="3272"/>
                  <a:pt x="25252" y="3272"/>
                </a:cubicBezTo>
                <a:lnTo>
                  <a:pt x="25252" y="3242"/>
                </a:lnTo>
                <a:lnTo>
                  <a:pt x="25252" y="3242"/>
                </a:lnTo>
                <a:lnTo>
                  <a:pt x="25252" y="3242"/>
                </a:lnTo>
                <a:cubicBezTo>
                  <a:pt x="25221" y="3210"/>
                  <a:pt x="25221" y="3210"/>
                  <a:pt x="25221" y="3210"/>
                </a:cubicBezTo>
                <a:lnTo>
                  <a:pt x="25221" y="3210"/>
                </a:lnTo>
                <a:lnTo>
                  <a:pt x="25221" y="3210"/>
                </a:lnTo>
                <a:cubicBezTo>
                  <a:pt x="25221" y="3210"/>
                  <a:pt x="25221" y="3210"/>
                  <a:pt x="25221" y="3180"/>
                </a:cubicBezTo>
                <a:lnTo>
                  <a:pt x="25221" y="3180"/>
                </a:lnTo>
                <a:lnTo>
                  <a:pt x="25221" y="3180"/>
                </a:lnTo>
                <a:cubicBezTo>
                  <a:pt x="25221" y="3180"/>
                  <a:pt x="25221" y="3180"/>
                  <a:pt x="25190" y="3180"/>
                </a:cubicBezTo>
                <a:lnTo>
                  <a:pt x="25190" y="3149"/>
                </a:lnTo>
                <a:lnTo>
                  <a:pt x="25159" y="3149"/>
                </a:lnTo>
                <a:lnTo>
                  <a:pt x="25159" y="3149"/>
                </a:lnTo>
                <a:lnTo>
                  <a:pt x="25159" y="3118"/>
                </a:lnTo>
                <a:lnTo>
                  <a:pt x="25159" y="3118"/>
                </a:lnTo>
                <a:lnTo>
                  <a:pt x="25159" y="3118"/>
                </a:lnTo>
                <a:lnTo>
                  <a:pt x="25159" y="3087"/>
                </a:lnTo>
                <a:lnTo>
                  <a:pt x="25159" y="3087"/>
                </a:lnTo>
                <a:lnTo>
                  <a:pt x="25159" y="3087"/>
                </a:lnTo>
                <a:lnTo>
                  <a:pt x="25159" y="3087"/>
                </a:lnTo>
                <a:cubicBezTo>
                  <a:pt x="25128" y="3087"/>
                  <a:pt x="25128" y="3087"/>
                  <a:pt x="25128" y="3087"/>
                </a:cubicBezTo>
                <a:lnTo>
                  <a:pt x="25128" y="3087"/>
                </a:lnTo>
                <a:cubicBezTo>
                  <a:pt x="25128" y="3056"/>
                  <a:pt x="25128" y="3056"/>
                  <a:pt x="25128" y="3056"/>
                </a:cubicBezTo>
                <a:lnTo>
                  <a:pt x="25128" y="3056"/>
                </a:lnTo>
                <a:lnTo>
                  <a:pt x="25128" y="3056"/>
                </a:lnTo>
                <a:lnTo>
                  <a:pt x="25128" y="3056"/>
                </a:lnTo>
                <a:lnTo>
                  <a:pt x="25128" y="3056"/>
                </a:lnTo>
                <a:lnTo>
                  <a:pt x="25128" y="3056"/>
                </a:lnTo>
                <a:lnTo>
                  <a:pt x="25128" y="3056"/>
                </a:lnTo>
                <a:cubicBezTo>
                  <a:pt x="25128" y="3025"/>
                  <a:pt x="25128" y="3025"/>
                  <a:pt x="25128" y="3025"/>
                </a:cubicBezTo>
                <a:lnTo>
                  <a:pt x="25128" y="3025"/>
                </a:lnTo>
                <a:lnTo>
                  <a:pt x="25128" y="3025"/>
                </a:lnTo>
                <a:lnTo>
                  <a:pt x="25128" y="2995"/>
                </a:lnTo>
                <a:lnTo>
                  <a:pt x="25128" y="2995"/>
                </a:lnTo>
                <a:lnTo>
                  <a:pt x="25128" y="2995"/>
                </a:lnTo>
                <a:lnTo>
                  <a:pt x="25128" y="2995"/>
                </a:lnTo>
                <a:lnTo>
                  <a:pt x="25128" y="2963"/>
                </a:lnTo>
                <a:lnTo>
                  <a:pt x="25128" y="2963"/>
                </a:lnTo>
                <a:cubicBezTo>
                  <a:pt x="25128" y="2995"/>
                  <a:pt x="25128" y="2995"/>
                  <a:pt x="25128" y="2995"/>
                </a:cubicBezTo>
                <a:cubicBezTo>
                  <a:pt x="25128" y="2995"/>
                  <a:pt x="25128" y="2995"/>
                  <a:pt x="25159" y="2995"/>
                </a:cubicBezTo>
                <a:cubicBezTo>
                  <a:pt x="25159" y="2995"/>
                  <a:pt x="25159" y="2995"/>
                  <a:pt x="25159" y="3025"/>
                </a:cubicBezTo>
                <a:lnTo>
                  <a:pt x="25159" y="3025"/>
                </a:lnTo>
                <a:cubicBezTo>
                  <a:pt x="25159" y="3025"/>
                  <a:pt x="25159" y="3025"/>
                  <a:pt x="25190" y="3025"/>
                </a:cubicBezTo>
                <a:lnTo>
                  <a:pt x="25190" y="3025"/>
                </a:lnTo>
                <a:cubicBezTo>
                  <a:pt x="25190" y="3056"/>
                  <a:pt x="25190" y="3025"/>
                  <a:pt x="25190" y="3025"/>
                </a:cubicBezTo>
                <a:cubicBezTo>
                  <a:pt x="25190" y="3056"/>
                  <a:pt x="25190" y="3056"/>
                  <a:pt x="25190" y="3056"/>
                </a:cubicBezTo>
                <a:cubicBezTo>
                  <a:pt x="25221" y="3056"/>
                  <a:pt x="25221" y="3056"/>
                  <a:pt x="25221" y="3056"/>
                </a:cubicBezTo>
                <a:lnTo>
                  <a:pt x="25221" y="3056"/>
                </a:lnTo>
                <a:cubicBezTo>
                  <a:pt x="25252" y="3087"/>
                  <a:pt x="25252" y="3087"/>
                  <a:pt x="25282" y="3087"/>
                </a:cubicBezTo>
                <a:cubicBezTo>
                  <a:pt x="25282" y="3118"/>
                  <a:pt x="25282" y="3118"/>
                  <a:pt x="25282" y="3118"/>
                </a:cubicBezTo>
                <a:cubicBezTo>
                  <a:pt x="25282" y="3149"/>
                  <a:pt x="25282" y="3149"/>
                  <a:pt x="25282" y="3149"/>
                </a:cubicBezTo>
                <a:cubicBezTo>
                  <a:pt x="25314" y="3149"/>
                  <a:pt x="25314" y="3149"/>
                  <a:pt x="25314" y="3149"/>
                </a:cubicBezTo>
                <a:cubicBezTo>
                  <a:pt x="25314" y="3180"/>
                  <a:pt x="25314" y="3180"/>
                  <a:pt x="25314" y="3180"/>
                </a:cubicBezTo>
                <a:cubicBezTo>
                  <a:pt x="25345" y="3180"/>
                  <a:pt x="25345" y="3210"/>
                  <a:pt x="25345" y="3210"/>
                </a:cubicBezTo>
                <a:cubicBezTo>
                  <a:pt x="25375" y="3210"/>
                  <a:pt x="25375" y="3242"/>
                  <a:pt x="25375" y="3242"/>
                </a:cubicBezTo>
                <a:cubicBezTo>
                  <a:pt x="25375" y="3242"/>
                  <a:pt x="25375" y="3272"/>
                  <a:pt x="25406" y="3272"/>
                </a:cubicBezTo>
                <a:cubicBezTo>
                  <a:pt x="25406" y="3272"/>
                  <a:pt x="25406" y="3272"/>
                  <a:pt x="25406" y="3303"/>
                </a:cubicBezTo>
                <a:cubicBezTo>
                  <a:pt x="25406" y="3303"/>
                  <a:pt x="25406" y="3303"/>
                  <a:pt x="25437" y="3303"/>
                </a:cubicBezTo>
                <a:cubicBezTo>
                  <a:pt x="25437" y="3334"/>
                  <a:pt x="25437" y="3334"/>
                  <a:pt x="25437" y="3334"/>
                </a:cubicBezTo>
                <a:lnTo>
                  <a:pt x="25437" y="3334"/>
                </a:lnTo>
                <a:cubicBezTo>
                  <a:pt x="25437" y="3365"/>
                  <a:pt x="25437" y="3365"/>
                  <a:pt x="25437" y="3365"/>
                </a:cubicBezTo>
                <a:lnTo>
                  <a:pt x="25437" y="3365"/>
                </a:lnTo>
                <a:cubicBezTo>
                  <a:pt x="25437" y="3396"/>
                  <a:pt x="25468" y="3396"/>
                  <a:pt x="25468" y="3396"/>
                </a:cubicBezTo>
                <a:cubicBezTo>
                  <a:pt x="25468" y="3396"/>
                  <a:pt x="25468" y="3396"/>
                  <a:pt x="25499" y="3426"/>
                </a:cubicBezTo>
                <a:lnTo>
                  <a:pt x="25529" y="3457"/>
                </a:lnTo>
                <a:cubicBezTo>
                  <a:pt x="25561" y="3489"/>
                  <a:pt x="25529" y="3489"/>
                  <a:pt x="25529" y="3489"/>
                </a:cubicBezTo>
                <a:lnTo>
                  <a:pt x="25561" y="3489"/>
                </a:lnTo>
                <a:cubicBezTo>
                  <a:pt x="25561" y="3519"/>
                  <a:pt x="25561" y="3519"/>
                  <a:pt x="25561" y="3550"/>
                </a:cubicBezTo>
                <a:cubicBezTo>
                  <a:pt x="25561" y="3550"/>
                  <a:pt x="25561" y="3550"/>
                  <a:pt x="25592" y="3550"/>
                </a:cubicBezTo>
                <a:cubicBezTo>
                  <a:pt x="25592" y="3550"/>
                  <a:pt x="25592" y="3550"/>
                  <a:pt x="25592" y="3581"/>
                </a:cubicBezTo>
                <a:lnTo>
                  <a:pt x="25592" y="3581"/>
                </a:lnTo>
                <a:cubicBezTo>
                  <a:pt x="25622" y="3612"/>
                  <a:pt x="25622" y="3643"/>
                  <a:pt x="25622" y="3643"/>
                </a:cubicBezTo>
                <a:cubicBezTo>
                  <a:pt x="25622" y="3643"/>
                  <a:pt x="25653" y="3643"/>
                  <a:pt x="25653" y="3673"/>
                </a:cubicBezTo>
                <a:cubicBezTo>
                  <a:pt x="25653" y="3673"/>
                  <a:pt x="25653" y="3673"/>
                  <a:pt x="25653" y="3704"/>
                </a:cubicBezTo>
                <a:cubicBezTo>
                  <a:pt x="25683" y="3704"/>
                  <a:pt x="25683" y="3704"/>
                  <a:pt x="25683" y="3704"/>
                </a:cubicBezTo>
                <a:lnTo>
                  <a:pt x="25683" y="3704"/>
                </a:lnTo>
                <a:lnTo>
                  <a:pt x="25683" y="3704"/>
                </a:lnTo>
                <a:lnTo>
                  <a:pt x="25683" y="3704"/>
                </a:lnTo>
                <a:lnTo>
                  <a:pt x="25683" y="3673"/>
                </a:lnTo>
                <a:lnTo>
                  <a:pt x="25683" y="3673"/>
                </a:lnTo>
                <a:lnTo>
                  <a:pt x="25683" y="3643"/>
                </a:lnTo>
                <a:cubicBezTo>
                  <a:pt x="25683" y="3612"/>
                  <a:pt x="25683" y="3612"/>
                  <a:pt x="25683" y="3612"/>
                </a:cubicBezTo>
                <a:lnTo>
                  <a:pt x="25683" y="3612"/>
                </a:lnTo>
                <a:lnTo>
                  <a:pt x="25683" y="3612"/>
                </a:lnTo>
                <a:lnTo>
                  <a:pt x="25715" y="3643"/>
                </a:lnTo>
                <a:lnTo>
                  <a:pt x="25715" y="3643"/>
                </a:lnTo>
                <a:cubicBezTo>
                  <a:pt x="25746" y="3643"/>
                  <a:pt x="25746" y="3643"/>
                  <a:pt x="25746" y="3643"/>
                </a:cubicBezTo>
                <a:lnTo>
                  <a:pt x="25746" y="3643"/>
                </a:lnTo>
                <a:lnTo>
                  <a:pt x="25746" y="3643"/>
                </a:lnTo>
                <a:lnTo>
                  <a:pt x="25776" y="3643"/>
                </a:lnTo>
                <a:lnTo>
                  <a:pt x="25776" y="3643"/>
                </a:lnTo>
                <a:lnTo>
                  <a:pt x="25776" y="3673"/>
                </a:lnTo>
                <a:cubicBezTo>
                  <a:pt x="25808" y="3673"/>
                  <a:pt x="25808" y="3704"/>
                  <a:pt x="25808" y="3704"/>
                </a:cubicBezTo>
                <a:cubicBezTo>
                  <a:pt x="25808" y="3673"/>
                  <a:pt x="25808" y="3673"/>
                  <a:pt x="25808" y="3673"/>
                </a:cubicBezTo>
                <a:lnTo>
                  <a:pt x="25808" y="3673"/>
                </a:lnTo>
                <a:cubicBezTo>
                  <a:pt x="25808" y="3643"/>
                  <a:pt x="25808" y="3673"/>
                  <a:pt x="25808" y="3643"/>
                </a:cubicBezTo>
                <a:lnTo>
                  <a:pt x="25808" y="3643"/>
                </a:lnTo>
                <a:cubicBezTo>
                  <a:pt x="25776" y="3643"/>
                  <a:pt x="25776" y="3643"/>
                  <a:pt x="25776" y="3612"/>
                </a:cubicBezTo>
                <a:cubicBezTo>
                  <a:pt x="25776" y="3612"/>
                  <a:pt x="25776" y="3612"/>
                  <a:pt x="25746" y="3612"/>
                </a:cubicBezTo>
                <a:lnTo>
                  <a:pt x="25746" y="3612"/>
                </a:lnTo>
                <a:lnTo>
                  <a:pt x="25746" y="3612"/>
                </a:lnTo>
                <a:lnTo>
                  <a:pt x="25746" y="3612"/>
                </a:lnTo>
                <a:lnTo>
                  <a:pt x="25746" y="3612"/>
                </a:lnTo>
                <a:lnTo>
                  <a:pt x="25746" y="3612"/>
                </a:lnTo>
                <a:lnTo>
                  <a:pt x="25715" y="3612"/>
                </a:lnTo>
                <a:lnTo>
                  <a:pt x="25746" y="3612"/>
                </a:lnTo>
                <a:lnTo>
                  <a:pt x="25746" y="3612"/>
                </a:lnTo>
                <a:lnTo>
                  <a:pt x="25746" y="3612"/>
                </a:lnTo>
                <a:cubicBezTo>
                  <a:pt x="25715" y="3612"/>
                  <a:pt x="25715" y="3612"/>
                  <a:pt x="25715" y="3612"/>
                </a:cubicBezTo>
                <a:lnTo>
                  <a:pt x="25715" y="3612"/>
                </a:lnTo>
                <a:lnTo>
                  <a:pt x="25715" y="3612"/>
                </a:lnTo>
                <a:lnTo>
                  <a:pt x="25715" y="3612"/>
                </a:lnTo>
                <a:cubicBezTo>
                  <a:pt x="25715" y="3612"/>
                  <a:pt x="25715" y="3612"/>
                  <a:pt x="25715" y="3581"/>
                </a:cubicBezTo>
                <a:lnTo>
                  <a:pt x="25715" y="3581"/>
                </a:lnTo>
                <a:lnTo>
                  <a:pt x="25683" y="3581"/>
                </a:lnTo>
                <a:cubicBezTo>
                  <a:pt x="25683" y="3581"/>
                  <a:pt x="25683" y="3581"/>
                  <a:pt x="25683" y="3550"/>
                </a:cubicBezTo>
                <a:cubicBezTo>
                  <a:pt x="25683" y="3550"/>
                  <a:pt x="25683" y="3550"/>
                  <a:pt x="25653" y="3550"/>
                </a:cubicBezTo>
                <a:lnTo>
                  <a:pt x="25653" y="3550"/>
                </a:lnTo>
                <a:cubicBezTo>
                  <a:pt x="25653" y="3550"/>
                  <a:pt x="25622" y="3550"/>
                  <a:pt x="25622" y="3519"/>
                </a:cubicBezTo>
                <a:lnTo>
                  <a:pt x="25622" y="3519"/>
                </a:lnTo>
                <a:lnTo>
                  <a:pt x="25592" y="3489"/>
                </a:lnTo>
                <a:cubicBezTo>
                  <a:pt x="25561" y="3457"/>
                  <a:pt x="25561" y="3457"/>
                  <a:pt x="25561" y="3426"/>
                </a:cubicBezTo>
                <a:cubicBezTo>
                  <a:pt x="25561" y="3396"/>
                  <a:pt x="25561" y="3396"/>
                  <a:pt x="25529" y="3365"/>
                </a:cubicBezTo>
                <a:lnTo>
                  <a:pt x="25529" y="3365"/>
                </a:lnTo>
                <a:lnTo>
                  <a:pt x="25529" y="3334"/>
                </a:lnTo>
                <a:cubicBezTo>
                  <a:pt x="25529" y="3303"/>
                  <a:pt x="25561" y="3334"/>
                  <a:pt x="25561" y="3303"/>
                </a:cubicBezTo>
                <a:cubicBezTo>
                  <a:pt x="25561" y="3303"/>
                  <a:pt x="25561" y="3303"/>
                  <a:pt x="25529" y="3303"/>
                </a:cubicBezTo>
                <a:lnTo>
                  <a:pt x="25529" y="3303"/>
                </a:lnTo>
                <a:cubicBezTo>
                  <a:pt x="25529" y="3303"/>
                  <a:pt x="25529" y="3303"/>
                  <a:pt x="25561" y="3303"/>
                </a:cubicBezTo>
                <a:lnTo>
                  <a:pt x="25561" y="3303"/>
                </a:lnTo>
                <a:lnTo>
                  <a:pt x="25592" y="3303"/>
                </a:lnTo>
                <a:cubicBezTo>
                  <a:pt x="25592" y="3334"/>
                  <a:pt x="25592" y="3334"/>
                  <a:pt x="25592" y="3334"/>
                </a:cubicBezTo>
                <a:cubicBezTo>
                  <a:pt x="25592" y="3334"/>
                  <a:pt x="25592" y="3334"/>
                  <a:pt x="25622" y="3334"/>
                </a:cubicBezTo>
                <a:cubicBezTo>
                  <a:pt x="25622" y="3334"/>
                  <a:pt x="25653" y="3334"/>
                  <a:pt x="25653" y="3365"/>
                </a:cubicBezTo>
                <a:cubicBezTo>
                  <a:pt x="25683" y="3365"/>
                  <a:pt x="25683" y="3365"/>
                  <a:pt x="25683" y="3365"/>
                </a:cubicBezTo>
                <a:cubicBezTo>
                  <a:pt x="25715" y="3365"/>
                  <a:pt x="25715" y="3396"/>
                  <a:pt x="25715" y="3396"/>
                </a:cubicBezTo>
                <a:lnTo>
                  <a:pt x="25715" y="3396"/>
                </a:lnTo>
                <a:cubicBezTo>
                  <a:pt x="25715" y="3365"/>
                  <a:pt x="25715" y="3365"/>
                  <a:pt x="25715" y="3365"/>
                </a:cubicBezTo>
                <a:cubicBezTo>
                  <a:pt x="25683" y="3365"/>
                  <a:pt x="25683" y="3365"/>
                  <a:pt x="25683" y="3365"/>
                </a:cubicBezTo>
                <a:cubicBezTo>
                  <a:pt x="25683" y="3365"/>
                  <a:pt x="25683" y="3365"/>
                  <a:pt x="25653" y="3365"/>
                </a:cubicBezTo>
                <a:cubicBezTo>
                  <a:pt x="25653" y="3334"/>
                  <a:pt x="25653" y="3334"/>
                  <a:pt x="25622" y="3334"/>
                </a:cubicBezTo>
                <a:lnTo>
                  <a:pt x="25622" y="3303"/>
                </a:lnTo>
                <a:cubicBezTo>
                  <a:pt x="25592" y="3303"/>
                  <a:pt x="25592" y="3303"/>
                  <a:pt x="25592" y="3272"/>
                </a:cubicBezTo>
                <a:lnTo>
                  <a:pt x="25592" y="3272"/>
                </a:lnTo>
                <a:cubicBezTo>
                  <a:pt x="25561" y="3242"/>
                  <a:pt x="25529" y="3242"/>
                  <a:pt x="25529" y="3210"/>
                </a:cubicBezTo>
                <a:cubicBezTo>
                  <a:pt x="25499" y="3210"/>
                  <a:pt x="25468" y="3180"/>
                  <a:pt x="25437" y="3149"/>
                </a:cubicBezTo>
                <a:cubicBezTo>
                  <a:pt x="25437" y="3149"/>
                  <a:pt x="25437" y="3118"/>
                  <a:pt x="25406" y="3118"/>
                </a:cubicBezTo>
                <a:cubicBezTo>
                  <a:pt x="25406" y="3118"/>
                  <a:pt x="25406" y="3087"/>
                  <a:pt x="25375" y="3087"/>
                </a:cubicBezTo>
                <a:lnTo>
                  <a:pt x="25375" y="3087"/>
                </a:lnTo>
                <a:cubicBezTo>
                  <a:pt x="25406" y="3087"/>
                  <a:pt x="25375" y="3087"/>
                  <a:pt x="25375" y="3087"/>
                </a:cubicBezTo>
                <a:lnTo>
                  <a:pt x="25375" y="3087"/>
                </a:lnTo>
                <a:lnTo>
                  <a:pt x="25375" y="3087"/>
                </a:lnTo>
                <a:cubicBezTo>
                  <a:pt x="25375" y="3087"/>
                  <a:pt x="25375" y="3056"/>
                  <a:pt x="25345" y="3056"/>
                </a:cubicBezTo>
                <a:lnTo>
                  <a:pt x="25345" y="3056"/>
                </a:lnTo>
                <a:lnTo>
                  <a:pt x="25345" y="3056"/>
                </a:lnTo>
                <a:lnTo>
                  <a:pt x="25345" y="3056"/>
                </a:lnTo>
                <a:lnTo>
                  <a:pt x="25345" y="3056"/>
                </a:lnTo>
                <a:lnTo>
                  <a:pt x="25314" y="3056"/>
                </a:lnTo>
                <a:cubicBezTo>
                  <a:pt x="25314" y="3025"/>
                  <a:pt x="25314" y="3025"/>
                  <a:pt x="25314" y="3025"/>
                </a:cubicBezTo>
                <a:cubicBezTo>
                  <a:pt x="25314" y="3025"/>
                  <a:pt x="25314" y="3025"/>
                  <a:pt x="25282" y="3025"/>
                </a:cubicBezTo>
                <a:cubicBezTo>
                  <a:pt x="25282" y="3025"/>
                  <a:pt x="25282" y="3025"/>
                  <a:pt x="25282" y="2995"/>
                </a:cubicBezTo>
                <a:lnTo>
                  <a:pt x="25282" y="2995"/>
                </a:lnTo>
                <a:lnTo>
                  <a:pt x="25282" y="2995"/>
                </a:lnTo>
                <a:lnTo>
                  <a:pt x="25252" y="2963"/>
                </a:lnTo>
                <a:lnTo>
                  <a:pt x="25252" y="2963"/>
                </a:lnTo>
                <a:lnTo>
                  <a:pt x="25252" y="2933"/>
                </a:lnTo>
                <a:cubicBezTo>
                  <a:pt x="25252" y="2933"/>
                  <a:pt x="25252" y="2933"/>
                  <a:pt x="25252" y="2963"/>
                </a:cubicBezTo>
                <a:lnTo>
                  <a:pt x="25252" y="2963"/>
                </a:lnTo>
                <a:lnTo>
                  <a:pt x="25252" y="2963"/>
                </a:lnTo>
                <a:lnTo>
                  <a:pt x="25252" y="2933"/>
                </a:lnTo>
                <a:cubicBezTo>
                  <a:pt x="25221" y="2933"/>
                  <a:pt x="25221" y="2902"/>
                  <a:pt x="25221" y="2902"/>
                </a:cubicBezTo>
                <a:lnTo>
                  <a:pt x="25221" y="2902"/>
                </a:lnTo>
                <a:lnTo>
                  <a:pt x="25221" y="2902"/>
                </a:lnTo>
                <a:cubicBezTo>
                  <a:pt x="25190" y="2902"/>
                  <a:pt x="25190" y="2871"/>
                  <a:pt x="25159" y="2871"/>
                </a:cubicBezTo>
                <a:lnTo>
                  <a:pt x="25159" y="2871"/>
                </a:lnTo>
                <a:cubicBezTo>
                  <a:pt x="25159" y="2840"/>
                  <a:pt x="25159" y="2871"/>
                  <a:pt x="25159" y="2871"/>
                </a:cubicBezTo>
                <a:lnTo>
                  <a:pt x="25159" y="2871"/>
                </a:lnTo>
                <a:cubicBezTo>
                  <a:pt x="25190" y="2871"/>
                  <a:pt x="25190" y="2871"/>
                  <a:pt x="25190" y="2871"/>
                </a:cubicBezTo>
                <a:cubicBezTo>
                  <a:pt x="25190" y="2902"/>
                  <a:pt x="25221" y="2902"/>
                  <a:pt x="25221" y="2902"/>
                </a:cubicBezTo>
                <a:cubicBezTo>
                  <a:pt x="25221" y="2902"/>
                  <a:pt x="25221" y="2902"/>
                  <a:pt x="25190" y="2902"/>
                </a:cubicBezTo>
                <a:cubicBezTo>
                  <a:pt x="25190" y="2871"/>
                  <a:pt x="25190" y="2871"/>
                  <a:pt x="25190" y="2871"/>
                </a:cubicBezTo>
                <a:cubicBezTo>
                  <a:pt x="25159" y="2871"/>
                  <a:pt x="25159" y="2871"/>
                  <a:pt x="25159" y="2840"/>
                </a:cubicBezTo>
                <a:lnTo>
                  <a:pt x="25159" y="2840"/>
                </a:lnTo>
                <a:lnTo>
                  <a:pt x="25159" y="2840"/>
                </a:lnTo>
                <a:lnTo>
                  <a:pt x="25159" y="2840"/>
                </a:lnTo>
                <a:cubicBezTo>
                  <a:pt x="25128" y="2840"/>
                  <a:pt x="25159" y="2840"/>
                  <a:pt x="25159" y="2840"/>
                </a:cubicBezTo>
                <a:cubicBezTo>
                  <a:pt x="25128" y="2840"/>
                  <a:pt x="25128" y="2840"/>
                  <a:pt x="25128" y="2840"/>
                </a:cubicBezTo>
                <a:lnTo>
                  <a:pt x="25128" y="2840"/>
                </a:lnTo>
                <a:lnTo>
                  <a:pt x="25128" y="2840"/>
                </a:lnTo>
                <a:lnTo>
                  <a:pt x="25128" y="2840"/>
                </a:lnTo>
                <a:lnTo>
                  <a:pt x="25128" y="2809"/>
                </a:lnTo>
                <a:lnTo>
                  <a:pt x="25098" y="2809"/>
                </a:lnTo>
                <a:lnTo>
                  <a:pt x="25098" y="2809"/>
                </a:lnTo>
                <a:lnTo>
                  <a:pt x="25098" y="2809"/>
                </a:lnTo>
                <a:lnTo>
                  <a:pt x="25098" y="2809"/>
                </a:lnTo>
                <a:lnTo>
                  <a:pt x="25098" y="2809"/>
                </a:lnTo>
                <a:cubicBezTo>
                  <a:pt x="25098" y="2809"/>
                  <a:pt x="25067" y="2809"/>
                  <a:pt x="25098" y="2809"/>
                </a:cubicBezTo>
                <a:cubicBezTo>
                  <a:pt x="25098" y="2778"/>
                  <a:pt x="25067" y="2778"/>
                  <a:pt x="25067" y="2778"/>
                </a:cubicBezTo>
                <a:lnTo>
                  <a:pt x="25067" y="2778"/>
                </a:lnTo>
                <a:cubicBezTo>
                  <a:pt x="25067" y="2778"/>
                  <a:pt x="25067" y="2748"/>
                  <a:pt x="25035" y="2748"/>
                </a:cubicBezTo>
                <a:lnTo>
                  <a:pt x="25005" y="2748"/>
                </a:lnTo>
                <a:lnTo>
                  <a:pt x="25035" y="2748"/>
                </a:lnTo>
                <a:lnTo>
                  <a:pt x="25035" y="2748"/>
                </a:lnTo>
                <a:lnTo>
                  <a:pt x="25035" y="2748"/>
                </a:lnTo>
                <a:lnTo>
                  <a:pt x="25035" y="2748"/>
                </a:lnTo>
                <a:lnTo>
                  <a:pt x="25035" y="2748"/>
                </a:lnTo>
                <a:cubicBezTo>
                  <a:pt x="25035" y="2778"/>
                  <a:pt x="25005" y="2748"/>
                  <a:pt x="25005" y="2748"/>
                </a:cubicBezTo>
                <a:lnTo>
                  <a:pt x="25005" y="2748"/>
                </a:lnTo>
                <a:lnTo>
                  <a:pt x="25005" y="2748"/>
                </a:lnTo>
                <a:lnTo>
                  <a:pt x="25035" y="2778"/>
                </a:lnTo>
                <a:cubicBezTo>
                  <a:pt x="25067" y="2778"/>
                  <a:pt x="25067" y="2778"/>
                  <a:pt x="25067" y="2809"/>
                </a:cubicBezTo>
                <a:cubicBezTo>
                  <a:pt x="25067" y="2809"/>
                  <a:pt x="25067" y="2809"/>
                  <a:pt x="25098" y="2809"/>
                </a:cubicBezTo>
                <a:lnTo>
                  <a:pt x="25067" y="2809"/>
                </a:lnTo>
                <a:lnTo>
                  <a:pt x="25098" y="2809"/>
                </a:lnTo>
                <a:cubicBezTo>
                  <a:pt x="25098" y="2840"/>
                  <a:pt x="25098" y="2809"/>
                  <a:pt x="25098" y="2809"/>
                </a:cubicBezTo>
                <a:lnTo>
                  <a:pt x="25067" y="2809"/>
                </a:lnTo>
                <a:cubicBezTo>
                  <a:pt x="25067" y="2840"/>
                  <a:pt x="25067" y="2840"/>
                  <a:pt x="25098" y="2840"/>
                </a:cubicBezTo>
                <a:lnTo>
                  <a:pt x="25098" y="2840"/>
                </a:lnTo>
                <a:lnTo>
                  <a:pt x="25098" y="2840"/>
                </a:lnTo>
                <a:lnTo>
                  <a:pt x="25098" y="2840"/>
                </a:lnTo>
                <a:lnTo>
                  <a:pt x="25098" y="2840"/>
                </a:lnTo>
                <a:cubicBezTo>
                  <a:pt x="25067" y="2840"/>
                  <a:pt x="25067" y="2840"/>
                  <a:pt x="25067" y="2840"/>
                </a:cubicBezTo>
                <a:lnTo>
                  <a:pt x="25067" y="2840"/>
                </a:lnTo>
                <a:lnTo>
                  <a:pt x="25067" y="2840"/>
                </a:lnTo>
                <a:cubicBezTo>
                  <a:pt x="25035" y="2840"/>
                  <a:pt x="25035" y="2840"/>
                  <a:pt x="25035" y="2840"/>
                </a:cubicBezTo>
                <a:cubicBezTo>
                  <a:pt x="25035" y="2871"/>
                  <a:pt x="25035" y="2840"/>
                  <a:pt x="25035" y="2871"/>
                </a:cubicBezTo>
                <a:lnTo>
                  <a:pt x="25035" y="2871"/>
                </a:lnTo>
                <a:cubicBezTo>
                  <a:pt x="25067" y="2871"/>
                  <a:pt x="25067" y="2871"/>
                  <a:pt x="25067" y="2871"/>
                </a:cubicBezTo>
                <a:cubicBezTo>
                  <a:pt x="25067" y="2871"/>
                  <a:pt x="25067" y="2871"/>
                  <a:pt x="25067" y="2902"/>
                </a:cubicBezTo>
                <a:cubicBezTo>
                  <a:pt x="25098" y="2902"/>
                  <a:pt x="25098" y="2902"/>
                  <a:pt x="25098" y="2933"/>
                </a:cubicBezTo>
                <a:lnTo>
                  <a:pt x="25098" y="2933"/>
                </a:lnTo>
                <a:cubicBezTo>
                  <a:pt x="25098" y="2933"/>
                  <a:pt x="25128" y="2933"/>
                  <a:pt x="25128" y="2963"/>
                </a:cubicBezTo>
                <a:lnTo>
                  <a:pt x="25128" y="2963"/>
                </a:lnTo>
                <a:lnTo>
                  <a:pt x="25128" y="2963"/>
                </a:lnTo>
                <a:cubicBezTo>
                  <a:pt x="25098" y="2963"/>
                  <a:pt x="25098" y="2963"/>
                  <a:pt x="25098" y="2963"/>
                </a:cubicBezTo>
                <a:lnTo>
                  <a:pt x="25067" y="2933"/>
                </a:lnTo>
                <a:lnTo>
                  <a:pt x="25067" y="2933"/>
                </a:lnTo>
                <a:lnTo>
                  <a:pt x="25067" y="2933"/>
                </a:lnTo>
                <a:cubicBezTo>
                  <a:pt x="25067" y="2902"/>
                  <a:pt x="25067" y="2902"/>
                  <a:pt x="25067" y="2902"/>
                </a:cubicBezTo>
                <a:cubicBezTo>
                  <a:pt x="25067" y="2902"/>
                  <a:pt x="25067" y="2902"/>
                  <a:pt x="25035" y="2902"/>
                </a:cubicBezTo>
                <a:lnTo>
                  <a:pt x="25035" y="2902"/>
                </a:lnTo>
                <a:lnTo>
                  <a:pt x="25035" y="2902"/>
                </a:lnTo>
                <a:lnTo>
                  <a:pt x="25035" y="2902"/>
                </a:lnTo>
                <a:lnTo>
                  <a:pt x="25035" y="2902"/>
                </a:lnTo>
                <a:cubicBezTo>
                  <a:pt x="25005" y="2902"/>
                  <a:pt x="25005" y="2902"/>
                  <a:pt x="25005" y="2902"/>
                </a:cubicBezTo>
                <a:cubicBezTo>
                  <a:pt x="25005" y="2871"/>
                  <a:pt x="25005" y="2871"/>
                  <a:pt x="25005" y="2871"/>
                </a:cubicBezTo>
                <a:lnTo>
                  <a:pt x="24974" y="2871"/>
                </a:lnTo>
                <a:lnTo>
                  <a:pt x="25005" y="2871"/>
                </a:lnTo>
                <a:cubicBezTo>
                  <a:pt x="25005" y="2871"/>
                  <a:pt x="25005" y="2871"/>
                  <a:pt x="25035" y="2871"/>
                </a:cubicBezTo>
                <a:lnTo>
                  <a:pt x="25035" y="2871"/>
                </a:lnTo>
                <a:lnTo>
                  <a:pt x="25035" y="2871"/>
                </a:lnTo>
                <a:lnTo>
                  <a:pt x="25035" y="2871"/>
                </a:lnTo>
                <a:lnTo>
                  <a:pt x="25035" y="2871"/>
                </a:lnTo>
                <a:lnTo>
                  <a:pt x="25035" y="2871"/>
                </a:lnTo>
                <a:lnTo>
                  <a:pt x="25035" y="2871"/>
                </a:lnTo>
                <a:cubicBezTo>
                  <a:pt x="25035" y="2840"/>
                  <a:pt x="25035" y="2840"/>
                  <a:pt x="25005" y="2840"/>
                </a:cubicBezTo>
                <a:lnTo>
                  <a:pt x="25005" y="2840"/>
                </a:lnTo>
                <a:lnTo>
                  <a:pt x="24974" y="2840"/>
                </a:lnTo>
                <a:lnTo>
                  <a:pt x="24974" y="2840"/>
                </a:lnTo>
                <a:lnTo>
                  <a:pt x="24974" y="2840"/>
                </a:lnTo>
                <a:lnTo>
                  <a:pt x="24974" y="2840"/>
                </a:lnTo>
                <a:lnTo>
                  <a:pt x="24944" y="2809"/>
                </a:lnTo>
                <a:lnTo>
                  <a:pt x="24912" y="2809"/>
                </a:lnTo>
                <a:lnTo>
                  <a:pt x="24912" y="2809"/>
                </a:lnTo>
                <a:cubicBezTo>
                  <a:pt x="24881" y="2809"/>
                  <a:pt x="24881" y="2778"/>
                  <a:pt x="24881" y="2778"/>
                </a:cubicBezTo>
                <a:lnTo>
                  <a:pt x="24881" y="2778"/>
                </a:lnTo>
                <a:lnTo>
                  <a:pt x="24881" y="2778"/>
                </a:lnTo>
                <a:lnTo>
                  <a:pt x="24851" y="2778"/>
                </a:lnTo>
                <a:lnTo>
                  <a:pt x="24851" y="2778"/>
                </a:lnTo>
                <a:cubicBezTo>
                  <a:pt x="24820" y="2748"/>
                  <a:pt x="24820" y="2748"/>
                  <a:pt x="24820" y="2748"/>
                </a:cubicBezTo>
                <a:cubicBezTo>
                  <a:pt x="24820" y="2748"/>
                  <a:pt x="24820" y="2748"/>
                  <a:pt x="24788" y="2748"/>
                </a:cubicBezTo>
                <a:lnTo>
                  <a:pt x="24788" y="2748"/>
                </a:lnTo>
                <a:lnTo>
                  <a:pt x="24788" y="2748"/>
                </a:lnTo>
                <a:lnTo>
                  <a:pt x="24758" y="2748"/>
                </a:lnTo>
                <a:lnTo>
                  <a:pt x="24727" y="2748"/>
                </a:lnTo>
                <a:lnTo>
                  <a:pt x="24697" y="2748"/>
                </a:lnTo>
                <a:cubicBezTo>
                  <a:pt x="24697" y="2748"/>
                  <a:pt x="24697" y="2748"/>
                  <a:pt x="24727" y="2748"/>
                </a:cubicBezTo>
                <a:lnTo>
                  <a:pt x="24727" y="2748"/>
                </a:lnTo>
                <a:lnTo>
                  <a:pt x="24727" y="2778"/>
                </a:lnTo>
                <a:lnTo>
                  <a:pt x="24727" y="2778"/>
                </a:lnTo>
                <a:lnTo>
                  <a:pt x="24727" y="2778"/>
                </a:lnTo>
                <a:lnTo>
                  <a:pt x="24727" y="2778"/>
                </a:lnTo>
                <a:cubicBezTo>
                  <a:pt x="24727" y="2778"/>
                  <a:pt x="24727" y="2778"/>
                  <a:pt x="24758" y="2778"/>
                </a:cubicBezTo>
                <a:cubicBezTo>
                  <a:pt x="24758" y="2778"/>
                  <a:pt x="24758" y="2809"/>
                  <a:pt x="24758" y="2840"/>
                </a:cubicBezTo>
                <a:lnTo>
                  <a:pt x="24727" y="2809"/>
                </a:lnTo>
                <a:lnTo>
                  <a:pt x="24727" y="2840"/>
                </a:lnTo>
                <a:lnTo>
                  <a:pt x="24727" y="2809"/>
                </a:lnTo>
                <a:lnTo>
                  <a:pt x="24727" y="2809"/>
                </a:lnTo>
                <a:lnTo>
                  <a:pt x="24727" y="2809"/>
                </a:lnTo>
                <a:lnTo>
                  <a:pt x="24727" y="2809"/>
                </a:lnTo>
                <a:cubicBezTo>
                  <a:pt x="24727" y="2778"/>
                  <a:pt x="24727" y="2778"/>
                  <a:pt x="24727" y="2778"/>
                </a:cubicBezTo>
                <a:lnTo>
                  <a:pt x="24727" y="2778"/>
                </a:lnTo>
                <a:lnTo>
                  <a:pt x="24727" y="2778"/>
                </a:lnTo>
                <a:cubicBezTo>
                  <a:pt x="24697" y="2778"/>
                  <a:pt x="24697" y="2778"/>
                  <a:pt x="24727" y="2778"/>
                </a:cubicBezTo>
                <a:cubicBezTo>
                  <a:pt x="24727" y="2809"/>
                  <a:pt x="24727" y="2809"/>
                  <a:pt x="24727" y="2809"/>
                </a:cubicBezTo>
                <a:lnTo>
                  <a:pt x="24697" y="2809"/>
                </a:lnTo>
                <a:lnTo>
                  <a:pt x="24697" y="2809"/>
                </a:lnTo>
                <a:lnTo>
                  <a:pt x="24697" y="2809"/>
                </a:lnTo>
                <a:cubicBezTo>
                  <a:pt x="24665" y="2809"/>
                  <a:pt x="24665" y="2809"/>
                  <a:pt x="24665" y="2809"/>
                </a:cubicBezTo>
                <a:lnTo>
                  <a:pt x="24665" y="2809"/>
                </a:lnTo>
                <a:lnTo>
                  <a:pt x="24634" y="2809"/>
                </a:lnTo>
                <a:lnTo>
                  <a:pt x="24634" y="2809"/>
                </a:lnTo>
                <a:cubicBezTo>
                  <a:pt x="24634" y="2809"/>
                  <a:pt x="24634" y="2809"/>
                  <a:pt x="24665" y="2809"/>
                </a:cubicBezTo>
                <a:lnTo>
                  <a:pt x="24665" y="2809"/>
                </a:lnTo>
                <a:lnTo>
                  <a:pt x="24665" y="2809"/>
                </a:lnTo>
                <a:cubicBezTo>
                  <a:pt x="24665" y="2778"/>
                  <a:pt x="24665" y="2778"/>
                  <a:pt x="24665" y="2778"/>
                </a:cubicBezTo>
                <a:lnTo>
                  <a:pt x="24665" y="2778"/>
                </a:lnTo>
                <a:lnTo>
                  <a:pt x="24665" y="2778"/>
                </a:lnTo>
                <a:lnTo>
                  <a:pt x="24665" y="2778"/>
                </a:lnTo>
                <a:cubicBezTo>
                  <a:pt x="24634" y="2778"/>
                  <a:pt x="24634" y="2778"/>
                  <a:pt x="24634" y="2778"/>
                </a:cubicBezTo>
                <a:lnTo>
                  <a:pt x="24634" y="2778"/>
                </a:lnTo>
                <a:lnTo>
                  <a:pt x="24604" y="2778"/>
                </a:lnTo>
                <a:lnTo>
                  <a:pt x="24604" y="2748"/>
                </a:lnTo>
                <a:cubicBezTo>
                  <a:pt x="24604" y="2748"/>
                  <a:pt x="24604" y="2778"/>
                  <a:pt x="24634" y="2778"/>
                </a:cubicBezTo>
                <a:cubicBezTo>
                  <a:pt x="24634" y="2748"/>
                  <a:pt x="24604" y="2748"/>
                  <a:pt x="24604" y="2748"/>
                </a:cubicBezTo>
                <a:lnTo>
                  <a:pt x="24604" y="2748"/>
                </a:lnTo>
                <a:lnTo>
                  <a:pt x="24634" y="2748"/>
                </a:lnTo>
                <a:cubicBezTo>
                  <a:pt x="24634" y="2748"/>
                  <a:pt x="24604" y="2748"/>
                  <a:pt x="24634" y="2748"/>
                </a:cubicBezTo>
                <a:lnTo>
                  <a:pt x="24634" y="2748"/>
                </a:lnTo>
                <a:lnTo>
                  <a:pt x="24604" y="2748"/>
                </a:lnTo>
                <a:lnTo>
                  <a:pt x="24604" y="2748"/>
                </a:lnTo>
                <a:cubicBezTo>
                  <a:pt x="24572" y="2748"/>
                  <a:pt x="24604" y="2748"/>
                  <a:pt x="24572" y="2748"/>
                </a:cubicBezTo>
                <a:lnTo>
                  <a:pt x="24572" y="2748"/>
                </a:lnTo>
                <a:cubicBezTo>
                  <a:pt x="24572" y="2748"/>
                  <a:pt x="24572" y="2748"/>
                  <a:pt x="24604" y="2778"/>
                </a:cubicBezTo>
                <a:lnTo>
                  <a:pt x="24604" y="2778"/>
                </a:lnTo>
                <a:lnTo>
                  <a:pt x="24604" y="2778"/>
                </a:lnTo>
                <a:cubicBezTo>
                  <a:pt x="24604" y="2778"/>
                  <a:pt x="24634" y="2778"/>
                  <a:pt x="24604" y="2778"/>
                </a:cubicBezTo>
                <a:lnTo>
                  <a:pt x="24604" y="2778"/>
                </a:lnTo>
                <a:cubicBezTo>
                  <a:pt x="24572" y="2778"/>
                  <a:pt x="24604" y="2809"/>
                  <a:pt x="24604" y="2809"/>
                </a:cubicBezTo>
                <a:cubicBezTo>
                  <a:pt x="24572" y="2809"/>
                  <a:pt x="24572" y="2809"/>
                  <a:pt x="24572" y="2809"/>
                </a:cubicBezTo>
                <a:cubicBezTo>
                  <a:pt x="24572" y="2778"/>
                  <a:pt x="24572" y="2778"/>
                  <a:pt x="24572" y="2778"/>
                </a:cubicBezTo>
                <a:lnTo>
                  <a:pt x="24572" y="2778"/>
                </a:lnTo>
                <a:lnTo>
                  <a:pt x="24572" y="2778"/>
                </a:lnTo>
                <a:lnTo>
                  <a:pt x="24572" y="2778"/>
                </a:lnTo>
                <a:lnTo>
                  <a:pt x="24572" y="2778"/>
                </a:lnTo>
                <a:cubicBezTo>
                  <a:pt x="24572" y="2748"/>
                  <a:pt x="24541" y="2748"/>
                  <a:pt x="24541" y="2748"/>
                </a:cubicBezTo>
                <a:lnTo>
                  <a:pt x="24541" y="2748"/>
                </a:lnTo>
                <a:lnTo>
                  <a:pt x="24541" y="2748"/>
                </a:lnTo>
                <a:lnTo>
                  <a:pt x="24541" y="2748"/>
                </a:lnTo>
                <a:lnTo>
                  <a:pt x="24541" y="2748"/>
                </a:lnTo>
                <a:cubicBezTo>
                  <a:pt x="24541" y="2748"/>
                  <a:pt x="24511" y="2716"/>
                  <a:pt x="24541" y="2716"/>
                </a:cubicBezTo>
                <a:lnTo>
                  <a:pt x="24541" y="2716"/>
                </a:lnTo>
                <a:cubicBezTo>
                  <a:pt x="24511" y="2716"/>
                  <a:pt x="24541" y="2716"/>
                  <a:pt x="24511" y="2716"/>
                </a:cubicBezTo>
                <a:lnTo>
                  <a:pt x="24511" y="2716"/>
                </a:lnTo>
                <a:lnTo>
                  <a:pt x="24511" y="2716"/>
                </a:lnTo>
                <a:lnTo>
                  <a:pt x="24511" y="2686"/>
                </a:lnTo>
                <a:lnTo>
                  <a:pt x="24511" y="2716"/>
                </a:lnTo>
                <a:lnTo>
                  <a:pt x="24480" y="2716"/>
                </a:lnTo>
                <a:lnTo>
                  <a:pt x="24480" y="2716"/>
                </a:lnTo>
                <a:cubicBezTo>
                  <a:pt x="24450" y="2716"/>
                  <a:pt x="24450" y="2716"/>
                  <a:pt x="24450" y="2716"/>
                </a:cubicBezTo>
                <a:cubicBezTo>
                  <a:pt x="24450" y="2716"/>
                  <a:pt x="24450" y="2716"/>
                  <a:pt x="24418" y="2716"/>
                </a:cubicBezTo>
                <a:lnTo>
                  <a:pt x="24418" y="2716"/>
                </a:lnTo>
                <a:cubicBezTo>
                  <a:pt x="24418" y="2686"/>
                  <a:pt x="24387" y="2686"/>
                  <a:pt x="24387" y="2686"/>
                </a:cubicBezTo>
                <a:lnTo>
                  <a:pt x="24387" y="2686"/>
                </a:lnTo>
                <a:lnTo>
                  <a:pt x="24387" y="2686"/>
                </a:lnTo>
                <a:cubicBezTo>
                  <a:pt x="24357" y="2686"/>
                  <a:pt x="24357" y="2686"/>
                  <a:pt x="24357" y="2686"/>
                </a:cubicBezTo>
                <a:lnTo>
                  <a:pt x="24357" y="2655"/>
                </a:lnTo>
                <a:cubicBezTo>
                  <a:pt x="24357" y="2655"/>
                  <a:pt x="24357" y="2655"/>
                  <a:pt x="24387" y="2655"/>
                </a:cubicBezTo>
                <a:lnTo>
                  <a:pt x="24387" y="2655"/>
                </a:lnTo>
                <a:lnTo>
                  <a:pt x="24387" y="2655"/>
                </a:lnTo>
                <a:lnTo>
                  <a:pt x="24387" y="2655"/>
                </a:lnTo>
                <a:cubicBezTo>
                  <a:pt x="24387" y="2624"/>
                  <a:pt x="24387" y="2624"/>
                  <a:pt x="24387" y="2624"/>
                </a:cubicBezTo>
                <a:lnTo>
                  <a:pt x="24387" y="2624"/>
                </a:lnTo>
                <a:lnTo>
                  <a:pt x="24387" y="2624"/>
                </a:lnTo>
                <a:lnTo>
                  <a:pt x="24387" y="2624"/>
                </a:lnTo>
                <a:lnTo>
                  <a:pt x="24387" y="2624"/>
                </a:lnTo>
                <a:cubicBezTo>
                  <a:pt x="24387" y="2593"/>
                  <a:pt x="24418" y="2593"/>
                  <a:pt x="24418" y="2593"/>
                </a:cubicBezTo>
                <a:lnTo>
                  <a:pt x="24418" y="2593"/>
                </a:lnTo>
                <a:lnTo>
                  <a:pt x="24418" y="2593"/>
                </a:lnTo>
                <a:lnTo>
                  <a:pt x="24418" y="2593"/>
                </a:lnTo>
                <a:lnTo>
                  <a:pt x="24418" y="2593"/>
                </a:lnTo>
                <a:lnTo>
                  <a:pt x="24418" y="2593"/>
                </a:lnTo>
                <a:cubicBezTo>
                  <a:pt x="24450" y="2593"/>
                  <a:pt x="24418" y="2593"/>
                  <a:pt x="24418" y="2593"/>
                </a:cubicBezTo>
                <a:cubicBezTo>
                  <a:pt x="24450" y="2562"/>
                  <a:pt x="24450" y="2562"/>
                  <a:pt x="24450" y="2562"/>
                </a:cubicBezTo>
                <a:lnTo>
                  <a:pt x="24450" y="2562"/>
                </a:lnTo>
                <a:lnTo>
                  <a:pt x="24450" y="2562"/>
                </a:lnTo>
                <a:cubicBezTo>
                  <a:pt x="24450" y="2532"/>
                  <a:pt x="24450" y="2562"/>
                  <a:pt x="24450" y="2532"/>
                </a:cubicBezTo>
                <a:lnTo>
                  <a:pt x="24450" y="2532"/>
                </a:lnTo>
                <a:lnTo>
                  <a:pt x="24450" y="2532"/>
                </a:lnTo>
                <a:lnTo>
                  <a:pt x="24450" y="2532"/>
                </a:lnTo>
                <a:lnTo>
                  <a:pt x="24450" y="2532"/>
                </a:lnTo>
                <a:lnTo>
                  <a:pt x="24450" y="2532"/>
                </a:lnTo>
                <a:lnTo>
                  <a:pt x="24450" y="2532"/>
                </a:lnTo>
                <a:lnTo>
                  <a:pt x="24450" y="2501"/>
                </a:lnTo>
                <a:lnTo>
                  <a:pt x="24480" y="2501"/>
                </a:lnTo>
                <a:lnTo>
                  <a:pt x="24450" y="2501"/>
                </a:lnTo>
                <a:lnTo>
                  <a:pt x="24450" y="2501"/>
                </a:lnTo>
                <a:lnTo>
                  <a:pt x="24450" y="2501"/>
                </a:lnTo>
                <a:lnTo>
                  <a:pt x="24450" y="2469"/>
                </a:lnTo>
                <a:lnTo>
                  <a:pt x="24450" y="2469"/>
                </a:lnTo>
                <a:lnTo>
                  <a:pt x="24450" y="2469"/>
                </a:lnTo>
                <a:cubicBezTo>
                  <a:pt x="24450" y="2469"/>
                  <a:pt x="24480" y="2469"/>
                  <a:pt x="24450" y="2439"/>
                </a:cubicBezTo>
                <a:cubicBezTo>
                  <a:pt x="24480" y="2439"/>
                  <a:pt x="24480" y="2439"/>
                  <a:pt x="24480" y="2439"/>
                </a:cubicBezTo>
                <a:lnTo>
                  <a:pt x="24480" y="2439"/>
                </a:lnTo>
                <a:lnTo>
                  <a:pt x="24480" y="2439"/>
                </a:lnTo>
                <a:lnTo>
                  <a:pt x="24480" y="2439"/>
                </a:lnTo>
                <a:lnTo>
                  <a:pt x="24480" y="2439"/>
                </a:lnTo>
                <a:cubicBezTo>
                  <a:pt x="24480" y="2408"/>
                  <a:pt x="24480" y="2408"/>
                  <a:pt x="24480" y="2408"/>
                </a:cubicBezTo>
                <a:lnTo>
                  <a:pt x="24480" y="2408"/>
                </a:lnTo>
                <a:lnTo>
                  <a:pt x="24511" y="2408"/>
                </a:lnTo>
                <a:cubicBezTo>
                  <a:pt x="24511" y="2408"/>
                  <a:pt x="24480" y="2377"/>
                  <a:pt x="24511" y="2377"/>
                </a:cubicBezTo>
                <a:lnTo>
                  <a:pt x="24511" y="2377"/>
                </a:lnTo>
                <a:lnTo>
                  <a:pt x="24511" y="2377"/>
                </a:lnTo>
                <a:lnTo>
                  <a:pt x="24541" y="2377"/>
                </a:lnTo>
                <a:lnTo>
                  <a:pt x="24511" y="2377"/>
                </a:lnTo>
                <a:cubicBezTo>
                  <a:pt x="24511" y="2346"/>
                  <a:pt x="24511" y="2346"/>
                  <a:pt x="24511" y="2346"/>
                </a:cubicBezTo>
                <a:cubicBezTo>
                  <a:pt x="24511" y="2346"/>
                  <a:pt x="24511" y="2346"/>
                  <a:pt x="24511" y="2315"/>
                </a:cubicBezTo>
                <a:lnTo>
                  <a:pt x="24511" y="2315"/>
                </a:lnTo>
                <a:cubicBezTo>
                  <a:pt x="24511" y="2285"/>
                  <a:pt x="24511" y="2315"/>
                  <a:pt x="24541" y="2285"/>
                </a:cubicBezTo>
                <a:lnTo>
                  <a:pt x="24541" y="2285"/>
                </a:lnTo>
                <a:lnTo>
                  <a:pt x="24541" y="2254"/>
                </a:lnTo>
                <a:cubicBezTo>
                  <a:pt x="24541" y="2222"/>
                  <a:pt x="24541" y="2222"/>
                  <a:pt x="24572" y="2222"/>
                </a:cubicBezTo>
                <a:cubicBezTo>
                  <a:pt x="24572" y="2222"/>
                  <a:pt x="24572" y="2222"/>
                  <a:pt x="24604" y="2222"/>
                </a:cubicBezTo>
                <a:cubicBezTo>
                  <a:pt x="24604" y="2192"/>
                  <a:pt x="24604" y="2222"/>
                  <a:pt x="24604" y="2222"/>
                </a:cubicBezTo>
                <a:lnTo>
                  <a:pt x="24604" y="2222"/>
                </a:lnTo>
                <a:cubicBezTo>
                  <a:pt x="24634" y="2222"/>
                  <a:pt x="24634" y="2192"/>
                  <a:pt x="24634" y="2192"/>
                </a:cubicBezTo>
                <a:cubicBezTo>
                  <a:pt x="24665" y="2192"/>
                  <a:pt x="24665" y="2192"/>
                  <a:pt x="24665" y="2192"/>
                </a:cubicBezTo>
                <a:cubicBezTo>
                  <a:pt x="24665" y="2192"/>
                  <a:pt x="24665" y="2192"/>
                  <a:pt x="24697" y="2192"/>
                </a:cubicBezTo>
                <a:cubicBezTo>
                  <a:pt x="24697" y="2192"/>
                  <a:pt x="24697" y="2192"/>
                  <a:pt x="24697" y="2222"/>
                </a:cubicBezTo>
                <a:lnTo>
                  <a:pt x="24697" y="2222"/>
                </a:lnTo>
                <a:cubicBezTo>
                  <a:pt x="24697" y="2222"/>
                  <a:pt x="24697" y="2222"/>
                  <a:pt x="24727" y="2222"/>
                </a:cubicBezTo>
                <a:cubicBezTo>
                  <a:pt x="24727" y="2222"/>
                  <a:pt x="24697" y="2222"/>
                  <a:pt x="24697" y="2192"/>
                </a:cubicBezTo>
                <a:cubicBezTo>
                  <a:pt x="24727" y="2192"/>
                  <a:pt x="24727" y="2192"/>
                  <a:pt x="24727" y="2192"/>
                </a:cubicBezTo>
                <a:lnTo>
                  <a:pt x="24727" y="2222"/>
                </a:lnTo>
                <a:cubicBezTo>
                  <a:pt x="24727" y="2222"/>
                  <a:pt x="24727" y="2192"/>
                  <a:pt x="24758" y="2192"/>
                </a:cubicBezTo>
                <a:lnTo>
                  <a:pt x="24758" y="2192"/>
                </a:lnTo>
                <a:cubicBezTo>
                  <a:pt x="24758" y="2192"/>
                  <a:pt x="24758" y="2192"/>
                  <a:pt x="24788" y="2192"/>
                </a:cubicBezTo>
                <a:lnTo>
                  <a:pt x="24788" y="2192"/>
                </a:lnTo>
                <a:lnTo>
                  <a:pt x="24788" y="2192"/>
                </a:lnTo>
                <a:lnTo>
                  <a:pt x="24820" y="2192"/>
                </a:lnTo>
                <a:lnTo>
                  <a:pt x="24820" y="2222"/>
                </a:lnTo>
                <a:lnTo>
                  <a:pt x="24820" y="2222"/>
                </a:lnTo>
                <a:cubicBezTo>
                  <a:pt x="24851" y="2222"/>
                  <a:pt x="24851" y="2222"/>
                  <a:pt x="24851" y="2222"/>
                </a:cubicBezTo>
                <a:lnTo>
                  <a:pt x="24851" y="2222"/>
                </a:lnTo>
                <a:lnTo>
                  <a:pt x="24851" y="2222"/>
                </a:lnTo>
                <a:cubicBezTo>
                  <a:pt x="24881" y="2222"/>
                  <a:pt x="24851" y="2222"/>
                  <a:pt x="24851" y="2222"/>
                </a:cubicBezTo>
                <a:lnTo>
                  <a:pt x="24851" y="2222"/>
                </a:lnTo>
                <a:cubicBezTo>
                  <a:pt x="24851" y="2192"/>
                  <a:pt x="24851" y="2192"/>
                  <a:pt x="24881" y="2192"/>
                </a:cubicBezTo>
                <a:lnTo>
                  <a:pt x="24881" y="2222"/>
                </a:lnTo>
                <a:lnTo>
                  <a:pt x="24912" y="2222"/>
                </a:lnTo>
                <a:cubicBezTo>
                  <a:pt x="24912" y="2222"/>
                  <a:pt x="24912" y="2222"/>
                  <a:pt x="24944" y="2222"/>
                </a:cubicBezTo>
                <a:lnTo>
                  <a:pt x="24944" y="2222"/>
                </a:lnTo>
                <a:lnTo>
                  <a:pt x="24974" y="2222"/>
                </a:lnTo>
                <a:cubicBezTo>
                  <a:pt x="24974" y="2222"/>
                  <a:pt x="24974" y="2222"/>
                  <a:pt x="24974" y="2192"/>
                </a:cubicBezTo>
                <a:lnTo>
                  <a:pt x="24974" y="2192"/>
                </a:lnTo>
                <a:lnTo>
                  <a:pt x="25005" y="2192"/>
                </a:lnTo>
                <a:cubicBezTo>
                  <a:pt x="25005" y="2192"/>
                  <a:pt x="25005" y="2192"/>
                  <a:pt x="25005" y="2222"/>
                </a:cubicBezTo>
                <a:lnTo>
                  <a:pt x="25035" y="2222"/>
                </a:lnTo>
                <a:lnTo>
                  <a:pt x="25035" y="2222"/>
                </a:lnTo>
                <a:cubicBezTo>
                  <a:pt x="25035" y="2222"/>
                  <a:pt x="25035" y="2222"/>
                  <a:pt x="25067" y="2222"/>
                </a:cubicBezTo>
                <a:lnTo>
                  <a:pt x="25067" y="2222"/>
                </a:lnTo>
                <a:lnTo>
                  <a:pt x="25067" y="2222"/>
                </a:lnTo>
                <a:lnTo>
                  <a:pt x="25067" y="2222"/>
                </a:lnTo>
                <a:lnTo>
                  <a:pt x="25067" y="2222"/>
                </a:lnTo>
                <a:lnTo>
                  <a:pt x="25067" y="2192"/>
                </a:lnTo>
                <a:cubicBezTo>
                  <a:pt x="25067" y="2222"/>
                  <a:pt x="25035" y="2192"/>
                  <a:pt x="25035" y="2192"/>
                </a:cubicBezTo>
                <a:lnTo>
                  <a:pt x="25035" y="2222"/>
                </a:lnTo>
                <a:lnTo>
                  <a:pt x="25035" y="2222"/>
                </a:lnTo>
                <a:cubicBezTo>
                  <a:pt x="25035" y="2192"/>
                  <a:pt x="25035" y="2192"/>
                  <a:pt x="25035" y="2192"/>
                </a:cubicBezTo>
                <a:lnTo>
                  <a:pt x="25035" y="2192"/>
                </a:lnTo>
                <a:lnTo>
                  <a:pt x="25035" y="2192"/>
                </a:lnTo>
                <a:cubicBezTo>
                  <a:pt x="25067" y="2192"/>
                  <a:pt x="25035" y="2192"/>
                  <a:pt x="25067" y="2192"/>
                </a:cubicBezTo>
                <a:lnTo>
                  <a:pt x="25067" y="2192"/>
                </a:lnTo>
                <a:lnTo>
                  <a:pt x="25067" y="2192"/>
                </a:lnTo>
                <a:cubicBezTo>
                  <a:pt x="25035" y="2192"/>
                  <a:pt x="25035" y="2192"/>
                  <a:pt x="25035" y="2192"/>
                </a:cubicBezTo>
                <a:lnTo>
                  <a:pt x="25035" y="2192"/>
                </a:lnTo>
                <a:lnTo>
                  <a:pt x="25035" y="2161"/>
                </a:lnTo>
                <a:lnTo>
                  <a:pt x="25035" y="2161"/>
                </a:lnTo>
                <a:lnTo>
                  <a:pt x="25035" y="2161"/>
                </a:lnTo>
                <a:cubicBezTo>
                  <a:pt x="25067" y="2161"/>
                  <a:pt x="25067" y="2161"/>
                  <a:pt x="25067" y="2161"/>
                </a:cubicBezTo>
                <a:lnTo>
                  <a:pt x="25098" y="2161"/>
                </a:lnTo>
                <a:cubicBezTo>
                  <a:pt x="25098" y="2161"/>
                  <a:pt x="25098" y="2161"/>
                  <a:pt x="25128" y="2192"/>
                </a:cubicBezTo>
                <a:lnTo>
                  <a:pt x="25128" y="2192"/>
                </a:lnTo>
                <a:lnTo>
                  <a:pt x="25159" y="2192"/>
                </a:lnTo>
                <a:lnTo>
                  <a:pt x="25159" y="2192"/>
                </a:lnTo>
                <a:cubicBezTo>
                  <a:pt x="25190" y="2192"/>
                  <a:pt x="25190" y="2192"/>
                  <a:pt x="25190" y="2192"/>
                </a:cubicBezTo>
                <a:lnTo>
                  <a:pt x="25159" y="2192"/>
                </a:lnTo>
                <a:lnTo>
                  <a:pt x="25190" y="2192"/>
                </a:lnTo>
                <a:lnTo>
                  <a:pt x="25190" y="2192"/>
                </a:lnTo>
                <a:lnTo>
                  <a:pt x="25190" y="2192"/>
                </a:lnTo>
                <a:lnTo>
                  <a:pt x="25190" y="2192"/>
                </a:lnTo>
                <a:cubicBezTo>
                  <a:pt x="25221" y="2192"/>
                  <a:pt x="25221" y="2192"/>
                  <a:pt x="25190" y="2192"/>
                </a:cubicBezTo>
                <a:lnTo>
                  <a:pt x="25190" y="2192"/>
                </a:lnTo>
                <a:cubicBezTo>
                  <a:pt x="25190" y="2192"/>
                  <a:pt x="25190" y="2192"/>
                  <a:pt x="25221" y="2192"/>
                </a:cubicBezTo>
                <a:lnTo>
                  <a:pt x="25221" y="2192"/>
                </a:lnTo>
                <a:lnTo>
                  <a:pt x="25221" y="2192"/>
                </a:lnTo>
                <a:lnTo>
                  <a:pt x="25221" y="2192"/>
                </a:lnTo>
                <a:cubicBezTo>
                  <a:pt x="25221" y="2192"/>
                  <a:pt x="25221" y="2192"/>
                  <a:pt x="25252" y="2192"/>
                </a:cubicBezTo>
                <a:cubicBezTo>
                  <a:pt x="25252" y="2192"/>
                  <a:pt x="25252" y="2192"/>
                  <a:pt x="25282" y="2192"/>
                </a:cubicBezTo>
                <a:cubicBezTo>
                  <a:pt x="25282" y="2222"/>
                  <a:pt x="25282" y="2222"/>
                  <a:pt x="25282" y="2222"/>
                </a:cubicBezTo>
                <a:lnTo>
                  <a:pt x="25282" y="2222"/>
                </a:lnTo>
                <a:cubicBezTo>
                  <a:pt x="25282" y="2222"/>
                  <a:pt x="25282" y="2222"/>
                  <a:pt x="25314" y="2222"/>
                </a:cubicBezTo>
                <a:lnTo>
                  <a:pt x="25314" y="2222"/>
                </a:lnTo>
                <a:lnTo>
                  <a:pt x="25314" y="2222"/>
                </a:lnTo>
                <a:cubicBezTo>
                  <a:pt x="25345" y="2222"/>
                  <a:pt x="25345" y="2222"/>
                  <a:pt x="25345" y="2222"/>
                </a:cubicBezTo>
                <a:cubicBezTo>
                  <a:pt x="25345" y="2222"/>
                  <a:pt x="25345" y="2222"/>
                  <a:pt x="25314" y="2222"/>
                </a:cubicBezTo>
                <a:lnTo>
                  <a:pt x="25314" y="2222"/>
                </a:lnTo>
                <a:cubicBezTo>
                  <a:pt x="25282" y="2222"/>
                  <a:pt x="25282" y="2222"/>
                  <a:pt x="25282" y="2222"/>
                </a:cubicBezTo>
                <a:lnTo>
                  <a:pt x="25282" y="2222"/>
                </a:lnTo>
                <a:lnTo>
                  <a:pt x="25282" y="2222"/>
                </a:lnTo>
                <a:cubicBezTo>
                  <a:pt x="25252" y="2222"/>
                  <a:pt x="25252" y="2222"/>
                  <a:pt x="25252" y="2222"/>
                </a:cubicBezTo>
                <a:cubicBezTo>
                  <a:pt x="25252" y="2222"/>
                  <a:pt x="25252" y="2254"/>
                  <a:pt x="25282" y="2254"/>
                </a:cubicBezTo>
                <a:lnTo>
                  <a:pt x="25282" y="2254"/>
                </a:lnTo>
                <a:lnTo>
                  <a:pt x="25282" y="2254"/>
                </a:lnTo>
                <a:cubicBezTo>
                  <a:pt x="25314" y="2254"/>
                  <a:pt x="25314" y="2254"/>
                  <a:pt x="25314" y="2254"/>
                </a:cubicBezTo>
                <a:cubicBezTo>
                  <a:pt x="25314" y="2254"/>
                  <a:pt x="25314" y="2254"/>
                  <a:pt x="25345" y="2254"/>
                </a:cubicBezTo>
                <a:lnTo>
                  <a:pt x="25345" y="2254"/>
                </a:lnTo>
                <a:cubicBezTo>
                  <a:pt x="25375" y="2254"/>
                  <a:pt x="25345" y="2254"/>
                  <a:pt x="25345" y="2254"/>
                </a:cubicBezTo>
                <a:lnTo>
                  <a:pt x="25375" y="2254"/>
                </a:lnTo>
                <a:cubicBezTo>
                  <a:pt x="25375" y="2254"/>
                  <a:pt x="25375" y="2254"/>
                  <a:pt x="25406" y="2254"/>
                </a:cubicBezTo>
                <a:lnTo>
                  <a:pt x="25406" y="2254"/>
                </a:lnTo>
                <a:lnTo>
                  <a:pt x="25406" y="2254"/>
                </a:lnTo>
                <a:lnTo>
                  <a:pt x="25437" y="2254"/>
                </a:lnTo>
                <a:cubicBezTo>
                  <a:pt x="25406" y="2254"/>
                  <a:pt x="25406" y="2254"/>
                  <a:pt x="25406" y="2254"/>
                </a:cubicBezTo>
                <a:cubicBezTo>
                  <a:pt x="25406" y="2254"/>
                  <a:pt x="25406" y="2254"/>
                  <a:pt x="25406" y="2222"/>
                </a:cubicBezTo>
                <a:cubicBezTo>
                  <a:pt x="25437" y="2222"/>
                  <a:pt x="25437" y="2222"/>
                  <a:pt x="25437" y="2222"/>
                </a:cubicBezTo>
                <a:lnTo>
                  <a:pt x="25437" y="2222"/>
                </a:lnTo>
                <a:lnTo>
                  <a:pt x="25437" y="2222"/>
                </a:lnTo>
                <a:lnTo>
                  <a:pt x="25437" y="2222"/>
                </a:lnTo>
                <a:lnTo>
                  <a:pt x="25437" y="2222"/>
                </a:lnTo>
                <a:cubicBezTo>
                  <a:pt x="25437" y="2222"/>
                  <a:pt x="25437" y="2222"/>
                  <a:pt x="25468" y="2222"/>
                </a:cubicBezTo>
                <a:cubicBezTo>
                  <a:pt x="25468" y="2222"/>
                  <a:pt x="25437" y="2222"/>
                  <a:pt x="25468" y="2222"/>
                </a:cubicBezTo>
                <a:lnTo>
                  <a:pt x="25468" y="2222"/>
                </a:lnTo>
                <a:cubicBezTo>
                  <a:pt x="25499" y="2222"/>
                  <a:pt x="25499" y="2254"/>
                  <a:pt x="25499" y="2254"/>
                </a:cubicBezTo>
                <a:lnTo>
                  <a:pt x="25499" y="2254"/>
                </a:lnTo>
                <a:lnTo>
                  <a:pt x="25499" y="2222"/>
                </a:lnTo>
                <a:cubicBezTo>
                  <a:pt x="25499" y="2222"/>
                  <a:pt x="25529" y="2254"/>
                  <a:pt x="25529" y="2222"/>
                </a:cubicBezTo>
                <a:cubicBezTo>
                  <a:pt x="25499" y="2222"/>
                  <a:pt x="25499" y="2222"/>
                  <a:pt x="25499" y="2222"/>
                </a:cubicBezTo>
                <a:cubicBezTo>
                  <a:pt x="25529" y="2222"/>
                  <a:pt x="25529" y="2222"/>
                  <a:pt x="25529" y="2222"/>
                </a:cubicBezTo>
                <a:cubicBezTo>
                  <a:pt x="25529" y="2222"/>
                  <a:pt x="25529" y="2222"/>
                  <a:pt x="25561" y="2222"/>
                </a:cubicBezTo>
                <a:cubicBezTo>
                  <a:pt x="25561" y="2222"/>
                  <a:pt x="25529" y="2222"/>
                  <a:pt x="25561" y="2222"/>
                </a:cubicBezTo>
                <a:cubicBezTo>
                  <a:pt x="25561" y="2222"/>
                  <a:pt x="25561" y="2222"/>
                  <a:pt x="25592" y="2222"/>
                </a:cubicBezTo>
                <a:lnTo>
                  <a:pt x="25561" y="2222"/>
                </a:lnTo>
                <a:lnTo>
                  <a:pt x="25561" y="2222"/>
                </a:lnTo>
                <a:lnTo>
                  <a:pt x="25561" y="2222"/>
                </a:lnTo>
                <a:lnTo>
                  <a:pt x="25561" y="2222"/>
                </a:lnTo>
                <a:cubicBezTo>
                  <a:pt x="25561" y="2192"/>
                  <a:pt x="25561" y="2192"/>
                  <a:pt x="25561" y="2192"/>
                </a:cubicBezTo>
                <a:cubicBezTo>
                  <a:pt x="25529" y="2192"/>
                  <a:pt x="25529" y="2192"/>
                  <a:pt x="25529" y="2192"/>
                </a:cubicBezTo>
                <a:lnTo>
                  <a:pt x="25529" y="2192"/>
                </a:lnTo>
                <a:lnTo>
                  <a:pt x="25529" y="2192"/>
                </a:lnTo>
                <a:cubicBezTo>
                  <a:pt x="25499" y="2192"/>
                  <a:pt x="25499" y="2192"/>
                  <a:pt x="25499" y="2192"/>
                </a:cubicBezTo>
                <a:cubicBezTo>
                  <a:pt x="25499" y="2192"/>
                  <a:pt x="25499" y="2192"/>
                  <a:pt x="25468" y="2192"/>
                </a:cubicBezTo>
                <a:lnTo>
                  <a:pt x="25499" y="2192"/>
                </a:lnTo>
                <a:lnTo>
                  <a:pt x="25468" y="2192"/>
                </a:lnTo>
                <a:lnTo>
                  <a:pt x="25468" y="2192"/>
                </a:lnTo>
                <a:lnTo>
                  <a:pt x="25468" y="2192"/>
                </a:lnTo>
                <a:lnTo>
                  <a:pt x="25468" y="2192"/>
                </a:lnTo>
                <a:lnTo>
                  <a:pt x="25468" y="2192"/>
                </a:lnTo>
                <a:lnTo>
                  <a:pt x="25437" y="2192"/>
                </a:lnTo>
                <a:cubicBezTo>
                  <a:pt x="25437" y="2192"/>
                  <a:pt x="25437" y="2192"/>
                  <a:pt x="25468" y="2192"/>
                </a:cubicBezTo>
                <a:lnTo>
                  <a:pt x="25468" y="2192"/>
                </a:lnTo>
                <a:lnTo>
                  <a:pt x="25437" y="2161"/>
                </a:lnTo>
                <a:lnTo>
                  <a:pt x="25437" y="2161"/>
                </a:lnTo>
                <a:lnTo>
                  <a:pt x="25437" y="2161"/>
                </a:lnTo>
                <a:lnTo>
                  <a:pt x="25437" y="2161"/>
                </a:lnTo>
                <a:lnTo>
                  <a:pt x="25437" y="2130"/>
                </a:lnTo>
                <a:lnTo>
                  <a:pt x="25437" y="2130"/>
                </a:lnTo>
                <a:lnTo>
                  <a:pt x="25437" y="2130"/>
                </a:lnTo>
                <a:cubicBezTo>
                  <a:pt x="25437" y="2099"/>
                  <a:pt x="25437" y="2099"/>
                  <a:pt x="25437" y="2099"/>
                </a:cubicBezTo>
                <a:lnTo>
                  <a:pt x="25437" y="2099"/>
                </a:lnTo>
                <a:lnTo>
                  <a:pt x="25437" y="2099"/>
                </a:lnTo>
                <a:cubicBezTo>
                  <a:pt x="25468" y="2099"/>
                  <a:pt x="25437" y="2099"/>
                  <a:pt x="25437" y="2068"/>
                </a:cubicBezTo>
                <a:lnTo>
                  <a:pt x="25468" y="2068"/>
                </a:lnTo>
                <a:lnTo>
                  <a:pt x="25468" y="2068"/>
                </a:lnTo>
                <a:lnTo>
                  <a:pt x="25468" y="2068"/>
                </a:lnTo>
                <a:cubicBezTo>
                  <a:pt x="25437" y="2038"/>
                  <a:pt x="25437" y="2038"/>
                  <a:pt x="25437" y="2038"/>
                </a:cubicBezTo>
                <a:cubicBezTo>
                  <a:pt x="25468" y="2038"/>
                  <a:pt x="25437" y="2038"/>
                  <a:pt x="25468" y="2007"/>
                </a:cubicBezTo>
                <a:lnTo>
                  <a:pt x="25468" y="2007"/>
                </a:lnTo>
                <a:lnTo>
                  <a:pt x="25468" y="2007"/>
                </a:lnTo>
                <a:lnTo>
                  <a:pt x="25468" y="2007"/>
                </a:lnTo>
                <a:cubicBezTo>
                  <a:pt x="25437" y="2007"/>
                  <a:pt x="25437" y="2007"/>
                  <a:pt x="25437" y="1975"/>
                </a:cubicBezTo>
                <a:cubicBezTo>
                  <a:pt x="25437" y="1975"/>
                  <a:pt x="25437" y="1975"/>
                  <a:pt x="25468" y="1975"/>
                </a:cubicBezTo>
                <a:cubicBezTo>
                  <a:pt x="25468" y="1975"/>
                  <a:pt x="25437" y="1975"/>
                  <a:pt x="25468" y="1975"/>
                </a:cubicBezTo>
                <a:lnTo>
                  <a:pt x="25468" y="1975"/>
                </a:lnTo>
                <a:cubicBezTo>
                  <a:pt x="25468" y="1945"/>
                  <a:pt x="25468" y="1945"/>
                  <a:pt x="25468" y="1945"/>
                </a:cubicBezTo>
                <a:cubicBezTo>
                  <a:pt x="25499" y="1975"/>
                  <a:pt x="25499" y="1945"/>
                  <a:pt x="25499" y="1975"/>
                </a:cubicBezTo>
                <a:lnTo>
                  <a:pt x="25529" y="1975"/>
                </a:lnTo>
                <a:cubicBezTo>
                  <a:pt x="25529" y="1975"/>
                  <a:pt x="25529" y="1975"/>
                  <a:pt x="25529" y="1945"/>
                </a:cubicBezTo>
                <a:lnTo>
                  <a:pt x="25529" y="1945"/>
                </a:lnTo>
                <a:cubicBezTo>
                  <a:pt x="25561" y="1945"/>
                  <a:pt x="25561" y="1945"/>
                  <a:pt x="25561" y="1945"/>
                </a:cubicBezTo>
                <a:lnTo>
                  <a:pt x="25561" y="1945"/>
                </a:lnTo>
                <a:lnTo>
                  <a:pt x="25561" y="1945"/>
                </a:lnTo>
                <a:lnTo>
                  <a:pt x="25592" y="1945"/>
                </a:lnTo>
                <a:cubicBezTo>
                  <a:pt x="25592" y="1945"/>
                  <a:pt x="25592" y="1945"/>
                  <a:pt x="25622" y="1945"/>
                </a:cubicBezTo>
                <a:lnTo>
                  <a:pt x="25622" y="1945"/>
                </a:lnTo>
                <a:lnTo>
                  <a:pt x="25622" y="1975"/>
                </a:lnTo>
                <a:cubicBezTo>
                  <a:pt x="25622" y="1945"/>
                  <a:pt x="25622" y="1975"/>
                  <a:pt x="25622" y="1975"/>
                </a:cubicBezTo>
                <a:cubicBezTo>
                  <a:pt x="25653" y="1975"/>
                  <a:pt x="25653" y="1975"/>
                  <a:pt x="25653" y="1975"/>
                </a:cubicBezTo>
                <a:lnTo>
                  <a:pt x="25653" y="1975"/>
                </a:lnTo>
                <a:cubicBezTo>
                  <a:pt x="25683" y="1975"/>
                  <a:pt x="25653" y="1975"/>
                  <a:pt x="25653" y="1945"/>
                </a:cubicBezTo>
                <a:lnTo>
                  <a:pt x="25683" y="1945"/>
                </a:lnTo>
                <a:lnTo>
                  <a:pt x="25683" y="1945"/>
                </a:lnTo>
                <a:lnTo>
                  <a:pt x="25683" y="1945"/>
                </a:lnTo>
                <a:lnTo>
                  <a:pt x="25683" y="1945"/>
                </a:lnTo>
                <a:cubicBezTo>
                  <a:pt x="25715" y="1975"/>
                  <a:pt x="25683" y="1975"/>
                  <a:pt x="25715" y="1975"/>
                </a:cubicBezTo>
                <a:lnTo>
                  <a:pt x="25715" y="1975"/>
                </a:lnTo>
                <a:cubicBezTo>
                  <a:pt x="25715" y="1975"/>
                  <a:pt x="25715" y="1975"/>
                  <a:pt x="25715" y="2007"/>
                </a:cubicBezTo>
                <a:lnTo>
                  <a:pt x="25715" y="2007"/>
                </a:lnTo>
                <a:lnTo>
                  <a:pt x="25715" y="2007"/>
                </a:lnTo>
                <a:lnTo>
                  <a:pt x="25715" y="2007"/>
                </a:lnTo>
                <a:lnTo>
                  <a:pt x="25715" y="2007"/>
                </a:lnTo>
                <a:lnTo>
                  <a:pt x="25715" y="2007"/>
                </a:lnTo>
                <a:lnTo>
                  <a:pt x="25715" y="2007"/>
                </a:lnTo>
                <a:lnTo>
                  <a:pt x="25715" y="2007"/>
                </a:lnTo>
                <a:cubicBezTo>
                  <a:pt x="25746" y="2038"/>
                  <a:pt x="25746" y="2038"/>
                  <a:pt x="25746" y="2038"/>
                </a:cubicBezTo>
                <a:lnTo>
                  <a:pt x="25746" y="2038"/>
                </a:lnTo>
                <a:lnTo>
                  <a:pt x="25776" y="2038"/>
                </a:lnTo>
                <a:cubicBezTo>
                  <a:pt x="25776" y="2038"/>
                  <a:pt x="25776" y="2038"/>
                  <a:pt x="25808" y="2038"/>
                </a:cubicBezTo>
                <a:lnTo>
                  <a:pt x="25808" y="2038"/>
                </a:lnTo>
                <a:cubicBezTo>
                  <a:pt x="25776" y="2038"/>
                  <a:pt x="25808" y="2068"/>
                  <a:pt x="25808" y="2068"/>
                </a:cubicBezTo>
                <a:cubicBezTo>
                  <a:pt x="25776" y="2068"/>
                  <a:pt x="25808" y="2068"/>
                  <a:pt x="25808" y="2068"/>
                </a:cubicBezTo>
                <a:lnTo>
                  <a:pt x="25808" y="2068"/>
                </a:lnTo>
                <a:lnTo>
                  <a:pt x="25808" y="2068"/>
                </a:lnTo>
                <a:lnTo>
                  <a:pt x="25808" y="2068"/>
                </a:lnTo>
                <a:lnTo>
                  <a:pt x="25808" y="2068"/>
                </a:lnTo>
                <a:lnTo>
                  <a:pt x="25808" y="2068"/>
                </a:lnTo>
                <a:lnTo>
                  <a:pt x="25808" y="2068"/>
                </a:lnTo>
                <a:cubicBezTo>
                  <a:pt x="25839" y="2068"/>
                  <a:pt x="25839" y="2068"/>
                  <a:pt x="25839" y="2068"/>
                </a:cubicBezTo>
                <a:lnTo>
                  <a:pt x="25839" y="2068"/>
                </a:lnTo>
                <a:lnTo>
                  <a:pt x="25839" y="2068"/>
                </a:lnTo>
                <a:cubicBezTo>
                  <a:pt x="25839" y="2068"/>
                  <a:pt x="25839" y="2068"/>
                  <a:pt x="25839" y="2038"/>
                </a:cubicBezTo>
                <a:lnTo>
                  <a:pt x="25839" y="2038"/>
                </a:lnTo>
                <a:lnTo>
                  <a:pt x="25839" y="2038"/>
                </a:lnTo>
                <a:lnTo>
                  <a:pt x="25839" y="2038"/>
                </a:lnTo>
                <a:lnTo>
                  <a:pt x="25839" y="2038"/>
                </a:lnTo>
                <a:lnTo>
                  <a:pt x="25869" y="2038"/>
                </a:lnTo>
                <a:lnTo>
                  <a:pt x="25869" y="2038"/>
                </a:lnTo>
                <a:lnTo>
                  <a:pt x="25839" y="2038"/>
                </a:lnTo>
                <a:cubicBezTo>
                  <a:pt x="25839" y="2007"/>
                  <a:pt x="25869" y="2007"/>
                  <a:pt x="25869" y="2007"/>
                </a:cubicBezTo>
                <a:cubicBezTo>
                  <a:pt x="25869" y="2007"/>
                  <a:pt x="25869" y="2007"/>
                  <a:pt x="25839" y="2007"/>
                </a:cubicBezTo>
                <a:cubicBezTo>
                  <a:pt x="25869" y="2007"/>
                  <a:pt x="25869" y="2007"/>
                  <a:pt x="25869" y="2007"/>
                </a:cubicBezTo>
                <a:lnTo>
                  <a:pt x="25869" y="2007"/>
                </a:lnTo>
                <a:lnTo>
                  <a:pt x="25869" y="2007"/>
                </a:lnTo>
                <a:lnTo>
                  <a:pt x="25869" y="2007"/>
                </a:lnTo>
                <a:lnTo>
                  <a:pt x="25869" y="2007"/>
                </a:lnTo>
                <a:lnTo>
                  <a:pt x="25869" y="1975"/>
                </a:lnTo>
                <a:lnTo>
                  <a:pt x="25869" y="1975"/>
                </a:lnTo>
                <a:lnTo>
                  <a:pt x="25869" y="1975"/>
                </a:lnTo>
                <a:cubicBezTo>
                  <a:pt x="25900" y="1975"/>
                  <a:pt x="25900" y="1975"/>
                  <a:pt x="25900" y="1975"/>
                </a:cubicBezTo>
                <a:lnTo>
                  <a:pt x="25900" y="1975"/>
                </a:lnTo>
                <a:lnTo>
                  <a:pt x="25900" y="1975"/>
                </a:lnTo>
                <a:lnTo>
                  <a:pt x="25900" y="1975"/>
                </a:lnTo>
                <a:lnTo>
                  <a:pt x="25900" y="1975"/>
                </a:lnTo>
                <a:lnTo>
                  <a:pt x="25931" y="1975"/>
                </a:lnTo>
                <a:lnTo>
                  <a:pt x="25931" y="1975"/>
                </a:lnTo>
                <a:lnTo>
                  <a:pt x="25931" y="1975"/>
                </a:lnTo>
                <a:lnTo>
                  <a:pt x="25931" y="1975"/>
                </a:lnTo>
                <a:lnTo>
                  <a:pt x="25931" y="1975"/>
                </a:lnTo>
                <a:lnTo>
                  <a:pt x="25931" y="1975"/>
                </a:lnTo>
                <a:lnTo>
                  <a:pt x="25931" y="1975"/>
                </a:lnTo>
                <a:cubicBezTo>
                  <a:pt x="25900" y="1975"/>
                  <a:pt x="25900" y="1975"/>
                  <a:pt x="25900" y="1945"/>
                </a:cubicBezTo>
                <a:lnTo>
                  <a:pt x="25900" y="1945"/>
                </a:lnTo>
                <a:lnTo>
                  <a:pt x="25900" y="1945"/>
                </a:lnTo>
                <a:cubicBezTo>
                  <a:pt x="25869" y="1945"/>
                  <a:pt x="25869" y="1945"/>
                  <a:pt x="25869" y="1914"/>
                </a:cubicBezTo>
                <a:lnTo>
                  <a:pt x="25869" y="1914"/>
                </a:lnTo>
                <a:lnTo>
                  <a:pt x="25869" y="1914"/>
                </a:lnTo>
                <a:cubicBezTo>
                  <a:pt x="25869" y="1914"/>
                  <a:pt x="25839" y="1914"/>
                  <a:pt x="25869" y="1914"/>
                </a:cubicBezTo>
                <a:lnTo>
                  <a:pt x="25869" y="1914"/>
                </a:lnTo>
                <a:cubicBezTo>
                  <a:pt x="25869" y="1914"/>
                  <a:pt x="25839" y="1914"/>
                  <a:pt x="25839" y="1884"/>
                </a:cubicBezTo>
                <a:lnTo>
                  <a:pt x="25839" y="1884"/>
                </a:lnTo>
                <a:lnTo>
                  <a:pt x="25839" y="1884"/>
                </a:lnTo>
                <a:lnTo>
                  <a:pt x="25839" y="1884"/>
                </a:lnTo>
                <a:cubicBezTo>
                  <a:pt x="25839" y="1884"/>
                  <a:pt x="25839" y="1884"/>
                  <a:pt x="25869" y="1884"/>
                </a:cubicBezTo>
                <a:lnTo>
                  <a:pt x="25869" y="1884"/>
                </a:lnTo>
                <a:lnTo>
                  <a:pt x="25869" y="1884"/>
                </a:lnTo>
                <a:lnTo>
                  <a:pt x="25869" y="1884"/>
                </a:lnTo>
                <a:lnTo>
                  <a:pt x="25900" y="1884"/>
                </a:lnTo>
                <a:cubicBezTo>
                  <a:pt x="25900" y="1884"/>
                  <a:pt x="25900" y="1852"/>
                  <a:pt x="25900" y="1884"/>
                </a:cubicBezTo>
                <a:cubicBezTo>
                  <a:pt x="25931" y="1884"/>
                  <a:pt x="25931" y="1884"/>
                  <a:pt x="25931" y="1884"/>
                </a:cubicBezTo>
                <a:cubicBezTo>
                  <a:pt x="25962" y="1884"/>
                  <a:pt x="25962" y="1884"/>
                  <a:pt x="25962" y="1884"/>
                </a:cubicBezTo>
                <a:cubicBezTo>
                  <a:pt x="25993" y="1884"/>
                  <a:pt x="25993" y="1884"/>
                  <a:pt x="25993" y="1884"/>
                </a:cubicBezTo>
                <a:cubicBezTo>
                  <a:pt x="26023" y="1884"/>
                  <a:pt x="26023" y="1884"/>
                  <a:pt x="26023" y="1884"/>
                </a:cubicBezTo>
                <a:lnTo>
                  <a:pt x="25993" y="1884"/>
                </a:lnTo>
                <a:lnTo>
                  <a:pt x="25993" y="1884"/>
                </a:lnTo>
                <a:cubicBezTo>
                  <a:pt x="26023" y="1914"/>
                  <a:pt x="26023" y="1914"/>
                  <a:pt x="26023" y="1914"/>
                </a:cubicBezTo>
                <a:lnTo>
                  <a:pt x="26023" y="1914"/>
                </a:lnTo>
                <a:cubicBezTo>
                  <a:pt x="25993" y="1884"/>
                  <a:pt x="25993" y="1884"/>
                  <a:pt x="25993" y="1884"/>
                </a:cubicBezTo>
                <a:cubicBezTo>
                  <a:pt x="25962" y="1884"/>
                  <a:pt x="25962" y="1884"/>
                  <a:pt x="25962" y="1884"/>
                </a:cubicBezTo>
                <a:cubicBezTo>
                  <a:pt x="25931" y="1884"/>
                  <a:pt x="25931" y="1914"/>
                  <a:pt x="25931" y="1914"/>
                </a:cubicBezTo>
                <a:lnTo>
                  <a:pt x="25931" y="1914"/>
                </a:lnTo>
                <a:lnTo>
                  <a:pt x="25931" y="1914"/>
                </a:lnTo>
                <a:cubicBezTo>
                  <a:pt x="25931" y="1914"/>
                  <a:pt x="25931" y="1914"/>
                  <a:pt x="25962" y="1914"/>
                </a:cubicBezTo>
                <a:lnTo>
                  <a:pt x="25962" y="1945"/>
                </a:lnTo>
                <a:lnTo>
                  <a:pt x="25962" y="1945"/>
                </a:lnTo>
                <a:cubicBezTo>
                  <a:pt x="25962" y="1945"/>
                  <a:pt x="25962" y="1945"/>
                  <a:pt x="25993" y="1945"/>
                </a:cubicBezTo>
                <a:lnTo>
                  <a:pt x="25993" y="1975"/>
                </a:lnTo>
                <a:lnTo>
                  <a:pt x="25993" y="1975"/>
                </a:lnTo>
                <a:cubicBezTo>
                  <a:pt x="25993" y="1975"/>
                  <a:pt x="25993" y="1975"/>
                  <a:pt x="25993" y="2007"/>
                </a:cubicBezTo>
                <a:cubicBezTo>
                  <a:pt x="26023" y="2007"/>
                  <a:pt x="26023" y="2007"/>
                  <a:pt x="26023" y="2007"/>
                </a:cubicBezTo>
                <a:lnTo>
                  <a:pt x="26023" y="2007"/>
                </a:lnTo>
                <a:cubicBezTo>
                  <a:pt x="26055" y="2007"/>
                  <a:pt x="26023" y="2007"/>
                  <a:pt x="26023" y="2007"/>
                </a:cubicBezTo>
                <a:cubicBezTo>
                  <a:pt x="26055" y="2007"/>
                  <a:pt x="26055" y="2007"/>
                  <a:pt x="26055" y="2007"/>
                </a:cubicBezTo>
                <a:lnTo>
                  <a:pt x="26023" y="2038"/>
                </a:lnTo>
                <a:cubicBezTo>
                  <a:pt x="26023" y="2038"/>
                  <a:pt x="26055" y="2038"/>
                  <a:pt x="26023" y="2038"/>
                </a:cubicBezTo>
                <a:lnTo>
                  <a:pt x="26023" y="2038"/>
                </a:lnTo>
                <a:cubicBezTo>
                  <a:pt x="26055" y="2038"/>
                  <a:pt x="26086" y="2038"/>
                  <a:pt x="26055" y="2068"/>
                </a:cubicBezTo>
                <a:cubicBezTo>
                  <a:pt x="26055" y="2068"/>
                  <a:pt x="26055" y="2038"/>
                  <a:pt x="26055" y="2068"/>
                </a:cubicBezTo>
                <a:lnTo>
                  <a:pt x="26055" y="2068"/>
                </a:lnTo>
                <a:lnTo>
                  <a:pt x="26055" y="2068"/>
                </a:lnTo>
                <a:lnTo>
                  <a:pt x="26023" y="2068"/>
                </a:lnTo>
                <a:lnTo>
                  <a:pt x="26023" y="2068"/>
                </a:lnTo>
                <a:lnTo>
                  <a:pt x="26023" y="2068"/>
                </a:lnTo>
                <a:lnTo>
                  <a:pt x="26023" y="2068"/>
                </a:lnTo>
                <a:cubicBezTo>
                  <a:pt x="25993" y="2068"/>
                  <a:pt x="25993" y="2068"/>
                  <a:pt x="25993" y="2068"/>
                </a:cubicBezTo>
                <a:lnTo>
                  <a:pt x="25993" y="2099"/>
                </a:lnTo>
                <a:lnTo>
                  <a:pt x="25993" y="2099"/>
                </a:lnTo>
                <a:lnTo>
                  <a:pt x="25993" y="2099"/>
                </a:lnTo>
                <a:lnTo>
                  <a:pt x="25993" y="2099"/>
                </a:lnTo>
                <a:cubicBezTo>
                  <a:pt x="25993" y="2099"/>
                  <a:pt x="25993" y="2099"/>
                  <a:pt x="25993" y="2130"/>
                </a:cubicBezTo>
                <a:lnTo>
                  <a:pt x="25993" y="2130"/>
                </a:lnTo>
                <a:lnTo>
                  <a:pt x="25993" y="2130"/>
                </a:lnTo>
                <a:lnTo>
                  <a:pt x="25993" y="2130"/>
                </a:lnTo>
                <a:cubicBezTo>
                  <a:pt x="25993" y="2161"/>
                  <a:pt x="25993" y="2161"/>
                  <a:pt x="25993" y="2161"/>
                </a:cubicBezTo>
                <a:lnTo>
                  <a:pt x="25993" y="2192"/>
                </a:lnTo>
                <a:lnTo>
                  <a:pt x="25993" y="2192"/>
                </a:lnTo>
                <a:cubicBezTo>
                  <a:pt x="25962" y="2192"/>
                  <a:pt x="25962" y="2192"/>
                  <a:pt x="25962" y="2192"/>
                </a:cubicBezTo>
                <a:lnTo>
                  <a:pt x="25962" y="2192"/>
                </a:lnTo>
                <a:lnTo>
                  <a:pt x="25962" y="2222"/>
                </a:lnTo>
                <a:lnTo>
                  <a:pt x="25962" y="2222"/>
                </a:lnTo>
                <a:lnTo>
                  <a:pt x="25962" y="2222"/>
                </a:lnTo>
                <a:lnTo>
                  <a:pt x="25962" y="2222"/>
                </a:lnTo>
                <a:cubicBezTo>
                  <a:pt x="25962" y="2254"/>
                  <a:pt x="25962" y="2254"/>
                  <a:pt x="25962" y="2254"/>
                </a:cubicBezTo>
                <a:lnTo>
                  <a:pt x="25962" y="2254"/>
                </a:lnTo>
                <a:cubicBezTo>
                  <a:pt x="25993" y="2254"/>
                  <a:pt x="25962" y="2254"/>
                  <a:pt x="25962" y="2254"/>
                </a:cubicBezTo>
                <a:lnTo>
                  <a:pt x="25993" y="2285"/>
                </a:lnTo>
                <a:lnTo>
                  <a:pt x="25993" y="2285"/>
                </a:lnTo>
                <a:cubicBezTo>
                  <a:pt x="25962" y="2285"/>
                  <a:pt x="25962" y="2285"/>
                  <a:pt x="25962" y="2285"/>
                </a:cubicBezTo>
                <a:cubicBezTo>
                  <a:pt x="25962" y="2285"/>
                  <a:pt x="25993" y="2285"/>
                  <a:pt x="25993" y="2315"/>
                </a:cubicBezTo>
                <a:lnTo>
                  <a:pt x="25962" y="2285"/>
                </a:lnTo>
                <a:cubicBezTo>
                  <a:pt x="25962" y="2315"/>
                  <a:pt x="25962" y="2315"/>
                  <a:pt x="25962" y="2315"/>
                </a:cubicBezTo>
                <a:lnTo>
                  <a:pt x="25962" y="2315"/>
                </a:lnTo>
                <a:lnTo>
                  <a:pt x="25962" y="2315"/>
                </a:lnTo>
                <a:cubicBezTo>
                  <a:pt x="25962" y="2346"/>
                  <a:pt x="25962" y="2346"/>
                  <a:pt x="25962" y="2346"/>
                </a:cubicBezTo>
                <a:lnTo>
                  <a:pt x="25962" y="2346"/>
                </a:lnTo>
                <a:lnTo>
                  <a:pt x="25962" y="2346"/>
                </a:lnTo>
                <a:lnTo>
                  <a:pt x="25962" y="2346"/>
                </a:lnTo>
                <a:lnTo>
                  <a:pt x="25962" y="2346"/>
                </a:lnTo>
                <a:cubicBezTo>
                  <a:pt x="25931" y="2346"/>
                  <a:pt x="25931" y="2346"/>
                  <a:pt x="25931" y="2346"/>
                </a:cubicBezTo>
                <a:lnTo>
                  <a:pt x="25931" y="2346"/>
                </a:lnTo>
                <a:cubicBezTo>
                  <a:pt x="25900" y="2346"/>
                  <a:pt x="25900" y="2346"/>
                  <a:pt x="25900" y="2346"/>
                </a:cubicBezTo>
                <a:lnTo>
                  <a:pt x="25900" y="2346"/>
                </a:lnTo>
                <a:cubicBezTo>
                  <a:pt x="25900" y="2377"/>
                  <a:pt x="25931" y="2377"/>
                  <a:pt x="25900" y="2377"/>
                </a:cubicBezTo>
                <a:cubicBezTo>
                  <a:pt x="25900" y="2377"/>
                  <a:pt x="25900" y="2377"/>
                  <a:pt x="25869" y="2377"/>
                </a:cubicBezTo>
                <a:lnTo>
                  <a:pt x="25869" y="2377"/>
                </a:lnTo>
                <a:lnTo>
                  <a:pt x="25869" y="2377"/>
                </a:lnTo>
                <a:lnTo>
                  <a:pt x="25869" y="2377"/>
                </a:lnTo>
                <a:cubicBezTo>
                  <a:pt x="25869" y="2377"/>
                  <a:pt x="25900" y="2377"/>
                  <a:pt x="25900" y="2408"/>
                </a:cubicBezTo>
                <a:lnTo>
                  <a:pt x="25900" y="2408"/>
                </a:lnTo>
                <a:cubicBezTo>
                  <a:pt x="25900" y="2408"/>
                  <a:pt x="25900" y="2408"/>
                  <a:pt x="25931" y="2408"/>
                </a:cubicBezTo>
                <a:cubicBezTo>
                  <a:pt x="25931" y="2439"/>
                  <a:pt x="25931" y="2439"/>
                  <a:pt x="25931" y="2439"/>
                </a:cubicBezTo>
                <a:lnTo>
                  <a:pt x="25931" y="2439"/>
                </a:lnTo>
                <a:lnTo>
                  <a:pt x="25931" y="2439"/>
                </a:lnTo>
                <a:cubicBezTo>
                  <a:pt x="25931" y="2439"/>
                  <a:pt x="25931" y="2439"/>
                  <a:pt x="25900" y="2439"/>
                </a:cubicBezTo>
                <a:cubicBezTo>
                  <a:pt x="25931" y="2439"/>
                  <a:pt x="25931" y="2469"/>
                  <a:pt x="25931" y="2469"/>
                </a:cubicBezTo>
                <a:cubicBezTo>
                  <a:pt x="25900" y="2469"/>
                  <a:pt x="25900" y="2469"/>
                  <a:pt x="25900" y="2469"/>
                </a:cubicBezTo>
                <a:lnTo>
                  <a:pt x="25900" y="2469"/>
                </a:lnTo>
                <a:lnTo>
                  <a:pt x="25900" y="2469"/>
                </a:lnTo>
                <a:lnTo>
                  <a:pt x="25900" y="2469"/>
                </a:lnTo>
                <a:lnTo>
                  <a:pt x="25900" y="2501"/>
                </a:lnTo>
                <a:cubicBezTo>
                  <a:pt x="25931" y="2501"/>
                  <a:pt x="25931" y="2532"/>
                  <a:pt x="25931" y="2532"/>
                </a:cubicBezTo>
                <a:cubicBezTo>
                  <a:pt x="25931" y="2532"/>
                  <a:pt x="25931" y="2532"/>
                  <a:pt x="25962" y="2562"/>
                </a:cubicBezTo>
                <a:lnTo>
                  <a:pt x="25962" y="2562"/>
                </a:lnTo>
                <a:lnTo>
                  <a:pt x="25962" y="2562"/>
                </a:lnTo>
                <a:lnTo>
                  <a:pt x="25962" y="2562"/>
                </a:lnTo>
                <a:lnTo>
                  <a:pt x="25962" y="2562"/>
                </a:lnTo>
                <a:lnTo>
                  <a:pt x="25962" y="2593"/>
                </a:lnTo>
                <a:cubicBezTo>
                  <a:pt x="25993" y="2593"/>
                  <a:pt x="26023" y="2624"/>
                  <a:pt x="26023" y="2655"/>
                </a:cubicBezTo>
                <a:cubicBezTo>
                  <a:pt x="26055" y="2686"/>
                  <a:pt x="26086" y="2716"/>
                  <a:pt x="26147" y="2748"/>
                </a:cubicBezTo>
                <a:lnTo>
                  <a:pt x="26178" y="2778"/>
                </a:lnTo>
                <a:cubicBezTo>
                  <a:pt x="26209" y="2809"/>
                  <a:pt x="26240" y="2840"/>
                  <a:pt x="26270" y="2840"/>
                </a:cubicBezTo>
                <a:cubicBezTo>
                  <a:pt x="26270" y="2871"/>
                  <a:pt x="26301" y="2902"/>
                  <a:pt x="26332" y="2902"/>
                </a:cubicBezTo>
                <a:cubicBezTo>
                  <a:pt x="26332" y="2933"/>
                  <a:pt x="26363" y="2933"/>
                  <a:pt x="26363" y="2933"/>
                </a:cubicBezTo>
                <a:lnTo>
                  <a:pt x="26363" y="2933"/>
                </a:lnTo>
                <a:lnTo>
                  <a:pt x="26363" y="2933"/>
                </a:lnTo>
                <a:lnTo>
                  <a:pt x="26363" y="2933"/>
                </a:lnTo>
                <a:lnTo>
                  <a:pt x="26363" y="2933"/>
                </a:lnTo>
                <a:cubicBezTo>
                  <a:pt x="26363" y="2933"/>
                  <a:pt x="26363" y="2933"/>
                  <a:pt x="26394" y="2963"/>
                </a:cubicBezTo>
                <a:cubicBezTo>
                  <a:pt x="26394" y="2963"/>
                  <a:pt x="26425" y="2963"/>
                  <a:pt x="26425" y="2995"/>
                </a:cubicBezTo>
                <a:lnTo>
                  <a:pt x="26456" y="3025"/>
                </a:lnTo>
                <a:cubicBezTo>
                  <a:pt x="26456" y="3056"/>
                  <a:pt x="26487" y="3056"/>
                  <a:pt x="26487" y="3056"/>
                </a:cubicBezTo>
                <a:lnTo>
                  <a:pt x="26487" y="3056"/>
                </a:lnTo>
                <a:lnTo>
                  <a:pt x="26517" y="3056"/>
                </a:lnTo>
                <a:cubicBezTo>
                  <a:pt x="26517" y="3087"/>
                  <a:pt x="26517" y="3087"/>
                  <a:pt x="26517" y="3087"/>
                </a:cubicBezTo>
                <a:lnTo>
                  <a:pt x="26549" y="3087"/>
                </a:lnTo>
                <a:lnTo>
                  <a:pt x="26549" y="3118"/>
                </a:lnTo>
                <a:lnTo>
                  <a:pt x="26549" y="3087"/>
                </a:lnTo>
                <a:lnTo>
                  <a:pt x="26549" y="3087"/>
                </a:lnTo>
                <a:lnTo>
                  <a:pt x="26549" y="3087"/>
                </a:lnTo>
                <a:lnTo>
                  <a:pt x="26549" y="3087"/>
                </a:lnTo>
                <a:cubicBezTo>
                  <a:pt x="26549" y="3087"/>
                  <a:pt x="26549" y="3087"/>
                  <a:pt x="26549" y="3056"/>
                </a:cubicBezTo>
                <a:lnTo>
                  <a:pt x="26549" y="3056"/>
                </a:lnTo>
                <a:lnTo>
                  <a:pt x="26579" y="3056"/>
                </a:lnTo>
                <a:lnTo>
                  <a:pt x="26549" y="3056"/>
                </a:lnTo>
                <a:cubicBezTo>
                  <a:pt x="26549" y="3056"/>
                  <a:pt x="26549" y="3056"/>
                  <a:pt x="26579" y="3025"/>
                </a:cubicBezTo>
                <a:lnTo>
                  <a:pt x="26579" y="3025"/>
                </a:lnTo>
                <a:lnTo>
                  <a:pt x="26579" y="3025"/>
                </a:lnTo>
                <a:lnTo>
                  <a:pt x="26579" y="3025"/>
                </a:lnTo>
                <a:cubicBezTo>
                  <a:pt x="26579" y="3025"/>
                  <a:pt x="26579" y="3025"/>
                  <a:pt x="26579" y="2995"/>
                </a:cubicBezTo>
                <a:lnTo>
                  <a:pt x="26579" y="2995"/>
                </a:lnTo>
                <a:lnTo>
                  <a:pt x="26579" y="2995"/>
                </a:lnTo>
                <a:lnTo>
                  <a:pt x="26579" y="2995"/>
                </a:lnTo>
                <a:cubicBezTo>
                  <a:pt x="26579" y="2963"/>
                  <a:pt x="26579" y="2963"/>
                  <a:pt x="26579" y="2963"/>
                </a:cubicBezTo>
                <a:lnTo>
                  <a:pt x="26579" y="2963"/>
                </a:lnTo>
                <a:lnTo>
                  <a:pt x="26579" y="2963"/>
                </a:lnTo>
                <a:cubicBezTo>
                  <a:pt x="26549" y="2963"/>
                  <a:pt x="26579" y="2963"/>
                  <a:pt x="26579" y="2963"/>
                </a:cubicBezTo>
                <a:lnTo>
                  <a:pt x="26579" y="2963"/>
                </a:lnTo>
                <a:lnTo>
                  <a:pt x="26579" y="2963"/>
                </a:lnTo>
                <a:cubicBezTo>
                  <a:pt x="26549" y="2963"/>
                  <a:pt x="26579" y="2933"/>
                  <a:pt x="26549" y="2933"/>
                </a:cubicBezTo>
                <a:lnTo>
                  <a:pt x="26549" y="2933"/>
                </a:lnTo>
                <a:lnTo>
                  <a:pt x="26549" y="2933"/>
                </a:lnTo>
                <a:lnTo>
                  <a:pt x="26549" y="2933"/>
                </a:lnTo>
                <a:lnTo>
                  <a:pt x="26549" y="2933"/>
                </a:lnTo>
                <a:lnTo>
                  <a:pt x="26517" y="2933"/>
                </a:lnTo>
                <a:lnTo>
                  <a:pt x="26549" y="2933"/>
                </a:lnTo>
                <a:lnTo>
                  <a:pt x="26549" y="2902"/>
                </a:lnTo>
                <a:cubicBezTo>
                  <a:pt x="26517" y="2902"/>
                  <a:pt x="26517" y="2902"/>
                  <a:pt x="26517" y="2902"/>
                </a:cubicBezTo>
                <a:lnTo>
                  <a:pt x="26517" y="2902"/>
                </a:lnTo>
                <a:lnTo>
                  <a:pt x="26517" y="2902"/>
                </a:lnTo>
                <a:lnTo>
                  <a:pt x="26517" y="2902"/>
                </a:lnTo>
                <a:cubicBezTo>
                  <a:pt x="26517" y="2902"/>
                  <a:pt x="26517" y="2871"/>
                  <a:pt x="26517" y="2902"/>
                </a:cubicBezTo>
                <a:lnTo>
                  <a:pt x="26517" y="2902"/>
                </a:lnTo>
                <a:lnTo>
                  <a:pt x="26487" y="2902"/>
                </a:lnTo>
                <a:cubicBezTo>
                  <a:pt x="26487" y="2871"/>
                  <a:pt x="26487" y="2871"/>
                  <a:pt x="26487" y="2871"/>
                </a:cubicBezTo>
                <a:lnTo>
                  <a:pt x="26487" y="2871"/>
                </a:lnTo>
                <a:lnTo>
                  <a:pt x="26487" y="2871"/>
                </a:lnTo>
                <a:cubicBezTo>
                  <a:pt x="26517" y="2871"/>
                  <a:pt x="26517" y="2871"/>
                  <a:pt x="26517" y="2871"/>
                </a:cubicBezTo>
                <a:lnTo>
                  <a:pt x="26517" y="2902"/>
                </a:lnTo>
                <a:lnTo>
                  <a:pt x="26517" y="2871"/>
                </a:lnTo>
                <a:lnTo>
                  <a:pt x="26549" y="2871"/>
                </a:lnTo>
                <a:lnTo>
                  <a:pt x="26549" y="2871"/>
                </a:lnTo>
                <a:lnTo>
                  <a:pt x="26549" y="2871"/>
                </a:lnTo>
                <a:lnTo>
                  <a:pt x="26549" y="2871"/>
                </a:lnTo>
                <a:cubicBezTo>
                  <a:pt x="26549" y="2840"/>
                  <a:pt x="26549" y="2840"/>
                  <a:pt x="26549" y="2840"/>
                </a:cubicBezTo>
                <a:lnTo>
                  <a:pt x="26579" y="2840"/>
                </a:lnTo>
                <a:lnTo>
                  <a:pt x="26579" y="2840"/>
                </a:lnTo>
                <a:lnTo>
                  <a:pt x="26579" y="2840"/>
                </a:lnTo>
                <a:cubicBezTo>
                  <a:pt x="26579" y="2871"/>
                  <a:pt x="26610" y="2871"/>
                  <a:pt x="26610" y="2871"/>
                </a:cubicBezTo>
                <a:lnTo>
                  <a:pt x="26610" y="2871"/>
                </a:lnTo>
                <a:lnTo>
                  <a:pt x="26610" y="2840"/>
                </a:lnTo>
                <a:cubicBezTo>
                  <a:pt x="26579" y="2840"/>
                  <a:pt x="26610" y="2840"/>
                  <a:pt x="26610" y="2871"/>
                </a:cubicBezTo>
                <a:cubicBezTo>
                  <a:pt x="26610" y="2840"/>
                  <a:pt x="26579" y="2840"/>
                  <a:pt x="26579" y="2840"/>
                </a:cubicBezTo>
                <a:lnTo>
                  <a:pt x="26579" y="2840"/>
                </a:lnTo>
                <a:lnTo>
                  <a:pt x="26579" y="2840"/>
                </a:lnTo>
                <a:lnTo>
                  <a:pt x="26579" y="2840"/>
                </a:lnTo>
                <a:cubicBezTo>
                  <a:pt x="26549" y="2840"/>
                  <a:pt x="26549" y="2840"/>
                  <a:pt x="26549" y="2840"/>
                </a:cubicBezTo>
                <a:cubicBezTo>
                  <a:pt x="26549" y="2809"/>
                  <a:pt x="26549" y="2840"/>
                  <a:pt x="26549" y="2840"/>
                </a:cubicBezTo>
                <a:cubicBezTo>
                  <a:pt x="26579" y="2840"/>
                  <a:pt x="26579" y="2840"/>
                  <a:pt x="26579" y="2840"/>
                </a:cubicBezTo>
                <a:cubicBezTo>
                  <a:pt x="26579" y="2809"/>
                  <a:pt x="26549" y="2809"/>
                  <a:pt x="26549" y="2809"/>
                </a:cubicBezTo>
                <a:lnTo>
                  <a:pt x="26549" y="2809"/>
                </a:lnTo>
                <a:lnTo>
                  <a:pt x="26549" y="2809"/>
                </a:lnTo>
                <a:cubicBezTo>
                  <a:pt x="26517" y="2778"/>
                  <a:pt x="26517" y="2778"/>
                  <a:pt x="26517" y="2778"/>
                </a:cubicBezTo>
                <a:cubicBezTo>
                  <a:pt x="26517" y="2778"/>
                  <a:pt x="26517" y="2778"/>
                  <a:pt x="26517" y="2748"/>
                </a:cubicBezTo>
                <a:lnTo>
                  <a:pt x="26517" y="2748"/>
                </a:lnTo>
                <a:lnTo>
                  <a:pt x="26517" y="2748"/>
                </a:lnTo>
                <a:lnTo>
                  <a:pt x="26517" y="2748"/>
                </a:lnTo>
                <a:lnTo>
                  <a:pt x="26517" y="2748"/>
                </a:lnTo>
                <a:cubicBezTo>
                  <a:pt x="26517" y="2716"/>
                  <a:pt x="26517" y="2716"/>
                  <a:pt x="26517" y="2716"/>
                </a:cubicBezTo>
                <a:cubicBezTo>
                  <a:pt x="26549" y="2716"/>
                  <a:pt x="26549" y="2716"/>
                  <a:pt x="26549" y="2716"/>
                </a:cubicBezTo>
                <a:cubicBezTo>
                  <a:pt x="26579" y="2716"/>
                  <a:pt x="26579" y="2716"/>
                  <a:pt x="26579" y="2716"/>
                </a:cubicBezTo>
                <a:lnTo>
                  <a:pt x="26610" y="2716"/>
                </a:lnTo>
                <a:lnTo>
                  <a:pt x="26610" y="2716"/>
                </a:lnTo>
                <a:lnTo>
                  <a:pt x="26610" y="2716"/>
                </a:lnTo>
                <a:lnTo>
                  <a:pt x="26610" y="2716"/>
                </a:lnTo>
                <a:cubicBezTo>
                  <a:pt x="26610" y="2716"/>
                  <a:pt x="26610" y="2716"/>
                  <a:pt x="26610" y="2686"/>
                </a:cubicBezTo>
                <a:lnTo>
                  <a:pt x="26610" y="2686"/>
                </a:lnTo>
                <a:lnTo>
                  <a:pt x="26610" y="2686"/>
                </a:lnTo>
                <a:lnTo>
                  <a:pt x="26610" y="2686"/>
                </a:lnTo>
                <a:lnTo>
                  <a:pt x="26579" y="2655"/>
                </a:lnTo>
                <a:lnTo>
                  <a:pt x="26579" y="2655"/>
                </a:lnTo>
                <a:cubicBezTo>
                  <a:pt x="26549" y="2655"/>
                  <a:pt x="26549" y="2655"/>
                  <a:pt x="26549" y="2655"/>
                </a:cubicBezTo>
                <a:cubicBezTo>
                  <a:pt x="26517" y="2624"/>
                  <a:pt x="26517" y="2624"/>
                  <a:pt x="26517" y="2593"/>
                </a:cubicBezTo>
                <a:cubicBezTo>
                  <a:pt x="26487" y="2593"/>
                  <a:pt x="26487" y="2593"/>
                  <a:pt x="26487" y="2593"/>
                </a:cubicBezTo>
                <a:cubicBezTo>
                  <a:pt x="26487" y="2593"/>
                  <a:pt x="26487" y="2593"/>
                  <a:pt x="26487" y="2562"/>
                </a:cubicBezTo>
                <a:lnTo>
                  <a:pt x="26487" y="2562"/>
                </a:lnTo>
                <a:lnTo>
                  <a:pt x="26487" y="2562"/>
                </a:lnTo>
                <a:cubicBezTo>
                  <a:pt x="26487" y="2532"/>
                  <a:pt x="26487" y="2532"/>
                  <a:pt x="26487" y="2532"/>
                </a:cubicBezTo>
                <a:lnTo>
                  <a:pt x="26487" y="2532"/>
                </a:lnTo>
                <a:lnTo>
                  <a:pt x="26487" y="2532"/>
                </a:lnTo>
                <a:cubicBezTo>
                  <a:pt x="26487" y="2532"/>
                  <a:pt x="26487" y="2532"/>
                  <a:pt x="26456" y="2532"/>
                </a:cubicBezTo>
                <a:cubicBezTo>
                  <a:pt x="26487" y="2532"/>
                  <a:pt x="26487" y="2501"/>
                  <a:pt x="26487" y="2501"/>
                </a:cubicBezTo>
                <a:cubicBezTo>
                  <a:pt x="26487" y="2501"/>
                  <a:pt x="26487" y="2532"/>
                  <a:pt x="26487" y="2501"/>
                </a:cubicBezTo>
                <a:lnTo>
                  <a:pt x="26487" y="2501"/>
                </a:lnTo>
                <a:lnTo>
                  <a:pt x="26487" y="2501"/>
                </a:lnTo>
                <a:cubicBezTo>
                  <a:pt x="26487" y="2501"/>
                  <a:pt x="26487" y="2501"/>
                  <a:pt x="26517" y="2501"/>
                </a:cubicBezTo>
                <a:cubicBezTo>
                  <a:pt x="26517" y="2501"/>
                  <a:pt x="26487" y="2501"/>
                  <a:pt x="26517" y="2501"/>
                </a:cubicBezTo>
                <a:lnTo>
                  <a:pt x="26517" y="2501"/>
                </a:lnTo>
                <a:lnTo>
                  <a:pt x="26517" y="2501"/>
                </a:lnTo>
                <a:cubicBezTo>
                  <a:pt x="26517" y="2501"/>
                  <a:pt x="26517" y="2501"/>
                  <a:pt x="26517" y="2532"/>
                </a:cubicBezTo>
                <a:lnTo>
                  <a:pt x="26517" y="2532"/>
                </a:lnTo>
                <a:cubicBezTo>
                  <a:pt x="26517" y="2532"/>
                  <a:pt x="26487" y="2532"/>
                  <a:pt x="26517" y="2532"/>
                </a:cubicBezTo>
                <a:cubicBezTo>
                  <a:pt x="26517" y="2532"/>
                  <a:pt x="26517" y="2532"/>
                  <a:pt x="26487" y="2532"/>
                </a:cubicBezTo>
                <a:cubicBezTo>
                  <a:pt x="26517" y="2532"/>
                  <a:pt x="26517" y="2532"/>
                  <a:pt x="26517" y="2562"/>
                </a:cubicBezTo>
                <a:cubicBezTo>
                  <a:pt x="26549" y="2562"/>
                  <a:pt x="26549" y="2562"/>
                  <a:pt x="26549" y="2562"/>
                </a:cubicBezTo>
                <a:lnTo>
                  <a:pt x="26549" y="2562"/>
                </a:lnTo>
                <a:lnTo>
                  <a:pt x="26549" y="2562"/>
                </a:lnTo>
                <a:cubicBezTo>
                  <a:pt x="26549" y="2532"/>
                  <a:pt x="26579" y="2532"/>
                  <a:pt x="26579" y="2532"/>
                </a:cubicBezTo>
                <a:cubicBezTo>
                  <a:pt x="26579" y="2532"/>
                  <a:pt x="26579" y="2532"/>
                  <a:pt x="26549" y="2532"/>
                </a:cubicBezTo>
                <a:lnTo>
                  <a:pt x="26549" y="2532"/>
                </a:lnTo>
                <a:cubicBezTo>
                  <a:pt x="26549" y="2532"/>
                  <a:pt x="26549" y="2532"/>
                  <a:pt x="26549" y="2501"/>
                </a:cubicBezTo>
                <a:cubicBezTo>
                  <a:pt x="26517" y="2501"/>
                  <a:pt x="26517" y="2501"/>
                  <a:pt x="26517" y="2501"/>
                </a:cubicBezTo>
                <a:cubicBezTo>
                  <a:pt x="26517" y="2469"/>
                  <a:pt x="26487" y="2469"/>
                  <a:pt x="26487" y="2469"/>
                </a:cubicBezTo>
                <a:lnTo>
                  <a:pt x="26487" y="2469"/>
                </a:lnTo>
                <a:cubicBezTo>
                  <a:pt x="26487" y="2469"/>
                  <a:pt x="26487" y="2469"/>
                  <a:pt x="26487" y="2501"/>
                </a:cubicBezTo>
                <a:cubicBezTo>
                  <a:pt x="26456" y="2501"/>
                  <a:pt x="26456" y="2469"/>
                  <a:pt x="26456" y="2469"/>
                </a:cubicBezTo>
                <a:lnTo>
                  <a:pt x="26425" y="2439"/>
                </a:lnTo>
                <a:cubicBezTo>
                  <a:pt x="26425" y="2439"/>
                  <a:pt x="26394" y="2439"/>
                  <a:pt x="26394" y="2408"/>
                </a:cubicBezTo>
                <a:lnTo>
                  <a:pt x="26394" y="2408"/>
                </a:lnTo>
                <a:lnTo>
                  <a:pt x="26394" y="2408"/>
                </a:lnTo>
                <a:lnTo>
                  <a:pt x="26394" y="2408"/>
                </a:lnTo>
                <a:lnTo>
                  <a:pt x="26394" y="2408"/>
                </a:lnTo>
                <a:cubicBezTo>
                  <a:pt x="26394" y="2408"/>
                  <a:pt x="26394" y="2408"/>
                  <a:pt x="26394" y="2377"/>
                </a:cubicBezTo>
                <a:lnTo>
                  <a:pt x="26394" y="2377"/>
                </a:lnTo>
                <a:lnTo>
                  <a:pt x="26394" y="2377"/>
                </a:lnTo>
                <a:cubicBezTo>
                  <a:pt x="26394" y="2377"/>
                  <a:pt x="26394" y="2377"/>
                  <a:pt x="26363" y="2377"/>
                </a:cubicBezTo>
                <a:lnTo>
                  <a:pt x="26363" y="2377"/>
                </a:lnTo>
                <a:lnTo>
                  <a:pt x="26363" y="2377"/>
                </a:lnTo>
                <a:cubicBezTo>
                  <a:pt x="26332" y="2346"/>
                  <a:pt x="26332" y="2346"/>
                  <a:pt x="26332" y="2346"/>
                </a:cubicBezTo>
                <a:cubicBezTo>
                  <a:pt x="26301" y="2346"/>
                  <a:pt x="26301" y="2377"/>
                  <a:pt x="26332" y="2377"/>
                </a:cubicBezTo>
                <a:lnTo>
                  <a:pt x="26332" y="2377"/>
                </a:lnTo>
                <a:lnTo>
                  <a:pt x="26332" y="2377"/>
                </a:lnTo>
                <a:cubicBezTo>
                  <a:pt x="26332" y="2377"/>
                  <a:pt x="26332" y="2377"/>
                  <a:pt x="26301" y="2377"/>
                </a:cubicBezTo>
                <a:lnTo>
                  <a:pt x="26301" y="2377"/>
                </a:lnTo>
                <a:cubicBezTo>
                  <a:pt x="26301" y="2377"/>
                  <a:pt x="26301" y="2377"/>
                  <a:pt x="26270" y="2377"/>
                </a:cubicBezTo>
                <a:cubicBezTo>
                  <a:pt x="26270" y="2346"/>
                  <a:pt x="26240" y="2346"/>
                  <a:pt x="26240" y="2346"/>
                </a:cubicBezTo>
                <a:lnTo>
                  <a:pt x="26240" y="2315"/>
                </a:lnTo>
                <a:cubicBezTo>
                  <a:pt x="26209" y="2315"/>
                  <a:pt x="26209" y="2285"/>
                  <a:pt x="26209" y="2285"/>
                </a:cubicBezTo>
                <a:lnTo>
                  <a:pt x="26209" y="2285"/>
                </a:lnTo>
                <a:lnTo>
                  <a:pt x="26240" y="2254"/>
                </a:lnTo>
                <a:lnTo>
                  <a:pt x="26209" y="2254"/>
                </a:lnTo>
                <a:lnTo>
                  <a:pt x="26209" y="2254"/>
                </a:lnTo>
                <a:lnTo>
                  <a:pt x="26209" y="2254"/>
                </a:lnTo>
                <a:lnTo>
                  <a:pt x="26240" y="2254"/>
                </a:lnTo>
                <a:cubicBezTo>
                  <a:pt x="26240" y="2254"/>
                  <a:pt x="26209" y="2254"/>
                  <a:pt x="26209" y="2222"/>
                </a:cubicBezTo>
                <a:lnTo>
                  <a:pt x="26209" y="2222"/>
                </a:lnTo>
                <a:lnTo>
                  <a:pt x="26209" y="2222"/>
                </a:lnTo>
                <a:lnTo>
                  <a:pt x="26209" y="2222"/>
                </a:lnTo>
                <a:lnTo>
                  <a:pt x="26209" y="2222"/>
                </a:lnTo>
                <a:cubicBezTo>
                  <a:pt x="26240" y="2222"/>
                  <a:pt x="26240" y="2222"/>
                  <a:pt x="26240" y="2222"/>
                </a:cubicBezTo>
                <a:cubicBezTo>
                  <a:pt x="26240" y="2254"/>
                  <a:pt x="26240" y="2254"/>
                  <a:pt x="26240" y="2254"/>
                </a:cubicBezTo>
                <a:lnTo>
                  <a:pt x="26240" y="2222"/>
                </a:lnTo>
                <a:lnTo>
                  <a:pt x="26209" y="2222"/>
                </a:lnTo>
                <a:lnTo>
                  <a:pt x="26209" y="2222"/>
                </a:lnTo>
                <a:lnTo>
                  <a:pt x="26209" y="2222"/>
                </a:lnTo>
                <a:cubicBezTo>
                  <a:pt x="26209" y="2222"/>
                  <a:pt x="26240" y="2222"/>
                  <a:pt x="26209" y="2222"/>
                </a:cubicBezTo>
                <a:lnTo>
                  <a:pt x="26209" y="2192"/>
                </a:lnTo>
                <a:lnTo>
                  <a:pt x="26178" y="2192"/>
                </a:lnTo>
                <a:lnTo>
                  <a:pt x="26178" y="2192"/>
                </a:lnTo>
                <a:lnTo>
                  <a:pt x="26178" y="2192"/>
                </a:lnTo>
                <a:lnTo>
                  <a:pt x="26178" y="2192"/>
                </a:lnTo>
                <a:lnTo>
                  <a:pt x="26178" y="2192"/>
                </a:lnTo>
                <a:cubicBezTo>
                  <a:pt x="26178" y="2161"/>
                  <a:pt x="26178" y="2161"/>
                  <a:pt x="26178" y="2161"/>
                </a:cubicBezTo>
                <a:lnTo>
                  <a:pt x="26178" y="2161"/>
                </a:lnTo>
                <a:lnTo>
                  <a:pt x="26178" y="2161"/>
                </a:lnTo>
                <a:lnTo>
                  <a:pt x="26178" y="2161"/>
                </a:lnTo>
                <a:lnTo>
                  <a:pt x="26178" y="2161"/>
                </a:lnTo>
                <a:cubicBezTo>
                  <a:pt x="26178" y="2130"/>
                  <a:pt x="26178" y="2161"/>
                  <a:pt x="26178" y="2161"/>
                </a:cubicBezTo>
                <a:lnTo>
                  <a:pt x="26147" y="2130"/>
                </a:lnTo>
                <a:cubicBezTo>
                  <a:pt x="26178" y="2130"/>
                  <a:pt x="26178" y="2130"/>
                  <a:pt x="26178" y="2130"/>
                </a:cubicBezTo>
                <a:lnTo>
                  <a:pt x="26209" y="2130"/>
                </a:lnTo>
                <a:lnTo>
                  <a:pt x="26209" y="2130"/>
                </a:lnTo>
                <a:cubicBezTo>
                  <a:pt x="26209" y="2161"/>
                  <a:pt x="26209" y="2161"/>
                  <a:pt x="26209" y="2161"/>
                </a:cubicBezTo>
                <a:cubicBezTo>
                  <a:pt x="26209" y="2161"/>
                  <a:pt x="26209" y="2161"/>
                  <a:pt x="26240" y="2161"/>
                </a:cubicBezTo>
                <a:cubicBezTo>
                  <a:pt x="26209" y="2161"/>
                  <a:pt x="26209" y="2161"/>
                  <a:pt x="26209" y="2161"/>
                </a:cubicBezTo>
                <a:cubicBezTo>
                  <a:pt x="26209" y="2130"/>
                  <a:pt x="26209" y="2161"/>
                  <a:pt x="26209" y="2130"/>
                </a:cubicBezTo>
                <a:lnTo>
                  <a:pt x="26209" y="2130"/>
                </a:lnTo>
                <a:lnTo>
                  <a:pt x="26209" y="2130"/>
                </a:lnTo>
                <a:cubicBezTo>
                  <a:pt x="26240" y="2130"/>
                  <a:pt x="26240" y="2130"/>
                  <a:pt x="26270" y="2161"/>
                </a:cubicBezTo>
                <a:lnTo>
                  <a:pt x="26270" y="2161"/>
                </a:lnTo>
                <a:lnTo>
                  <a:pt x="26270" y="2161"/>
                </a:lnTo>
                <a:cubicBezTo>
                  <a:pt x="26301" y="2161"/>
                  <a:pt x="26270" y="2161"/>
                  <a:pt x="26301" y="2161"/>
                </a:cubicBezTo>
                <a:lnTo>
                  <a:pt x="26301" y="2161"/>
                </a:lnTo>
                <a:lnTo>
                  <a:pt x="26301" y="2161"/>
                </a:lnTo>
                <a:cubicBezTo>
                  <a:pt x="26301" y="2130"/>
                  <a:pt x="26301" y="2130"/>
                  <a:pt x="26270" y="2130"/>
                </a:cubicBezTo>
                <a:lnTo>
                  <a:pt x="26270" y="2130"/>
                </a:lnTo>
                <a:lnTo>
                  <a:pt x="26270" y="2130"/>
                </a:lnTo>
                <a:lnTo>
                  <a:pt x="26270" y="2130"/>
                </a:lnTo>
                <a:lnTo>
                  <a:pt x="26270" y="2130"/>
                </a:lnTo>
                <a:lnTo>
                  <a:pt x="26270" y="2130"/>
                </a:lnTo>
                <a:lnTo>
                  <a:pt x="26270" y="2130"/>
                </a:lnTo>
                <a:lnTo>
                  <a:pt x="26270" y="2130"/>
                </a:lnTo>
                <a:lnTo>
                  <a:pt x="26270" y="2130"/>
                </a:lnTo>
                <a:lnTo>
                  <a:pt x="26270" y="2130"/>
                </a:lnTo>
                <a:lnTo>
                  <a:pt x="26270" y="2130"/>
                </a:lnTo>
                <a:cubicBezTo>
                  <a:pt x="26301" y="2130"/>
                  <a:pt x="26301" y="2099"/>
                  <a:pt x="26301" y="2099"/>
                </a:cubicBezTo>
                <a:lnTo>
                  <a:pt x="26301" y="2099"/>
                </a:lnTo>
                <a:cubicBezTo>
                  <a:pt x="26301" y="2099"/>
                  <a:pt x="26301" y="2099"/>
                  <a:pt x="26332" y="2099"/>
                </a:cubicBezTo>
                <a:lnTo>
                  <a:pt x="26332" y="2099"/>
                </a:lnTo>
                <a:lnTo>
                  <a:pt x="26332" y="2099"/>
                </a:lnTo>
                <a:cubicBezTo>
                  <a:pt x="26332" y="2099"/>
                  <a:pt x="26332" y="2130"/>
                  <a:pt x="26363" y="2130"/>
                </a:cubicBezTo>
                <a:lnTo>
                  <a:pt x="26363" y="2130"/>
                </a:lnTo>
                <a:lnTo>
                  <a:pt x="26363" y="2130"/>
                </a:lnTo>
                <a:cubicBezTo>
                  <a:pt x="26363" y="2161"/>
                  <a:pt x="26363" y="2161"/>
                  <a:pt x="26394" y="2161"/>
                </a:cubicBezTo>
                <a:lnTo>
                  <a:pt x="26394" y="2161"/>
                </a:lnTo>
                <a:lnTo>
                  <a:pt x="26394" y="2130"/>
                </a:lnTo>
                <a:lnTo>
                  <a:pt x="26394" y="2130"/>
                </a:lnTo>
                <a:lnTo>
                  <a:pt x="26394" y="2130"/>
                </a:lnTo>
                <a:lnTo>
                  <a:pt x="26394" y="2130"/>
                </a:lnTo>
                <a:lnTo>
                  <a:pt x="26394" y="2099"/>
                </a:lnTo>
                <a:lnTo>
                  <a:pt x="26394" y="2099"/>
                </a:lnTo>
                <a:lnTo>
                  <a:pt x="26394" y="2099"/>
                </a:lnTo>
                <a:lnTo>
                  <a:pt x="26394" y="2099"/>
                </a:lnTo>
                <a:cubicBezTo>
                  <a:pt x="26394" y="2099"/>
                  <a:pt x="26425" y="2099"/>
                  <a:pt x="26394" y="2099"/>
                </a:cubicBezTo>
                <a:lnTo>
                  <a:pt x="26425" y="2099"/>
                </a:lnTo>
                <a:lnTo>
                  <a:pt x="26394" y="2099"/>
                </a:lnTo>
                <a:lnTo>
                  <a:pt x="26425" y="2099"/>
                </a:lnTo>
                <a:lnTo>
                  <a:pt x="26425" y="2099"/>
                </a:lnTo>
                <a:lnTo>
                  <a:pt x="26425" y="2099"/>
                </a:lnTo>
                <a:lnTo>
                  <a:pt x="26425" y="2099"/>
                </a:lnTo>
                <a:cubicBezTo>
                  <a:pt x="26456" y="2099"/>
                  <a:pt x="26456" y="2099"/>
                  <a:pt x="26456" y="2068"/>
                </a:cubicBezTo>
                <a:lnTo>
                  <a:pt x="26487" y="2068"/>
                </a:lnTo>
                <a:cubicBezTo>
                  <a:pt x="26487" y="2099"/>
                  <a:pt x="26487" y="2099"/>
                  <a:pt x="26487" y="2099"/>
                </a:cubicBezTo>
                <a:lnTo>
                  <a:pt x="26517" y="2099"/>
                </a:lnTo>
                <a:cubicBezTo>
                  <a:pt x="26517" y="2099"/>
                  <a:pt x="26517" y="2099"/>
                  <a:pt x="26549" y="2099"/>
                </a:cubicBezTo>
                <a:lnTo>
                  <a:pt x="26549" y="2068"/>
                </a:lnTo>
                <a:lnTo>
                  <a:pt x="26549" y="2068"/>
                </a:lnTo>
                <a:lnTo>
                  <a:pt x="26549" y="2068"/>
                </a:lnTo>
                <a:cubicBezTo>
                  <a:pt x="26549" y="2068"/>
                  <a:pt x="26549" y="2068"/>
                  <a:pt x="26549" y="2099"/>
                </a:cubicBezTo>
                <a:lnTo>
                  <a:pt x="26549" y="2099"/>
                </a:lnTo>
                <a:cubicBezTo>
                  <a:pt x="26549" y="2099"/>
                  <a:pt x="26549" y="2099"/>
                  <a:pt x="26579" y="2099"/>
                </a:cubicBezTo>
                <a:cubicBezTo>
                  <a:pt x="26579" y="2099"/>
                  <a:pt x="26579" y="2099"/>
                  <a:pt x="26610" y="2099"/>
                </a:cubicBezTo>
                <a:cubicBezTo>
                  <a:pt x="26610" y="2099"/>
                  <a:pt x="26610" y="2099"/>
                  <a:pt x="26610" y="2130"/>
                </a:cubicBezTo>
                <a:lnTo>
                  <a:pt x="26641" y="2130"/>
                </a:lnTo>
                <a:lnTo>
                  <a:pt x="26641" y="2130"/>
                </a:lnTo>
                <a:lnTo>
                  <a:pt x="26641" y="2130"/>
                </a:lnTo>
                <a:cubicBezTo>
                  <a:pt x="26672" y="2130"/>
                  <a:pt x="26672" y="2130"/>
                  <a:pt x="26672" y="2130"/>
                </a:cubicBezTo>
                <a:lnTo>
                  <a:pt x="26703" y="2161"/>
                </a:lnTo>
                <a:lnTo>
                  <a:pt x="26703" y="2130"/>
                </a:lnTo>
                <a:cubicBezTo>
                  <a:pt x="26703" y="2130"/>
                  <a:pt x="26672" y="2130"/>
                  <a:pt x="26672" y="2099"/>
                </a:cubicBezTo>
                <a:cubicBezTo>
                  <a:pt x="26703" y="2099"/>
                  <a:pt x="26672" y="2099"/>
                  <a:pt x="26672" y="2099"/>
                </a:cubicBezTo>
                <a:lnTo>
                  <a:pt x="26672" y="2099"/>
                </a:lnTo>
                <a:lnTo>
                  <a:pt x="26672" y="2099"/>
                </a:lnTo>
                <a:cubicBezTo>
                  <a:pt x="26672" y="2099"/>
                  <a:pt x="26672" y="2099"/>
                  <a:pt x="26703" y="2099"/>
                </a:cubicBezTo>
                <a:lnTo>
                  <a:pt x="26703" y="2099"/>
                </a:lnTo>
                <a:lnTo>
                  <a:pt x="26703" y="2099"/>
                </a:lnTo>
                <a:cubicBezTo>
                  <a:pt x="26703" y="2068"/>
                  <a:pt x="26703" y="2068"/>
                  <a:pt x="26703" y="2068"/>
                </a:cubicBezTo>
                <a:lnTo>
                  <a:pt x="26703" y="2068"/>
                </a:lnTo>
                <a:lnTo>
                  <a:pt x="26703" y="2068"/>
                </a:lnTo>
                <a:lnTo>
                  <a:pt x="26703" y="2068"/>
                </a:lnTo>
                <a:lnTo>
                  <a:pt x="26703" y="2068"/>
                </a:lnTo>
                <a:lnTo>
                  <a:pt x="26703" y="2068"/>
                </a:lnTo>
                <a:cubicBezTo>
                  <a:pt x="26734" y="2068"/>
                  <a:pt x="26703" y="2038"/>
                  <a:pt x="26703" y="2038"/>
                </a:cubicBezTo>
                <a:cubicBezTo>
                  <a:pt x="26734" y="2038"/>
                  <a:pt x="26734" y="2038"/>
                  <a:pt x="26734" y="2068"/>
                </a:cubicBezTo>
                <a:lnTo>
                  <a:pt x="26734" y="2038"/>
                </a:lnTo>
                <a:lnTo>
                  <a:pt x="26734" y="2038"/>
                </a:lnTo>
                <a:cubicBezTo>
                  <a:pt x="26703" y="2038"/>
                  <a:pt x="26703" y="2038"/>
                  <a:pt x="26703" y="2038"/>
                </a:cubicBezTo>
                <a:lnTo>
                  <a:pt x="26734" y="2038"/>
                </a:lnTo>
                <a:lnTo>
                  <a:pt x="26734" y="2038"/>
                </a:lnTo>
                <a:cubicBezTo>
                  <a:pt x="26734" y="2038"/>
                  <a:pt x="26734" y="2038"/>
                  <a:pt x="26703" y="2038"/>
                </a:cubicBezTo>
                <a:lnTo>
                  <a:pt x="26734" y="2038"/>
                </a:lnTo>
                <a:cubicBezTo>
                  <a:pt x="26734" y="2038"/>
                  <a:pt x="26703" y="2038"/>
                  <a:pt x="26703" y="2007"/>
                </a:cubicBezTo>
                <a:cubicBezTo>
                  <a:pt x="26703" y="2007"/>
                  <a:pt x="26734" y="2038"/>
                  <a:pt x="26734" y="2007"/>
                </a:cubicBezTo>
                <a:lnTo>
                  <a:pt x="26734" y="2007"/>
                </a:lnTo>
                <a:lnTo>
                  <a:pt x="26734" y="2007"/>
                </a:lnTo>
                <a:lnTo>
                  <a:pt x="26734" y="2007"/>
                </a:lnTo>
                <a:lnTo>
                  <a:pt x="26734" y="2007"/>
                </a:lnTo>
                <a:cubicBezTo>
                  <a:pt x="26734" y="2007"/>
                  <a:pt x="26734" y="2007"/>
                  <a:pt x="26703" y="2007"/>
                </a:cubicBezTo>
                <a:lnTo>
                  <a:pt x="26734" y="2007"/>
                </a:lnTo>
                <a:lnTo>
                  <a:pt x="26734" y="2007"/>
                </a:lnTo>
                <a:cubicBezTo>
                  <a:pt x="26764" y="2007"/>
                  <a:pt x="26764" y="2007"/>
                  <a:pt x="26764" y="1975"/>
                </a:cubicBezTo>
                <a:cubicBezTo>
                  <a:pt x="26734" y="1975"/>
                  <a:pt x="26764" y="1975"/>
                  <a:pt x="26764" y="1975"/>
                </a:cubicBezTo>
                <a:lnTo>
                  <a:pt x="26734" y="1975"/>
                </a:lnTo>
                <a:lnTo>
                  <a:pt x="26734" y="1975"/>
                </a:lnTo>
                <a:lnTo>
                  <a:pt x="26764" y="1975"/>
                </a:lnTo>
                <a:lnTo>
                  <a:pt x="26764" y="1975"/>
                </a:lnTo>
                <a:lnTo>
                  <a:pt x="26764" y="1975"/>
                </a:lnTo>
                <a:lnTo>
                  <a:pt x="26764" y="1975"/>
                </a:lnTo>
                <a:cubicBezTo>
                  <a:pt x="26764" y="1975"/>
                  <a:pt x="26764" y="1975"/>
                  <a:pt x="26764" y="1945"/>
                </a:cubicBezTo>
                <a:lnTo>
                  <a:pt x="26764" y="1945"/>
                </a:lnTo>
                <a:cubicBezTo>
                  <a:pt x="26764" y="1945"/>
                  <a:pt x="26764" y="1945"/>
                  <a:pt x="26796" y="1945"/>
                </a:cubicBezTo>
                <a:lnTo>
                  <a:pt x="26796" y="1945"/>
                </a:lnTo>
                <a:lnTo>
                  <a:pt x="26796" y="1945"/>
                </a:lnTo>
                <a:lnTo>
                  <a:pt x="26826" y="1945"/>
                </a:lnTo>
                <a:cubicBezTo>
                  <a:pt x="26796" y="1945"/>
                  <a:pt x="26796" y="1945"/>
                  <a:pt x="26796" y="1945"/>
                </a:cubicBezTo>
                <a:cubicBezTo>
                  <a:pt x="26796" y="1945"/>
                  <a:pt x="26796" y="1945"/>
                  <a:pt x="26826" y="1945"/>
                </a:cubicBezTo>
                <a:lnTo>
                  <a:pt x="26826" y="1945"/>
                </a:lnTo>
                <a:lnTo>
                  <a:pt x="26826" y="1914"/>
                </a:lnTo>
                <a:lnTo>
                  <a:pt x="26826" y="1914"/>
                </a:lnTo>
                <a:cubicBezTo>
                  <a:pt x="26826" y="1945"/>
                  <a:pt x="26857" y="1914"/>
                  <a:pt x="26857" y="1914"/>
                </a:cubicBezTo>
                <a:cubicBezTo>
                  <a:pt x="26857" y="1914"/>
                  <a:pt x="26857" y="1914"/>
                  <a:pt x="26888" y="1914"/>
                </a:cubicBezTo>
                <a:cubicBezTo>
                  <a:pt x="26888" y="1914"/>
                  <a:pt x="26888" y="1914"/>
                  <a:pt x="26888" y="1884"/>
                </a:cubicBezTo>
                <a:lnTo>
                  <a:pt x="26888" y="1884"/>
                </a:lnTo>
                <a:lnTo>
                  <a:pt x="26888" y="1884"/>
                </a:lnTo>
                <a:lnTo>
                  <a:pt x="26888" y="1884"/>
                </a:lnTo>
                <a:lnTo>
                  <a:pt x="26888" y="1884"/>
                </a:lnTo>
                <a:lnTo>
                  <a:pt x="26918" y="1884"/>
                </a:lnTo>
                <a:cubicBezTo>
                  <a:pt x="26918" y="1884"/>
                  <a:pt x="26918" y="1884"/>
                  <a:pt x="26888" y="1884"/>
                </a:cubicBezTo>
                <a:lnTo>
                  <a:pt x="26888" y="1884"/>
                </a:lnTo>
                <a:cubicBezTo>
                  <a:pt x="26888" y="1884"/>
                  <a:pt x="26888" y="1884"/>
                  <a:pt x="26888" y="1852"/>
                </a:cubicBezTo>
                <a:lnTo>
                  <a:pt x="26888" y="1852"/>
                </a:lnTo>
                <a:cubicBezTo>
                  <a:pt x="26857" y="1852"/>
                  <a:pt x="26857" y="1852"/>
                  <a:pt x="26857" y="1852"/>
                </a:cubicBezTo>
                <a:lnTo>
                  <a:pt x="26888" y="1852"/>
                </a:lnTo>
                <a:cubicBezTo>
                  <a:pt x="26888" y="1852"/>
                  <a:pt x="26888" y="1884"/>
                  <a:pt x="26918" y="1852"/>
                </a:cubicBezTo>
                <a:cubicBezTo>
                  <a:pt x="26888" y="1852"/>
                  <a:pt x="26888" y="1852"/>
                  <a:pt x="26888" y="1852"/>
                </a:cubicBezTo>
                <a:cubicBezTo>
                  <a:pt x="26918" y="1852"/>
                  <a:pt x="26918" y="1852"/>
                  <a:pt x="26918" y="1852"/>
                </a:cubicBezTo>
                <a:cubicBezTo>
                  <a:pt x="26888" y="1852"/>
                  <a:pt x="26918" y="1852"/>
                  <a:pt x="26918" y="1852"/>
                </a:cubicBezTo>
                <a:cubicBezTo>
                  <a:pt x="26918" y="1884"/>
                  <a:pt x="26918" y="1884"/>
                  <a:pt x="26918" y="1884"/>
                </a:cubicBezTo>
                <a:lnTo>
                  <a:pt x="26950" y="1884"/>
                </a:lnTo>
                <a:cubicBezTo>
                  <a:pt x="26950" y="1884"/>
                  <a:pt x="26981" y="1884"/>
                  <a:pt x="27011" y="1884"/>
                </a:cubicBezTo>
                <a:cubicBezTo>
                  <a:pt x="27011" y="1884"/>
                  <a:pt x="27043" y="1884"/>
                  <a:pt x="27073" y="1914"/>
                </a:cubicBezTo>
                <a:lnTo>
                  <a:pt x="27073" y="1914"/>
                </a:lnTo>
                <a:lnTo>
                  <a:pt x="27104" y="1914"/>
                </a:lnTo>
                <a:lnTo>
                  <a:pt x="27104" y="1914"/>
                </a:lnTo>
                <a:cubicBezTo>
                  <a:pt x="27104" y="1884"/>
                  <a:pt x="27073" y="1884"/>
                  <a:pt x="27073" y="1884"/>
                </a:cubicBezTo>
                <a:lnTo>
                  <a:pt x="27104" y="1884"/>
                </a:lnTo>
                <a:lnTo>
                  <a:pt x="27073" y="1884"/>
                </a:lnTo>
                <a:cubicBezTo>
                  <a:pt x="27104" y="1884"/>
                  <a:pt x="27104" y="1884"/>
                  <a:pt x="27104" y="1884"/>
                </a:cubicBezTo>
                <a:cubicBezTo>
                  <a:pt x="27104" y="1884"/>
                  <a:pt x="27104" y="1884"/>
                  <a:pt x="27073" y="1852"/>
                </a:cubicBezTo>
                <a:lnTo>
                  <a:pt x="27073" y="1852"/>
                </a:lnTo>
                <a:cubicBezTo>
                  <a:pt x="27073" y="1852"/>
                  <a:pt x="27073" y="1852"/>
                  <a:pt x="27043" y="1852"/>
                </a:cubicBezTo>
                <a:lnTo>
                  <a:pt x="27043" y="1852"/>
                </a:lnTo>
                <a:lnTo>
                  <a:pt x="27011" y="1852"/>
                </a:lnTo>
                <a:cubicBezTo>
                  <a:pt x="27011" y="1821"/>
                  <a:pt x="27011" y="1821"/>
                  <a:pt x="27011" y="1821"/>
                </a:cubicBezTo>
                <a:lnTo>
                  <a:pt x="26981" y="1821"/>
                </a:lnTo>
                <a:cubicBezTo>
                  <a:pt x="26950" y="1821"/>
                  <a:pt x="26950" y="1821"/>
                  <a:pt x="26950" y="1791"/>
                </a:cubicBezTo>
                <a:cubicBezTo>
                  <a:pt x="26918" y="1791"/>
                  <a:pt x="26950" y="1791"/>
                  <a:pt x="26950" y="1791"/>
                </a:cubicBezTo>
                <a:lnTo>
                  <a:pt x="26950" y="1791"/>
                </a:lnTo>
                <a:cubicBezTo>
                  <a:pt x="26950" y="1791"/>
                  <a:pt x="26950" y="1791"/>
                  <a:pt x="26918" y="1791"/>
                </a:cubicBezTo>
                <a:lnTo>
                  <a:pt x="26918" y="1791"/>
                </a:lnTo>
                <a:lnTo>
                  <a:pt x="26918" y="1791"/>
                </a:lnTo>
                <a:lnTo>
                  <a:pt x="26918" y="1791"/>
                </a:lnTo>
                <a:cubicBezTo>
                  <a:pt x="26950" y="1791"/>
                  <a:pt x="26918" y="1791"/>
                  <a:pt x="26918" y="1791"/>
                </a:cubicBezTo>
                <a:lnTo>
                  <a:pt x="26918" y="1791"/>
                </a:lnTo>
                <a:lnTo>
                  <a:pt x="26918" y="1791"/>
                </a:lnTo>
                <a:cubicBezTo>
                  <a:pt x="26918" y="1791"/>
                  <a:pt x="26918" y="1791"/>
                  <a:pt x="26888" y="1791"/>
                </a:cubicBezTo>
                <a:lnTo>
                  <a:pt x="26888" y="1791"/>
                </a:lnTo>
                <a:lnTo>
                  <a:pt x="26888" y="1791"/>
                </a:lnTo>
                <a:lnTo>
                  <a:pt x="26888" y="1791"/>
                </a:lnTo>
                <a:cubicBezTo>
                  <a:pt x="26888" y="1791"/>
                  <a:pt x="26888" y="1791"/>
                  <a:pt x="26857" y="1791"/>
                </a:cubicBezTo>
                <a:lnTo>
                  <a:pt x="26857" y="1791"/>
                </a:lnTo>
                <a:cubicBezTo>
                  <a:pt x="26857" y="1760"/>
                  <a:pt x="26888" y="1791"/>
                  <a:pt x="26888" y="1791"/>
                </a:cubicBezTo>
                <a:lnTo>
                  <a:pt x="26888" y="1791"/>
                </a:lnTo>
                <a:lnTo>
                  <a:pt x="26888" y="1760"/>
                </a:lnTo>
                <a:lnTo>
                  <a:pt x="26888" y="1791"/>
                </a:lnTo>
                <a:cubicBezTo>
                  <a:pt x="26888" y="1760"/>
                  <a:pt x="26888" y="1760"/>
                  <a:pt x="26888" y="1760"/>
                </a:cubicBezTo>
                <a:lnTo>
                  <a:pt x="26888" y="1760"/>
                </a:lnTo>
                <a:cubicBezTo>
                  <a:pt x="26888" y="1760"/>
                  <a:pt x="26857" y="1760"/>
                  <a:pt x="26857" y="1728"/>
                </a:cubicBezTo>
                <a:cubicBezTo>
                  <a:pt x="26857" y="1760"/>
                  <a:pt x="26826" y="1728"/>
                  <a:pt x="26826" y="1728"/>
                </a:cubicBezTo>
                <a:lnTo>
                  <a:pt x="26826" y="1728"/>
                </a:lnTo>
                <a:lnTo>
                  <a:pt x="26826" y="1728"/>
                </a:lnTo>
                <a:lnTo>
                  <a:pt x="26826" y="1728"/>
                </a:lnTo>
                <a:lnTo>
                  <a:pt x="26826" y="1728"/>
                </a:lnTo>
                <a:lnTo>
                  <a:pt x="26796" y="1728"/>
                </a:lnTo>
                <a:cubicBezTo>
                  <a:pt x="26796" y="1698"/>
                  <a:pt x="26764" y="1698"/>
                  <a:pt x="26764" y="1698"/>
                </a:cubicBezTo>
                <a:lnTo>
                  <a:pt x="26764" y="1698"/>
                </a:lnTo>
                <a:lnTo>
                  <a:pt x="26764" y="1698"/>
                </a:lnTo>
                <a:cubicBezTo>
                  <a:pt x="26764" y="1728"/>
                  <a:pt x="26764" y="1728"/>
                  <a:pt x="26764" y="1728"/>
                </a:cubicBezTo>
                <a:lnTo>
                  <a:pt x="26734" y="1698"/>
                </a:lnTo>
                <a:lnTo>
                  <a:pt x="26703" y="1698"/>
                </a:lnTo>
                <a:cubicBezTo>
                  <a:pt x="26703" y="1698"/>
                  <a:pt x="26672" y="1698"/>
                  <a:pt x="26672" y="1667"/>
                </a:cubicBezTo>
                <a:cubicBezTo>
                  <a:pt x="26672" y="1667"/>
                  <a:pt x="26672" y="1667"/>
                  <a:pt x="26641" y="1667"/>
                </a:cubicBezTo>
                <a:lnTo>
                  <a:pt x="26641" y="1667"/>
                </a:lnTo>
                <a:lnTo>
                  <a:pt x="26610" y="1667"/>
                </a:lnTo>
                <a:lnTo>
                  <a:pt x="26610" y="1667"/>
                </a:lnTo>
                <a:lnTo>
                  <a:pt x="26610" y="1667"/>
                </a:lnTo>
                <a:lnTo>
                  <a:pt x="26610" y="1667"/>
                </a:lnTo>
                <a:cubicBezTo>
                  <a:pt x="26579" y="1667"/>
                  <a:pt x="26579" y="1667"/>
                  <a:pt x="26579" y="1667"/>
                </a:cubicBezTo>
                <a:lnTo>
                  <a:pt x="26579" y="1667"/>
                </a:lnTo>
                <a:lnTo>
                  <a:pt x="26579" y="1667"/>
                </a:lnTo>
                <a:lnTo>
                  <a:pt x="26579" y="1698"/>
                </a:lnTo>
                <a:lnTo>
                  <a:pt x="26579" y="1667"/>
                </a:lnTo>
                <a:lnTo>
                  <a:pt x="26579" y="1667"/>
                </a:lnTo>
                <a:cubicBezTo>
                  <a:pt x="26579" y="1667"/>
                  <a:pt x="26579" y="1667"/>
                  <a:pt x="26549" y="1667"/>
                </a:cubicBezTo>
                <a:cubicBezTo>
                  <a:pt x="26549" y="1667"/>
                  <a:pt x="26549" y="1667"/>
                  <a:pt x="26549" y="1637"/>
                </a:cubicBezTo>
                <a:lnTo>
                  <a:pt x="26517" y="1637"/>
                </a:lnTo>
                <a:lnTo>
                  <a:pt x="26517" y="1637"/>
                </a:lnTo>
                <a:cubicBezTo>
                  <a:pt x="26549" y="1637"/>
                  <a:pt x="26549" y="1637"/>
                  <a:pt x="26549" y="1637"/>
                </a:cubicBezTo>
                <a:cubicBezTo>
                  <a:pt x="26549" y="1667"/>
                  <a:pt x="26549" y="1667"/>
                  <a:pt x="26549" y="1667"/>
                </a:cubicBezTo>
                <a:cubicBezTo>
                  <a:pt x="26549" y="1667"/>
                  <a:pt x="26549" y="1667"/>
                  <a:pt x="26579" y="1667"/>
                </a:cubicBezTo>
                <a:lnTo>
                  <a:pt x="26579" y="1667"/>
                </a:lnTo>
                <a:cubicBezTo>
                  <a:pt x="26579" y="1637"/>
                  <a:pt x="26579" y="1667"/>
                  <a:pt x="26579" y="1667"/>
                </a:cubicBezTo>
                <a:cubicBezTo>
                  <a:pt x="26610" y="1667"/>
                  <a:pt x="26610" y="1667"/>
                  <a:pt x="26610" y="1667"/>
                </a:cubicBezTo>
                <a:lnTo>
                  <a:pt x="26610" y="1667"/>
                </a:lnTo>
                <a:cubicBezTo>
                  <a:pt x="26641" y="1667"/>
                  <a:pt x="26610" y="1667"/>
                  <a:pt x="26610" y="1667"/>
                </a:cubicBezTo>
                <a:cubicBezTo>
                  <a:pt x="26610" y="1637"/>
                  <a:pt x="26610" y="1637"/>
                  <a:pt x="26610" y="1637"/>
                </a:cubicBezTo>
                <a:cubicBezTo>
                  <a:pt x="26579" y="1637"/>
                  <a:pt x="26579" y="1637"/>
                  <a:pt x="26549" y="1637"/>
                </a:cubicBezTo>
                <a:lnTo>
                  <a:pt x="26549" y="1637"/>
                </a:lnTo>
                <a:cubicBezTo>
                  <a:pt x="26549" y="1637"/>
                  <a:pt x="26549" y="1637"/>
                  <a:pt x="26517" y="1637"/>
                </a:cubicBezTo>
                <a:lnTo>
                  <a:pt x="26517" y="1637"/>
                </a:lnTo>
                <a:lnTo>
                  <a:pt x="26517" y="1637"/>
                </a:lnTo>
                <a:cubicBezTo>
                  <a:pt x="26549" y="1637"/>
                  <a:pt x="26549" y="1637"/>
                  <a:pt x="26549" y="1637"/>
                </a:cubicBezTo>
                <a:cubicBezTo>
                  <a:pt x="26549" y="1637"/>
                  <a:pt x="26549" y="1637"/>
                  <a:pt x="26579" y="1637"/>
                </a:cubicBezTo>
                <a:lnTo>
                  <a:pt x="26579" y="1637"/>
                </a:lnTo>
                <a:lnTo>
                  <a:pt x="26579" y="1637"/>
                </a:lnTo>
                <a:cubicBezTo>
                  <a:pt x="26610" y="1637"/>
                  <a:pt x="26610" y="1637"/>
                  <a:pt x="26610" y="1637"/>
                </a:cubicBezTo>
                <a:lnTo>
                  <a:pt x="26610" y="1637"/>
                </a:lnTo>
                <a:cubicBezTo>
                  <a:pt x="26641" y="1637"/>
                  <a:pt x="26641" y="1637"/>
                  <a:pt x="26641" y="1667"/>
                </a:cubicBezTo>
                <a:lnTo>
                  <a:pt x="26641" y="1667"/>
                </a:lnTo>
                <a:lnTo>
                  <a:pt x="26641" y="1667"/>
                </a:lnTo>
                <a:lnTo>
                  <a:pt x="26672" y="1667"/>
                </a:lnTo>
                <a:lnTo>
                  <a:pt x="26672" y="1667"/>
                </a:lnTo>
                <a:lnTo>
                  <a:pt x="26672" y="1667"/>
                </a:lnTo>
                <a:lnTo>
                  <a:pt x="26703" y="1667"/>
                </a:lnTo>
                <a:lnTo>
                  <a:pt x="26703" y="1667"/>
                </a:lnTo>
                <a:lnTo>
                  <a:pt x="26703" y="1667"/>
                </a:lnTo>
                <a:lnTo>
                  <a:pt x="26734" y="1667"/>
                </a:lnTo>
                <a:lnTo>
                  <a:pt x="26734" y="1667"/>
                </a:lnTo>
                <a:lnTo>
                  <a:pt x="26764" y="1667"/>
                </a:lnTo>
                <a:cubicBezTo>
                  <a:pt x="26764" y="1667"/>
                  <a:pt x="26764" y="1667"/>
                  <a:pt x="26734" y="1667"/>
                </a:cubicBezTo>
                <a:cubicBezTo>
                  <a:pt x="26764" y="1667"/>
                  <a:pt x="26764" y="1667"/>
                  <a:pt x="26764" y="1667"/>
                </a:cubicBezTo>
                <a:cubicBezTo>
                  <a:pt x="26764" y="1667"/>
                  <a:pt x="26764" y="1667"/>
                  <a:pt x="26796" y="1667"/>
                </a:cubicBezTo>
                <a:cubicBezTo>
                  <a:pt x="26796" y="1667"/>
                  <a:pt x="26796" y="1667"/>
                  <a:pt x="26796" y="1637"/>
                </a:cubicBezTo>
                <a:lnTo>
                  <a:pt x="26796" y="1637"/>
                </a:lnTo>
                <a:lnTo>
                  <a:pt x="26796" y="1637"/>
                </a:lnTo>
                <a:lnTo>
                  <a:pt x="26764" y="1605"/>
                </a:lnTo>
                <a:lnTo>
                  <a:pt x="26764" y="1605"/>
                </a:lnTo>
                <a:lnTo>
                  <a:pt x="26764" y="1605"/>
                </a:lnTo>
                <a:cubicBezTo>
                  <a:pt x="26672" y="1544"/>
                  <a:pt x="26579" y="1481"/>
                  <a:pt x="26487" y="1390"/>
                </a:cubicBezTo>
                <a:cubicBezTo>
                  <a:pt x="26425" y="1358"/>
                  <a:pt x="26363" y="1327"/>
                  <a:pt x="26301" y="1266"/>
                </a:cubicBezTo>
                <a:cubicBezTo>
                  <a:pt x="26270" y="1266"/>
                  <a:pt x="26270" y="1266"/>
                  <a:pt x="26270" y="1266"/>
                </a:cubicBezTo>
                <a:lnTo>
                  <a:pt x="26240" y="1266"/>
                </a:lnTo>
                <a:cubicBezTo>
                  <a:pt x="26240" y="1235"/>
                  <a:pt x="26209" y="1235"/>
                  <a:pt x="26209" y="1235"/>
                </a:cubicBezTo>
                <a:cubicBezTo>
                  <a:pt x="26178" y="1235"/>
                  <a:pt x="26178" y="1235"/>
                  <a:pt x="26147" y="1235"/>
                </a:cubicBezTo>
                <a:cubicBezTo>
                  <a:pt x="26147" y="1235"/>
                  <a:pt x="26147" y="1235"/>
                  <a:pt x="26116" y="1235"/>
                </a:cubicBezTo>
                <a:cubicBezTo>
                  <a:pt x="26116" y="1235"/>
                  <a:pt x="26116" y="1235"/>
                  <a:pt x="26116" y="1204"/>
                </a:cubicBezTo>
                <a:lnTo>
                  <a:pt x="26116" y="1204"/>
                </a:lnTo>
                <a:cubicBezTo>
                  <a:pt x="26116" y="1235"/>
                  <a:pt x="26147" y="1235"/>
                  <a:pt x="26147" y="1235"/>
                </a:cubicBezTo>
                <a:cubicBezTo>
                  <a:pt x="26116" y="1204"/>
                  <a:pt x="26116" y="1204"/>
                  <a:pt x="26086" y="1204"/>
                </a:cubicBezTo>
                <a:cubicBezTo>
                  <a:pt x="26086" y="1204"/>
                  <a:pt x="26086" y="1204"/>
                  <a:pt x="26055" y="1204"/>
                </a:cubicBezTo>
                <a:cubicBezTo>
                  <a:pt x="26086" y="1204"/>
                  <a:pt x="26055" y="1204"/>
                  <a:pt x="26055" y="1204"/>
                </a:cubicBezTo>
                <a:cubicBezTo>
                  <a:pt x="26055" y="1204"/>
                  <a:pt x="26055" y="1204"/>
                  <a:pt x="26023" y="1204"/>
                </a:cubicBezTo>
                <a:lnTo>
                  <a:pt x="26023" y="1204"/>
                </a:lnTo>
                <a:cubicBezTo>
                  <a:pt x="26023" y="1204"/>
                  <a:pt x="26023" y="1204"/>
                  <a:pt x="25993" y="1204"/>
                </a:cubicBezTo>
                <a:lnTo>
                  <a:pt x="25993" y="1204"/>
                </a:lnTo>
                <a:cubicBezTo>
                  <a:pt x="25993" y="1204"/>
                  <a:pt x="25962" y="1204"/>
                  <a:pt x="25931" y="1204"/>
                </a:cubicBezTo>
                <a:cubicBezTo>
                  <a:pt x="25931" y="1173"/>
                  <a:pt x="25900" y="1173"/>
                  <a:pt x="25900" y="1173"/>
                </a:cubicBezTo>
                <a:lnTo>
                  <a:pt x="25869" y="1173"/>
                </a:lnTo>
                <a:lnTo>
                  <a:pt x="25869" y="1173"/>
                </a:lnTo>
                <a:lnTo>
                  <a:pt x="25839" y="1173"/>
                </a:lnTo>
                <a:cubicBezTo>
                  <a:pt x="25839" y="1173"/>
                  <a:pt x="25839" y="1173"/>
                  <a:pt x="25808" y="1173"/>
                </a:cubicBezTo>
                <a:lnTo>
                  <a:pt x="25808" y="1173"/>
                </a:lnTo>
                <a:lnTo>
                  <a:pt x="25808" y="1173"/>
                </a:lnTo>
                <a:lnTo>
                  <a:pt x="25776" y="1173"/>
                </a:lnTo>
                <a:cubicBezTo>
                  <a:pt x="25746" y="1173"/>
                  <a:pt x="25746" y="1173"/>
                  <a:pt x="25715" y="1173"/>
                </a:cubicBezTo>
                <a:cubicBezTo>
                  <a:pt x="25715" y="1173"/>
                  <a:pt x="25715" y="1173"/>
                  <a:pt x="25683" y="1173"/>
                </a:cubicBezTo>
                <a:lnTo>
                  <a:pt x="25683" y="1173"/>
                </a:lnTo>
                <a:lnTo>
                  <a:pt x="25683" y="1173"/>
                </a:lnTo>
                <a:lnTo>
                  <a:pt x="25683" y="1173"/>
                </a:lnTo>
                <a:lnTo>
                  <a:pt x="25683" y="1173"/>
                </a:lnTo>
                <a:cubicBezTo>
                  <a:pt x="25653" y="1173"/>
                  <a:pt x="25653" y="1173"/>
                  <a:pt x="25653" y="1173"/>
                </a:cubicBezTo>
                <a:lnTo>
                  <a:pt x="25653" y="1173"/>
                </a:lnTo>
                <a:cubicBezTo>
                  <a:pt x="25622" y="1173"/>
                  <a:pt x="25622" y="1173"/>
                  <a:pt x="25622" y="1173"/>
                </a:cubicBezTo>
                <a:cubicBezTo>
                  <a:pt x="25622" y="1173"/>
                  <a:pt x="25683" y="1173"/>
                  <a:pt x="25653" y="1173"/>
                </a:cubicBezTo>
                <a:cubicBezTo>
                  <a:pt x="25653" y="1173"/>
                  <a:pt x="25653" y="1173"/>
                  <a:pt x="25622" y="1173"/>
                </a:cubicBezTo>
                <a:cubicBezTo>
                  <a:pt x="25622" y="1173"/>
                  <a:pt x="25622" y="1173"/>
                  <a:pt x="25592" y="1173"/>
                </a:cubicBezTo>
                <a:lnTo>
                  <a:pt x="25592" y="1173"/>
                </a:lnTo>
                <a:lnTo>
                  <a:pt x="25561" y="1173"/>
                </a:lnTo>
                <a:cubicBezTo>
                  <a:pt x="25561" y="1143"/>
                  <a:pt x="25529" y="1143"/>
                  <a:pt x="25499" y="1143"/>
                </a:cubicBezTo>
                <a:lnTo>
                  <a:pt x="25468" y="1143"/>
                </a:lnTo>
                <a:cubicBezTo>
                  <a:pt x="25437" y="1143"/>
                  <a:pt x="25437" y="1143"/>
                  <a:pt x="25437" y="1143"/>
                </a:cubicBezTo>
                <a:lnTo>
                  <a:pt x="25406" y="1143"/>
                </a:lnTo>
                <a:lnTo>
                  <a:pt x="25406" y="1143"/>
                </a:lnTo>
                <a:cubicBezTo>
                  <a:pt x="25437" y="1143"/>
                  <a:pt x="25437" y="1143"/>
                  <a:pt x="25437" y="1143"/>
                </a:cubicBezTo>
                <a:cubicBezTo>
                  <a:pt x="25437" y="1173"/>
                  <a:pt x="25437" y="1173"/>
                  <a:pt x="25437" y="1173"/>
                </a:cubicBezTo>
                <a:cubicBezTo>
                  <a:pt x="25468" y="1173"/>
                  <a:pt x="25468" y="1173"/>
                  <a:pt x="25468" y="1173"/>
                </a:cubicBezTo>
                <a:lnTo>
                  <a:pt x="25437" y="1173"/>
                </a:lnTo>
                <a:cubicBezTo>
                  <a:pt x="25437" y="1204"/>
                  <a:pt x="25468" y="1204"/>
                  <a:pt x="25468" y="1204"/>
                </a:cubicBezTo>
                <a:cubicBezTo>
                  <a:pt x="25499" y="1204"/>
                  <a:pt x="25499" y="1204"/>
                  <a:pt x="25499" y="1204"/>
                </a:cubicBezTo>
                <a:cubicBezTo>
                  <a:pt x="25529" y="1204"/>
                  <a:pt x="25529" y="1204"/>
                  <a:pt x="25529" y="1204"/>
                </a:cubicBezTo>
                <a:cubicBezTo>
                  <a:pt x="25561" y="1235"/>
                  <a:pt x="25561" y="1235"/>
                  <a:pt x="25561" y="1235"/>
                </a:cubicBezTo>
                <a:lnTo>
                  <a:pt x="25561" y="1235"/>
                </a:lnTo>
                <a:cubicBezTo>
                  <a:pt x="25592" y="1235"/>
                  <a:pt x="25592" y="1235"/>
                  <a:pt x="25592" y="1235"/>
                </a:cubicBezTo>
                <a:lnTo>
                  <a:pt x="25592" y="1235"/>
                </a:lnTo>
                <a:lnTo>
                  <a:pt x="25592" y="1235"/>
                </a:lnTo>
                <a:lnTo>
                  <a:pt x="25592" y="1266"/>
                </a:lnTo>
                <a:lnTo>
                  <a:pt x="25592" y="1266"/>
                </a:lnTo>
                <a:lnTo>
                  <a:pt x="25592" y="1266"/>
                </a:lnTo>
                <a:lnTo>
                  <a:pt x="25592" y="1266"/>
                </a:lnTo>
                <a:lnTo>
                  <a:pt x="25592" y="1266"/>
                </a:lnTo>
                <a:lnTo>
                  <a:pt x="25592" y="1266"/>
                </a:lnTo>
                <a:cubicBezTo>
                  <a:pt x="25561" y="1266"/>
                  <a:pt x="25561" y="1266"/>
                  <a:pt x="25561" y="1266"/>
                </a:cubicBezTo>
                <a:cubicBezTo>
                  <a:pt x="25529" y="1266"/>
                  <a:pt x="25529" y="1266"/>
                  <a:pt x="25529" y="1266"/>
                </a:cubicBezTo>
                <a:cubicBezTo>
                  <a:pt x="25499" y="1266"/>
                  <a:pt x="25499" y="1266"/>
                  <a:pt x="25499" y="1266"/>
                </a:cubicBezTo>
                <a:cubicBezTo>
                  <a:pt x="25468" y="1235"/>
                  <a:pt x="25468" y="1235"/>
                  <a:pt x="25468" y="1235"/>
                </a:cubicBezTo>
                <a:cubicBezTo>
                  <a:pt x="25437" y="1235"/>
                  <a:pt x="25437" y="1235"/>
                  <a:pt x="25406" y="1235"/>
                </a:cubicBezTo>
                <a:lnTo>
                  <a:pt x="25375" y="1235"/>
                </a:lnTo>
                <a:cubicBezTo>
                  <a:pt x="25375" y="1235"/>
                  <a:pt x="25345" y="1235"/>
                  <a:pt x="25345" y="1204"/>
                </a:cubicBezTo>
                <a:lnTo>
                  <a:pt x="25314" y="1204"/>
                </a:lnTo>
                <a:lnTo>
                  <a:pt x="25314" y="1204"/>
                </a:lnTo>
                <a:cubicBezTo>
                  <a:pt x="25282" y="1204"/>
                  <a:pt x="25282" y="1173"/>
                  <a:pt x="25282" y="1173"/>
                </a:cubicBezTo>
                <a:lnTo>
                  <a:pt x="25282" y="1173"/>
                </a:lnTo>
                <a:cubicBezTo>
                  <a:pt x="25282" y="1173"/>
                  <a:pt x="25282" y="1173"/>
                  <a:pt x="25252" y="1173"/>
                </a:cubicBezTo>
                <a:cubicBezTo>
                  <a:pt x="25252" y="1173"/>
                  <a:pt x="25252" y="1173"/>
                  <a:pt x="25252" y="1204"/>
                </a:cubicBezTo>
                <a:lnTo>
                  <a:pt x="25221" y="1204"/>
                </a:lnTo>
                <a:lnTo>
                  <a:pt x="25190" y="1204"/>
                </a:lnTo>
                <a:cubicBezTo>
                  <a:pt x="25190" y="1204"/>
                  <a:pt x="25190" y="1204"/>
                  <a:pt x="25159" y="1204"/>
                </a:cubicBezTo>
                <a:cubicBezTo>
                  <a:pt x="25128" y="1204"/>
                  <a:pt x="25098" y="1204"/>
                  <a:pt x="25067" y="1204"/>
                </a:cubicBezTo>
                <a:cubicBezTo>
                  <a:pt x="25035" y="1204"/>
                  <a:pt x="25035" y="1204"/>
                  <a:pt x="25005" y="1173"/>
                </a:cubicBezTo>
                <a:lnTo>
                  <a:pt x="25005" y="1173"/>
                </a:lnTo>
                <a:cubicBezTo>
                  <a:pt x="24974" y="1173"/>
                  <a:pt x="24974" y="1173"/>
                  <a:pt x="24974" y="1173"/>
                </a:cubicBezTo>
                <a:lnTo>
                  <a:pt x="24944" y="1173"/>
                </a:lnTo>
                <a:cubicBezTo>
                  <a:pt x="24944" y="1173"/>
                  <a:pt x="24944" y="1173"/>
                  <a:pt x="24912" y="1173"/>
                </a:cubicBezTo>
                <a:cubicBezTo>
                  <a:pt x="24912" y="1204"/>
                  <a:pt x="24912" y="1204"/>
                  <a:pt x="24912" y="1173"/>
                </a:cubicBezTo>
                <a:lnTo>
                  <a:pt x="24881" y="1173"/>
                </a:lnTo>
                <a:cubicBezTo>
                  <a:pt x="24881" y="1204"/>
                  <a:pt x="24881" y="1204"/>
                  <a:pt x="24881" y="1204"/>
                </a:cubicBezTo>
                <a:cubicBezTo>
                  <a:pt x="24851" y="1204"/>
                  <a:pt x="24851" y="1204"/>
                  <a:pt x="24851" y="1204"/>
                </a:cubicBezTo>
                <a:cubicBezTo>
                  <a:pt x="24851" y="1173"/>
                  <a:pt x="24851" y="1204"/>
                  <a:pt x="24851" y="1204"/>
                </a:cubicBezTo>
                <a:cubicBezTo>
                  <a:pt x="24820" y="1204"/>
                  <a:pt x="24820" y="1204"/>
                  <a:pt x="24820" y="1204"/>
                </a:cubicBezTo>
                <a:lnTo>
                  <a:pt x="24820" y="1204"/>
                </a:lnTo>
                <a:cubicBezTo>
                  <a:pt x="24788" y="1204"/>
                  <a:pt x="24788" y="1204"/>
                  <a:pt x="24788" y="1204"/>
                </a:cubicBezTo>
                <a:cubicBezTo>
                  <a:pt x="24758" y="1204"/>
                  <a:pt x="24758" y="1173"/>
                  <a:pt x="24758" y="1173"/>
                </a:cubicBezTo>
                <a:lnTo>
                  <a:pt x="24727" y="1173"/>
                </a:lnTo>
                <a:cubicBezTo>
                  <a:pt x="24727" y="1173"/>
                  <a:pt x="24727" y="1173"/>
                  <a:pt x="24697" y="1173"/>
                </a:cubicBezTo>
                <a:lnTo>
                  <a:pt x="24697" y="1173"/>
                </a:lnTo>
                <a:lnTo>
                  <a:pt x="24665" y="1173"/>
                </a:lnTo>
                <a:cubicBezTo>
                  <a:pt x="24665" y="1143"/>
                  <a:pt x="24665" y="1173"/>
                  <a:pt x="24665" y="1143"/>
                </a:cubicBezTo>
                <a:lnTo>
                  <a:pt x="24665" y="1143"/>
                </a:lnTo>
                <a:lnTo>
                  <a:pt x="24634" y="1143"/>
                </a:lnTo>
                <a:lnTo>
                  <a:pt x="24665" y="1143"/>
                </a:lnTo>
                <a:cubicBezTo>
                  <a:pt x="24665" y="1143"/>
                  <a:pt x="24665" y="1143"/>
                  <a:pt x="24634" y="1143"/>
                </a:cubicBezTo>
                <a:lnTo>
                  <a:pt x="24634" y="1143"/>
                </a:lnTo>
                <a:cubicBezTo>
                  <a:pt x="24634" y="1143"/>
                  <a:pt x="24634" y="1143"/>
                  <a:pt x="24634" y="1111"/>
                </a:cubicBezTo>
                <a:lnTo>
                  <a:pt x="24604" y="1111"/>
                </a:lnTo>
                <a:cubicBezTo>
                  <a:pt x="24572" y="1080"/>
                  <a:pt x="24541" y="1080"/>
                  <a:pt x="24511" y="1080"/>
                </a:cubicBezTo>
                <a:cubicBezTo>
                  <a:pt x="24450" y="1080"/>
                  <a:pt x="24387" y="1050"/>
                  <a:pt x="24357" y="1050"/>
                </a:cubicBezTo>
                <a:cubicBezTo>
                  <a:pt x="24326" y="1050"/>
                  <a:pt x="24295" y="1050"/>
                  <a:pt x="24264" y="1050"/>
                </a:cubicBezTo>
                <a:cubicBezTo>
                  <a:pt x="24264" y="1050"/>
                  <a:pt x="24264" y="1050"/>
                  <a:pt x="24233" y="1050"/>
                </a:cubicBezTo>
                <a:lnTo>
                  <a:pt x="24233" y="1050"/>
                </a:lnTo>
                <a:lnTo>
                  <a:pt x="24233" y="1050"/>
                </a:lnTo>
                <a:cubicBezTo>
                  <a:pt x="24203" y="1050"/>
                  <a:pt x="24203" y="1050"/>
                  <a:pt x="24203" y="1050"/>
                </a:cubicBezTo>
                <a:lnTo>
                  <a:pt x="24171" y="1050"/>
                </a:lnTo>
                <a:lnTo>
                  <a:pt x="24171" y="1050"/>
                </a:lnTo>
                <a:cubicBezTo>
                  <a:pt x="24140" y="1080"/>
                  <a:pt x="24140" y="1050"/>
                  <a:pt x="24140" y="1080"/>
                </a:cubicBezTo>
                <a:cubicBezTo>
                  <a:pt x="24140" y="1080"/>
                  <a:pt x="24140" y="1080"/>
                  <a:pt x="24110" y="1080"/>
                </a:cubicBezTo>
                <a:cubicBezTo>
                  <a:pt x="24110" y="1080"/>
                  <a:pt x="24110" y="1080"/>
                  <a:pt x="24079" y="1080"/>
                </a:cubicBezTo>
                <a:lnTo>
                  <a:pt x="24079" y="1080"/>
                </a:lnTo>
                <a:cubicBezTo>
                  <a:pt x="24079" y="1080"/>
                  <a:pt x="24079" y="1080"/>
                  <a:pt x="24048" y="1080"/>
                </a:cubicBezTo>
                <a:lnTo>
                  <a:pt x="24048" y="1080"/>
                </a:lnTo>
                <a:lnTo>
                  <a:pt x="24048" y="1080"/>
                </a:lnTo>
                <a:cubicBezTo>
                  <a:pt x="24017" y="1080"/>
                  <a:pt x="23986" y="1080"/>
                  <a:pt x="23986" y="1080"/>
                </a:cubicBezTo>
                <a:lnTo>
                  <a:pt x="23986" y="1080"/>
                </a:lnTo>
                <a:cubicBezTo>
                  <a:pt x="23986" y="1080"/>
                  <a:pt x="23986" y="1080"/>
                  <a:pt x="23986" y="1050"/>
                </a:cubicBezTo>
                <a:lnTo>
                  <a:pt x="23986" y="1050"/>
                </a:lnTo>
                <a:cubicBezTo>
                  <a:pt x="23986" y="1050"/>
                  <a:pt x="23986" y="1050"/>
                  <a:pt x="23956" y="1050"/>
                </a:cubicBezTo>
                <a:lnTo>
                  <a:pt x="23956" y="1050"/>
                </a:lnTo>
                <a:lnTo>
                  <a:pt x="23956" y="1050"/>
                </a:lnTo>
                <a:cubicBezTo>
                  <a:pt x="23924" y="1050"/>
                  <a:pt x="23924" y="1050"/>
                  <a:pt x="23924" y="1050"/>
                </a:cubicBezTo>
                <a:lnTo>
                  <a:pt x="23924" y="1050"/>
                </a:lnTo>
                <a:cubicBezTo>
                  <a:pt x="23893" y="1019"/>
                  <a:pt x="23863" y="1019"/>
                  <a:pt x="23863" y="1019"/>
                </a:cubicBezTo>
                <a:lnTo>
                  <a:pt x="23832" y="1019"/>
                </a:lnTo>
                <a:lnTo>
                  <a:pt x="23832" y="1019"/>
                </a:lnTo>
                <a:lnTo>
                  <a:pt x="23832" y="1050"/>
                </a:lnTo>
                <a:lnTo>
                  <a:pt x="23832" y="1050"/>
                </a:lnTo>
                <a:lnTo>
                  <a:pt x="23832" y="1019"/>
                </a:lnTo>
                <a:lnTo>
                  <a:pt x="23832" y="1019"/>
                </a:lnTo>
                <a:lnTo>
                  <a:pt x="23832" y="1019"/>
                </a:lnTo>
                <a:lnTo>
                  <a:pt x="23832" y="1019"/>
                </a:lnTo>
                <a:cubicBezTo>
                  <a:pt x="23801" y="1019"/>
                  <a:pt x="23801" y="1019"/>
                  <a:pt x="23801" y="1019"/>
                </a:cubicBezTo>
                <a:lnTo>
                  <a:pt x="23801" y="1019"/>
                </a:lnTo>
                <a:cubicBezTo>
                  <a:pt x="23770" y="1019"/>
                  <a:pt x="23770" y="1019"/>
                  <a:pt x="23770" y="1019"/>
                </a:cubicBezTo>
                <a:cubicBezTo>
                  <a:pt x="23770" y="1019"/>
                  <a:pt x="23770" y="988"/>
                  <a:pt x="23739" y="988"/>
                </a:cubicBezTo>
                <a:lnTo>
                  <a:pt x="23739" y="988"/>
                </a:lnTo>
                <a:lnTo>
                  <a:pt x="23739" y="988"/>
                </a:lnTo>
                <a:lnTo>
                  <a:pt x="23709" y="988"/>
                </a:lnTo>
                <a:lnTo>
                  <a:pt x="23709" y="988"/>
                </a:lnTo>
                <a:cubicBezTo>
                  <a:pt x="23709" y="988"/>
                  <a:pt x="23709" y="988"/>
                  <a:pt x="23677" y="988"/>
                </a:cubicBezTo>
                <a:lnTo>
                  <a:pt x="23677" y="988"/>
                </a:lnTo>
                <a:lnTo>
                  <a:pt x="23677" y="988"/>
                </a:lnTo>
                <a:cubicBezTo>
                  <a:pt x="23677" y="988"/>
                  <a:pt x="23677" y="988"/>
                  <a:pt x="23646" y="988"/>
                </a:cubicBezTo>
                <a:cubicBezTo>
                  <a:pt x="23677" y="988"/>
                  <a:pt x="23677" y="988"/>
                  <a:pt x="23677" y="988"/>
                </a:cubicBezTo>
                <a:lnTo>
                  <a:pt x="23677" y="988"/>
                </a:lnTo>
                <a:lnTo>
                  <a:pt x="23677" y="988"/>
                </a:lnTo>
                <a:lnTo>
                  <a:pt x="23677" y="988"/>
                </a:lnTo>
                <a:lnTo>
                  <a:pt x="23677" y="988"/>
                </a:lnTo>
                <a:cubicBezTo>
                  <a:pt x="23709" y="988"/>
                  <a:pt x="23709" y="988"/>
                  <a:pt x="23709" y="988"/>
                </a:cubicBezTo>
                <a:lnTo>
                  <a:pt x="23709" y="988"/>
                </a:lnTo>
                <a:cubicBezTo>
                  <a:pt x="23739" y="988"/>
                  <a:pt x="23739" y="988"/>
                  <a:pt x="23739" y="988"/>
                </a:cubicBezTo>
                <a:lnTo>
                  <a:pt x="23739" y="988"/>
                </a:lnTo>
                <a:lnTo>
                  <a:pt x="23739" y="988"/>
                </a:lnTo>
                <a:cubicBezTo>
                  <a:pt x="23709" y="988"/>
                  <a:pt x="23709" y="957"/>
                  <a:pt x="23709" y="957"/>
                </a:cubicBezTo>
                <a:cubicBezTo>
                  <a:pt x="23677" y="957"/>
                  <a:pt x="23646" y="957"/>
                  <a:pt x="23616" y="957"/>
                </a:cubicBezTo>
                <a:cubicBezTo>
                  <a:pt x="23585" y="957"/>
                  <a:pt x="23585" y="957"/>
                  <a:pt x="23554" y="957"/>
                </a:cubicBezTo>
                <a:cubicBezTo>
                  <a:pt x="23523" y="926"/>
                  <a:pt x="23492" y="926"/>
                  <a:pt x="23492" y="926"/>
                </a:cubicBezTo>
                <a:lnTo>
                  <a:pt x="23492" y="926"/>
                </a:lnTo>
                <a:cubicBezTo>
                  <a:pt x="23492" y="926"/>
                  <a:pt x="23492" y="926"/>
                  <a:pt x="23462" y="926"/>
                </a:cubicBezTo>
                <a:cubicBezTo>
                  <a:pt x="23462" y="957"/>
                  <a:pt x="23462" y="957"/>
                  <a:pt x="23462" y="957"/>
                </a:cubicBezTo>
                <a:lnTo>
                  <a:pt x="23462" y="957"/>
                </a:lnTo>
                <a:lnTo>
                  <a:pt x="23462" y="957"/>
                </a:lnTo>
                <a:lnTo>
                  <a:pt x="23462" y="957"/>
                </a:lnTo>
                <a:lnTo>
                  <a:pt x="23462" y="957"/>
                </a:lnTo>
                <a:cubicBezTo>
                  <a:pt x="23462" y="988"/>
                  <a:pt x="23462" y="988"/>
                  <a:pt x="23462" y="988"/>
                </a:cubicBezTo>
                <a:cubicBezTo>
                  <a:pt x="23462" y="988"/>
                  <a:pt x="23462" y="988"/>
                  <a:pt x="23430" y="988"/>
                </a:cubicBezTo>
                <a:lnTo>
                  <a:pt x="23430" y="988"/>
                </a:lnTo>
                <a:lnTo>
                  <a:pt x="23430" y="988"/>
                </a:lnTo>
                <a:lnTo>
                  <a:pt x="23400" y="988"/>
                </a:lnTo>
                <a:lnTo>
                  <a:pt x="23400" y="988"/>
                </a:lnTo>
                <a:lnTo>
                  <a:pt x="23369" y="988"/>
                </a:lnTo>
                <a:cubicBezTo>
                  <a:pt x="23400" y="988"/>
                  <a:pt x="23400" y="988"/>
                  <a:pt x="23400" y="988"/>
                </a:cubicBezTo>
                <a:lnTo>
                  <a:pt x="23400" y="988"/>
                </a:lnTo>
                <a:cubicBezTo>
                  <a:pt x="23430" y="988"/>
                  <a:pt x="23430" y="988"/>
                  <a:pt x="23430" y="988"/>
                </a:cubicBezTo>
                <a:lnTo>
                  <a:pt x="23430" y="988"/>
                </a:lnTo>
                <a:lnTo>
                  <a:pt x="23430" y="988"/>
                </a:lnTo>
                <a:cubicBezTo>
                  <a:pt x="23430" y="957"/>
                  <a:pt x="23430" y="957"/>
                  <a:pt x="23400" y="957"/>
                </a:cubicBezTo>
                <a:lnTo>
                  <a:pt x="23400" y="957"/>
                </a:lnTo>
                <a:lnTo>
                  <a:pt x="23400" y="957"/>
                </a:lnTo>
                <a:lnTo>
                  <a:pt x="23369" y="957"/>
                </a:lnTo>
                <a:lnTo>
                  <a:pt x="23400" y="957"/>
                </a:lnTo>
                <a:lnTo>
                  <a:pt x="23400" y="957"/>
                </a:lnTo>
                <a:lnTo>
                  <a:pt x="23400" y="957"/>
                </a:lnTo>
                <a:cubicBezTo>
                  <a:pt x="23430" y="957"/>
                  <a:pt x="23430" y="957"/>
                  <a:pt x="23430" y="957"/>
                </a:cubicBezTo>
                <a:lnTo>
                  <a:pt x="23430" y="957"/>
                </a:lnTo>
                <a:lnTo>
                  <a:pt x="23430" y="957"/>
                </a:lnTo>
                <a:lnTo>
                  <a:pt x="23430" y="957"/>
                </a:lnTo>
                <a:lnTo>
                  <a:pt x="23430" y="957"/>
                </a:lnTo>
                <a:lnTo>
                  <a:pt x="23430" y="957"/>
                </a:lnTo>
                <a:lnTo>
                  <a:pt x="23430" y="988"/>
                </a:lnTo>
                <a:lnTo>
                  <a:pt x="23430" y="988"/>
                </a:lnTo>
                <a:cubicBezTo>
                  <a:pt x="23462" y="988"/>
                  <a:pt x="23462" y="988"/>
                  <a:pt x="23462" y="988"/>
                </a:cubicBezTo>
                <a:lnTo>
                  <a:pt x="23462" y="957"/>
                </a:lnTo>
                <a:lnTo>
                  <a:pt x="23462" y="957"/>
                </a:lnTo>
                <a:lnTo>
                  <a:pt x="23462" y="957"/>
                </a:lnTo>
                <a:lnTo>
                  <a:pt x="23430" y="957"/>
                </a:lnTo>
                <a:lnTo>
                  <a:pt x="23400" y="957"/>
                </a:lnTo>
                <a:cubicBezTo>
                  <a:pt x="23369" y="957"/>
                  <a:pt x="23369" y="957"/>
                  <a:pt x="23338" y="957"/>
                </a:cubicBezTo>
                <a:lnTo>
                  <a:pt x="23338" y="957"/>
                </a:lnTo>
                <a:cubicBezTo>
                  <a:pt x="23307" y="957"/>
                  <a:pt x="23307" y="957"/>
                  <a:pt x="23307" y="957"/>
                </a:cubicBezTo>
                <a:lnTo>
                  <a:pt x="23307" y="957"/>
                </a:lnTo>
                <a:lnTo>
                  <a:pt x="23307" y="957"/>
                </a:lnTo>
                <a:lnTo>
                  <a:pt x="23276" y="957"/>
                </a:lnTo>
                <a:cubicBezTo>
                  <a:pt x="23276" y="957"/>
                  <a:pt x="23276" y="957"/>
                  <a:pt x="23307" y="957"/>
                </a:cubicBezTo>
                <a:lnTo>
                  <a:pt x="23307" y="957"/>
                </a:lnTo>
                <a:lnTo>
                  <a:pt x="23307" y="957"/>
                </a:lnTo>
                <a:cubicBezTo>
                  <a:pt x="23307" y="926"/>
                  <a:pt x="23338" y="926"/>
                  <a:pt x="23369" y="926"/>
                </a:cubicBezTo>
                <a:lnTo>
                  <a:pt x="23369" y="926"/>
                </a:lnTo>
                <a:cubicBezTo>
                  <a:pt x="23400" y="926"/>
                  <a:pt x="23430" y="957"/>
                  <a:pt x="23462" y="957"/>
                </a:cubicBezTo>
                <a:cubicBezTo>
                  <a:pt x="23430" y="926"/>
                  <a:pt x="23400" y="926"/>
                  <a:pt x="23369" y="926"/>
                </a:cubicBezTo>
                <a:lnTo>
                  <a:pt x="23338" y="926"/>
                </a:lnTo>
                <a:cubicBezTo>
                  <a:pt x="23307" y="926"/>
                  <a:pt x="23276" y="926"/>
                  <a:pt x="23276" y="926"/>
                </a:cubicBezTo>
                <a:cubicBezTo>
                  <a:pt x="23215" y="926"/>
                  <a:pt x="23153" y="896"/>
                  <a:pt x="23122" y="896"/>
                </a:cubicBezTo>
                <a:cubicBezTo>
                  <a:pt x="23091" y="896"/>
                  <a:pt x="23091" y="896"/>
                  <a:pt x="23060" y="896"/>
                </a:cubicBezTo>
                <a:cubicBezTo>
                  <a:pt x="23029" y="896"/>
                  <a:pt x="22998" y="896"/>
                  <a:pt x="22968" y="896"/>
                </a:cubicBezTo>
                <a:lnTo>
                  <a:pt x="22936" y="896"/>
                </a:lnTo>
                <a:cubicBezTo>
                  <a:pt x="22968" y="896"/>
                  <a:pt x="22968" y="896"/>
                  <a:pt x="22998" y="896"/>
                </a:cubicBezTo>
                <a:cubicBezTo>
                  <a:pt x="22998" y="896"/>
                  <a:pt x="22998" y="896"/>
                  <a:pt x="22998" y="926"/>
                </a:cubicBezTo>
                <a:lnTo>
                  <a:pt x="22998" y="926"/>
                </a:lnTo>
                <a:lnTo>
                  <a:pt x="23029" y="926"/>
                </a:lnTo>
                <a:cubicBezTo>
                  <a:pt x="22998" y="926"/>
                  <a:pt x="22998" y="926"/>
                  <a:pt x="22998" y="926"/>
                </a:cubicBezTo>
                <a:lnTo>
                  <a:pt x="22998" y="926"/>
                </a:lnTo>
                <a:lnTo>
                  <a:pt x="22968" y="926"/>
                </a:lnTo>
                <a:lnTo>
                  <a:pt x="22936" y="926"/>
                </a:lnTo>
                <a:cubicBezTo>
                  <a:pt x="22906" y="926"/>
                  <a:pt x="22906" y="926"/>
                  <a:pt x="22906" y="957"/>
                </a:cubicBezTo>
                <a:lnTo>
                  <a:pt x="22936" y="957"/>
                </a:lnTo>
                <a:lnTo>
                  <a:pt x="22936" y="957"/>
                </a:lnTo>
                <a:lnTo>
                  <a:pt x="22936" y="957"/>
                </a:lnTo>
                <a:cubicBezTo>
                  <a:pt x="22968" y="957"/>
                  <a:pt x="22968" y="957"/>
                  <a:pt x="22968" y="957"/>
                </a:cubicBezTo>
                <a:cubicBezTo>
                  <a:pt x="22936" y="957"/>
                  <a:pt x="22998" y="957"/>
                  <a:pt x="22968" y="957"/>
                </a:cubicBezTo>
                <a:lnTo>
                  <a:pt x="22998" y="957"/>
                </a:lnTo>
                <a:lnTo>
                  <a:pt x="22998" y="957"/>
                </a:lnTo>
                <a:lnTo>
                  <a:pt x="22998" y="957"/>
                </a:lnTo>
                <a:cubicBezTo>
                  <a:pt x="22968" y="957"/>
                  <a:pt x="22968" y="957"/>
                  <a:pt x="22968" y="957"/>
                </a:cubicBezTo>
                <a:cubicBezTo>
                  <a:pt x="22998" y="957"/>
                  <a:pt x="22998" y="988"/>
                  <a:pt x="22998" y="988"/>
                </a:cubicBezTo>
                <a:cubicBezTo>
                  <a:pt x="22968" y="988"/>
                  <a:pt x="22968" y="988"/>
                  <a:pt x="22968" y="988"/>
                </a:cubicBezTo>
                <a:lnTo>
                  <a:pt x="22998" y="988"/>
                </a:lnTo>
                <a:lnTo>
                  <a:pt x="22998" y="988"/>
                </a:lnTo>
                <a:lnTo>
                  <a:pt x="22998" y="988"/>
                </a:lnTo>
                <a:lnTo>
                  <a:pt x="23060" y="1019"/>
                </a:lnTo>
                <a:lnTo>
                  <a:pt x="23060" y="1019"/>
                </a:lnTo>
                <a:lnTo>
                  <a:pt x="23060" y="1019"/>
                </a:lnTo>
                <a:lnTo>
                  <a:pt x="23060" y="1019"/>
                </a:lnTo>
                <a:lnTo>
                  <a:pt x="23029" y="1019"/>
                </a:lnTo>
                <a:lnTo>
                  <a:pt x="23029" y="1019"/>
                </a:lnTo>
                <a:cubicBezTo>
                  <a:pt x="22998" y="1019"/>
                  <a:pt x="22968" y="988"/>
                  <a:pt x="22968" y="1019"/>
                </a:cubicBezTo>
                <a:lnTo>
                  <a:pt x="22968" y="1019"/>
                </a:lnTo>
                <a:cubicBezTo>
                  <a:pt x="22968" y="1019"/>
                  <a:pt x="22968" y="988"/>
                  <a:pt x="22968" y="1019"/>
                </a:cubicBezTo>
                <a:lnTo>
                  <a:pt x="22968" y="1019"/>
                </a:lnTo>
                <a:lnTo>
                  <a:pt x="22936" y="1019"/>
                </a:lnTo>
                <a:lnTo>
                  <a:pt x="22936" y="1019"/>
                </a:lnTo>
                <a:lnTo>
                  <a:pt x="22936" y="1019"/>
                </a:lnTo>
                <a:lnTo>
                  <a:pt x="22936" y="1019"/>
                </a:lnTo>
                <a:cubicBezTo>
                  <a:pt x="22906" y="1019"/>
                  <a:pt x="22936" y="1019"/>
                  <a:pt x="22936" y="1019"/>
                </a:cubicBezTo>
                <a:lnTo>
                  <a:pt x="22936" y="1019"/>
                </a:lnTo>
                <a:lnTo>
                  <a:pt x="22936" y="1019"/>
                </a:lnTo>
                <a:lnTo>
                  <a:pt x="22968" y="1019"/>
                </a:lnTo>
                <a:cubicBezTo>
                  <a:pt x="22968" y="1050"/>
                  <a:pt x="22968" y="1019"/>
                  <a:pt x="22936" y="1050"/>
                </a:cubicBezTo>
                <a:lnTo>
                  <a:pt x="22936" y="1050"/>
                </a:lnTo>
                <a:cubicBezTo>
                  <a:pt x="22968" y="1050"/>
                  <a:pt x="22968" y="1050"/>
                  <a:pt x="22968" y="1050"/>
                </a:cubicBezTo>
                <a:lnTo>
                  <a:pt x="22968" y="1050"/>
                </a:lnTo>
                <a:lnTo>
                  <a:pt x="22968" y="1050"/>
                </a:lnTo>
                <a:lnTo>
                  <a:pt x="22968" y="1050"/>
                </a:lnTo>
                <a:lnTo>
                  <a:pt x="22968" y="1050"/>
                </a:lnTo>
                <a:lnTo>
                  <a:pt x="22968" y="1050"/>
                </a:lnTo>
                <a:lnTo>
                  <a:pt x="22968" y="1050"/>
                </a:lnTo>
                <a:lnTo>
                  <a:pt x="22936" y="1050"/>
                </a:lnTo>
                <a:cubicBezTo>
                  <a:pt x="22936" y="1050"/>
                  <a:pt x="22906" y="1019"/>
                  <a:pt x="22936" y="1019"/>
                </a:cubicBezTo>
                <a:cubicBezTo>
                  <a:pt x="22906" y="1019"/>
                  <a:pt x="22875" y="1019"/>
                  <a:pt x="22844" y="1019"/>
                </a:cubicBezTo>
                <a:lnTo>
                  <a:pt x="22844" y="1019"/>
                </a:lnTo>
                <a:lnTo>
                  <a:pt x="22844" y="1019"/>
                </a:lnTo>
                <a:lnTo>
                  <a:pt x="22813" y="1019"/>
                </a:lnTo>
                <a:lnTo>
                  <a:pt x="22813" y="1019"/>
                </a:lnTo>
                <a:lnTo>
                  <a:pt x="22813" y="1019"/>
                </a:lnTo>
                <a:cubicBezTo>
                  <a:pt x="22782" y="1019"/>
                  <a:pt x="22782" y="1019"/>
                  <a:pt x="22782" y="1019"/>
                </a:cubicBezTo>
                <a:cubicBezTo>
                  <a:pt x="22751" y="1019"/>
                  <a:pt x="22751" y="1019"/>
                  <a:pt x="22721" y="1019"/>
                </a:cubicBezTo>
                <a:lnTo>
                  <a:pt x="22751" y="1019"/>
                </a:lnTo>
                <a:lnTo>
                  <a:pt x="22721" y="1019"/>
                </a:lnTo>
                <a:lnTo>
                  <a:pt x="22721" y="1019"/>
                </a:lnTo>
                <a:cubicBezTo>
                  <a:pt x="22721" y="1019"/>
                  <a:pt x="22721" y="1019"/>
                  <a:pt x="22689" y="1019"/>
                </a:cubicBezTo>
                <a:cubicBezTo>
                  <a:pt x="22689" y="1019"/>
                  <a:pt x="22721" y="1019"/>
                  <a:pt x="22689" y="1019"/>
                </a:cubicBezTo>
                <a:cubicBezTo>
                  <a:pt x="22721" y="1019"/>
                  <a:pt x="22721" y="1019"/>
                  <a:pt x="22721" y="1019"/>
                </a:cubicBezTo>
                <a:lnTo>
                  <a:pt x="22721" y="1019"/>
                </a:lnTo>
                <a:lnTo>
                  <a:pt x="22721" y="1019"/>
                </a:lnTo>
                <a:lnTo>
                  <a:pt x="22689" y="1019"/>
                </a:lnTo>
                <a:lnTo>
                  <a:pt x="22689" y="1019"/>
                </a:lnTo>
                <a:cubicBezTo>
                  <a:pt x="22659" y="1019"/>
                  <a:pt x="22659" y="1019"/>
                  <a:pt x="22628" y="1019"/>
                </a:cubicBezTo>
                <a:lnTo>
                  <a:pt x="22535" y="988"/>
                </a:lnTo>
                <a:lnTo>
                  <a:pt x="22535" y="988"/>
                </a:lnTo>
                <a:lnTo>
                  <a:pt x="22535" y="988"/>
                </a:lnTo>
                <a:lnTo>
                  <a:pt x="22505" y="988"/>
                </a:lnTo>
                <a:lnTo>
                  <a:pt x="22505" y="988"/>
                </a:lnTo>
                <a:lnTo>
                  <a:pt x="22505" y="988"/>
                </a:lnTo>
                <a:lnTo>
                  <a:pt x="22505" y="988"/>
                </a:lnTo>
                <a:lnTo>
                  <a:pt x="22505" y="988"/>
                </a:lnTo>
                <a:cubicBezTo>
                  <a:pt x="22505" y="1019"/>
                  <a:pt x="22505" y="1019"/>
                  <a:pt x="22535" y="1019"/>
                </a:cubicBezTo>
                <a:lnTo>
                  <a:pt x="22535" y="1050"/>
                </a:lnTo>
                <a:lnTo>
                  <a:pt x="22535" y="1050"/>
                </a:lnTo>
                <a:lnTo>
                  <a:pt x="22535" y="1050"/>
                </a:lnTo>
                <a:cubicBezTo>
                  <a:pt x="22505" y="1050"/>
                  <a:pt x="22535" y="1050"/>
                  <a:pt x="22535" y="1050"/>
                </a:cubicBezTo>
                <a:lnTo>
                  <a:pt x="22535" y="1050"/>
                </a:lnTo>
                <a:cubicBezTo>
                  <a:pt x="22535" y="1080"/>
                  <a:pt x="22535" y="1080"/>
                  <a:pt x="22535" y="1080"/>
                </a:cubicBezTo>
                <a:lnTo>
                  <a:pt x="22505" y="1080"/>
                </a:lnTo>
                <a:lnTo>
                  <a:pt x="22505" y="1080"/>
                </a:lnTo>
                <a:cubicBezTo>
                  <a:pt x="22505" y="1080"/>
                  <a:pt x="22505" y="1080"/>
                  <a:pt x="22474" y="1080"/>
                </a:cubicBezTo>
                <a:lnTo>
                  <a:pt x="22474" y="1080"/>
                </a:lnTo>
                <a:lnTo>
                  <a:pt x="22474" y="1080"/>
                </a:lnTo>
                <a:cubicBezTo>
                  <a:pt x="22412" y="1050"/>
                  <a:pt x="22319" y="988"/>
                  <a:pt x="22288" y="988"/>
                </a:cubicBezTo>
                <a:cubicBezTo>
                  <a:pt x="22319" y="988"/>
                  <a:pt x="22350" y="988"/>
                  <a:pt x="22350" y="988"/>
                </a:cubicBezTo>
                <a:cubicBezTo>
                  <a:pt x="22319" y="988"/>
                  <a:pt x="22288" y="988"/>
                  <a:pt x="22288" y="957"/>
                </a:cubicBezTo>
                <a:lnTo>
                  <a:pt x="22319" y="988"/>
                </a:lnTo>
                <a:cubicBezTo>
                  <a:pt x="22319" y="988"/>
                  <a:pt x="22319" y="988"/>
                  <a:pt x="22288" y="988"/>
                </a:cubicBezTo>
                <a:lnTo>
                  <a:pt x="22288" y="988"/>
                </a:lnTo>
                <a:lnTo>
                  <a:pt x="22288" y="988"/>
                </a:lnTo>
                <a:cubicBezTo>
                  <a:pt x="22258" y="988"/>
                  <a:pt x="22258" y="988"/>
                  <a:pt x="22258" y="988"/>
                </a:cubicBezTo>
                <a:lnTo>
                  <a:pt x="22258" y="957"/>
                </a:lnTo>
                <a:cubicBezTo>
                  <a:pt x="22227" y="957"/>
                  <a:pt x="22258" y="988"/>
                  <a:pt x="22258" y="988"/>
                </a:cubicBezTo>
                <a:lnTo>
                  <a:pt x="22258" y="988"/>
                </a:lnTo>
                <a:cubicBezTo>
                  <a:pt x="22258" y="988"/>
                  <a:pt x="22227" y="988"/>
                  <a:pt x="22227" y="957"/>
                </a:cubicBezTo>
                <a:lnTo>
                  <a:pt x="22227" y="957"/>
                </a:lnTo>
                <a:lnTo>
                  <a:pt x="22227" y="957"/>
                </a:lnTo>
                <a:cubicBezTo>
                  <a:pt x="22258" y="957"/>
                  <a:pt x="22288" y="988"/>
                  <a:pt x="22288" y="957"/>
                </a:cubicBezTo>
                <a:lnTo>
                  <a:pt x="22288" y="957"/>
                </a:lnTo>
                <a:lnTo>
                  <a:pt x="22288" y="957"/>
                </a:lnTo>
                <a:cubicBezTo>
                  <a:pt x="22288" y="957"/>
                  <a:pt x="22258" y="957"/>
                  <a:pt x="22288" y="957"/>
                </a:cubicBezTo>
                <a:cubicBezTo>
                  <a:pt x="22258" y="926"/>
                  <a:pt x="22227" y="926"/>
                  <a:pt x="22227" y="926"/>
                </a:cubicBezTo>
                <a:cubicBezTo>
                  <a:pt x="22227" y="926"/>
                  <a:pt x="22227" y="926"/>
                  <a:pt x="22195" y="926"/>
                </a:cubicBezTo>
                <a:lnTo>
                  <a:pt x="22195" y="926"/>
                </a:lnTo>
                <a:lnTo>
                  <a:pt x="22195" y="926"/>
                </a:lnTo>
                <a:lnTo>
                  <a:pt x="22165" y="926"/>
                </a:lnTo>
                <a:cubicBezTo>
                  <a:pt x="22195" y="926"/>
                  <a:pt x="22195" y="926"/>
                  <a:pt x="22227" y="926"/>
                </a:cubicBezTo>
                <a:cubicBezTo>
                  <a:pt x="22195" y="926"/>
                  <a:pt x="22195" y="926"/>
                  <a:pt x="22195" y="926"/>
                </a:cubicBezTo>
                <a:lnTo>
                  <a:pt x="22227" y="926"/>
                </a:lnTo>
                <a:cubicBezTo>
                  <a:pt x="22227" y="896"/>
                  <a:pt x="22227" y="896"/>
                  <a:pt x="22227" y="896"/>
                </a:cubicBezTo>
                <a:cubicBezTo>
                  <a:pt x="22227" y="896"/>
                  <a:pt x="22195" y="926"/>
                  <a:pt x="22195" y="896"/>
                </a:cubicBezTo>
                <a:cubicBezTo>
                  <a:pt x="22195" y="896"/>
                  <a:pt x="22195" y="896"/>
                  <a:pt x="22227" y="896"/>
                </a:cubicBezTo>
                <a:cubicBezTo>
                  <a:pt x="22195" y="896"/>
                  <a:pt x="22195" y="896"/>
                  <a:pt x="22165" y="896"/>
                </a:cubicBezTo>
                <a:cubicBezTo>
                  <a:pt x="22165" y="896"/>
                  <a:pt x="22165" y="896"/>
                  <a:pt x="22134" y="896"/>
                </a:cubicBezTo>
                <a:lnTo>
                  <a:pt x="22134" y="896"/>
                </a:lnTo>
                <a:lnTo>
                  <a:pt x="22165" y="896"/>
                </a:lnTo>
                <a:cubicBezTo>
                  <a:pt x="22165" y="864"/>
                  <a:pt x="22165" y="864"/>
                  <a:pt x="22165" y="864"/>
                </a:cubicBezTo>
                <a:cubicBezTo>
                  <a:pt x="22134" y="864"/>
                  <a:pt x="22134" y="864"/>
                  <a:pt x="22165" y="864"/>
                </a:cubicBezTo>
                <a:cubicBezTo>
                  <a:pt x="22165" y="864"/>
                  <a:pt x="22072" y="833"/>
                  <a:pt x="22011" y="833"/>
                </a:cubicBezTo>
                <a:lnTo>
                  <a:pt x="21980" y="833"/>
                </a:lnTo>
                <a:lnTo>
                  <a:pt x="21980" y="833"/>
                </a:lnTo>
                <a:lnTo>
                  <a:pt x="21980" y="833"/>
                </a:lnTo>
                <a:lnTo>
                  <a:pt x="21980" y="833"/>
                </a:lnTo>
                <a:cubicBezTo>
                  <a:pt x="21948" y="833"/>
                  <a:pt x="21948" y="833"/>
                  <a:pt x="21918" y="833"/>
                </a:cubicBezTo>
                <a:lnTo>
                  <a:pt x="21948" y="833"/>
                </a:lnTo>
                <a:lnTo>
                  <a:pt x="21948" y="833"/>
                </a:lnTo>
                <a:lnTo>
                  <a:pt x="21948" y="833"/>
                </a:lnTo>
                <a:lnTo>
                  <a:pt x="21918" y="833"/>
                </a:lnTo>
                <a:lnTo>
                  <a:pt x="21918" y="833"/>
                </a:lnTo>
                <a:lnTo>
                  <a:pt x="21918" y="833"/>
                </a:lnTo>
                <a:lnTo>
                  <a:pt x="21918" y="833"/>
                </a:lnTo>
                <a:lnTo>
                  <a:pt x="21918" y="833"/>
                </a:lnTo>
                <a:lnTo>
                  <a:pt x="21918" y="833"/>
                </a:lnTo>
                <a:lnTo>
                  <a:pt x="21918" y="833"/>
                </a:lnTo>
                <a:lnTo>
                  <a:pt x="21918" y="833"/>
                </a:lnTo>
                <a:lnTo>
                  <a:pt x="21918" y="833"/>
                </a:lnTo>
                <a:cubicBezTo>
                  <a:pt x="21887" y="833"/>
                  <a:pt x="21887" y="833"/>
                  <a:pt x="21887" y="833"/>
                </a:cubicBezTo>
                <a:lnTo>
                  <a:pt x="21887" y="833"/>
                </a:lnTo>
                <a:lnTo>
                  <a:pt x="21887" y="833"/>
                </a:lnTo>
                <a:lnTo>
                  <a:pt x="21887" y="833"/>
                </a:lnTo>
                <a:lnTo>
                  <a:pt x="21887" y="833"/>
                </a:lnTo>
                <a:lnTo>
                  <a:pt x="21887" y="833"/>
                </a:lnTo>
                <a:cubicBezTo>
                  <a:pt x="21887" y="833"/>
                  <a:pt x="21856" y="833"/>
                  <a:pt x="21887" y="833"/>
                </a:cubicBezTo>
                <a:lnTo>
                  <a:pt x="21887" y="833"/>
                </a:lnTo>
                <a:cubicBezTo>
                  <a:pt x="21856" y="833"/>
                  <a:pt x="21856" y="833"/>
                  <a:pt x="21856" y="833"/>
                </a:cubicBezTo>
                <a:lnTo>
                  <a:pt x="21856" y="833"/>
                </a:lnTo>
                <a:lnTo>
                  <a:pt x="21856" y="833"/>
                </a:lnTo>
                <a:lnTo>
                  <a:pt x="21856" y="833"/>
                </a:lnTo>
                <a:lnTo>
                  <a:pt x="21856" y="833"/>
                </a:lnTo>
                <a:cubicBezTo>
                  <a:pt x="21825" y="833"/>
                  <a:pt x="21825" y="833"/>
                  <a:pt x="21825" y="833"/>
                </a:cubicBezTo>
                <a:cubicBezTo>
                  <a:pt x="21794" y="833"/>
                  <a:pt x="21794" y="803"/>
                  <a:pt x="21764" y="803"/>
                </a:cubicBezTo>
                <a:cubicBezTo>
                  <a:pt x="21764" y="803"/>
                  <a:pt x="21764" y="803"/>
                  <a:pt x="21733" y="803"/>
                </a:cubicBezTo>
                <a:lnTo>
                  <a:pt x="21733" y="803"/>
                </a:lnTo>
                <a:lnTo>
                  <a:pt x="21733" y="803"/>
                </a:lnTo>
                <a:lnTo>
                  <a:pt x="21733" y="803"/>
                </a:lnTo>
                <a:cubicBezTo>
                  <a:pt x="21733" y="803"/>
                  <a:pt x="21701" y="833"/>
                  <a:pt x="21701" y="803"/>
                </a:cubicBezTo>
                <a:lnTo>
                  <a:pt x="21701" y="803"/>
                </a:lnTo>
                <a:lnTo>
                  <a:pt x="21701" y="803"/>
                </a:lnTo>
                <a:lnTo>
                  <a:pt x="21701" y="803"/>
                </a:lnTo>
                <a:cubicBezTo>
                  <a:pt x="21701" y="803"/>
                  <a:pt x="21701" y="803"/>
                  <a:pt x="21701" y="833"/>
                </a:cubicBezTo>
                <a:lnTo>
                  <a:pt x="21701" y="833"/>
                </a:lnTo>
                <a:lnTo>
                  <a:pt x="21701" y="833"/>
                </a:lnTo>
                <a:lnTo>
                  <a:pt x="21701" y="833"/>
                </a:lnTo>
                <a:cubicBezTo>
                  <a:pt x="21671" y="803"/>
                  <a:pt x="21671" y="803"/>
                  <a:pt x="21671" y="833"/>
                </a:cubicBezTo>
                <a:lnTo>
                  <a:pt x="21671" y="833"/>
                </a:lnTo>
                <a:lnTo>
                  <a:pt x="21671" y="833"/>
                </a:lnTo>
                <a:lnTo>
                  <a:pt x="21671" y="833"/>
                </a:lnTo>
                <a:lnTo>
                  <a:pt x="21671" y="833"/>
                </a:lnTo>
                <a:lnTo>
                  <a:pt x="21701" y="833"/>
                </a:lnTo>
                <a:lnTo>
                  <a:pt x="21701" y="833"/>
                </a:lnTo>
                <a:lnTo>
                  <a:pt x="21701" y="833"/>
                </a:lnTo>
                <a:lnTo>
                  <a:pt x="21701" y="833"/>
                </a:lnTo>
                <a:lnTo>
                  <a:pt x="21701" y="833"/>
                </a:lnTo>
                <a:lnTo>
                  <a:pt x="21701" y="833"/>
                </a:lnTo>
                <a:lnTo>
                  <a:pt x="21701" y="833"/>
                </a:lnTo>
                <a:lnTo>
                  <a:pt x="21701" y="864"/>
                </a:lnTo>
                <a:lnTo>
                  <a:pt x="21701" y="864"/>
                </a:lnTo>
                <a:cubicBezTo>
                  <a:pt x="21733" y="864"/>
                  <a:pt x="21733" y="864"/>
                  <a:pt x="21733" y="864"/>
                </a:cubicBezTo>
                <a:lnTo>
                  <a:pt x="21733" y="864"/>
                </a:lnTo>
                <a:lnTo>
                  <a:pt x="21733" y="864"/>
                </a:lnTo>
                <a:lnTo>
                  <a:pt x="21733" y="864"/>
                </a:lnTo>
                <a:lnTo>
                  <a:pt x="21733" y="864"/>
                </a:lnTo>
                <a:cubicBezTo>
                  <a:pt x="21733" y="864"/>
                  <a:pt x="21733" y="864"/>
                  <a:pt x="21733" y="896"/>
                </a:cubicBezTo>
                <a:lnTo>
                  <a:pt x="21733" y="896"/>
                </a:lnTo>
                <a:lnTo>
                  <a:pt x="21733" y="896"/>
                </a:lnTo>
                <a:cubicBezTo>
                  <a:pt x="21701" y="864"/>
                  <a:pt x="21393" y="864"/>
                  <a:pt x="21424" y="833"/>
                </a:cubicBezTo>
                <a:lnTo>
                  <a:pt x="21454" y="833"/>
                </a:lnTo>
                <a:cubicBezTo>
                  <a:pt x="21454" y="803"/>
                  <a:pt x="21116" y="833"/>
                  <a:pt x="21084" y="833"/>
                </a:cubicBezTo>
                <a:cubicBezTo>
                  <a:pt x="21084" y="864"/>
                  <a:pt x="21116" y="833"/>
                  <a:pt x="21116" y="864"/>
                </a:cubicBezTo>
                <a:cubicBezTo>
                  <a:pt x="21116" y="864"/>
                  <a:pt x="21084" y="864"/>
                  <a:pt x="21053" y="833"/>
                </a:cubicBezTo>
                <a:cubicBezTo>
                  <a:pt x="21053" y="833"/>
                  <a:pt x="21084" y="833"/>
                  <a:pt x="21053" y="833"/>
                </a:cubicBezTo>
                <a:cubicBezTo>
                  <a:pt x="21053" y="803"/>
                  <a:pt x="21023" y="803"/>
                  <a:pt x="20992" y="803"/>
                </a:cubicBezTo>
                <a:lnTo>
                  <a:pt x="21023" y="803"/>
                </a:lnTo>
                <a:cubicBezTo>
                  <a:pt x="21023" y="833"/>
                  <a:pt x="20899" y="803"/>
                  <a:pt x="20899" y="803"/>
                </a:cubicBezTo>
                <a:lnTo>
                  <a:pt x="20899" y="803"/>
                </a:lnTo>
                <a:cubicBezTo>
                  <a:pt x="20899" y="803"/>
                  <a:pt x="20869" y="772"/>
                  <a:pt x="20869" y="803"/>
                </a:cubicBezTo>
                <a:lnTo>
                  <a:pt x="20869" y="803"/>
                </a:lnTo>
                <a:lnTo>
                  <a:pt x="20776" y="803"/>
                </a:lnTo>
                <a:cubicBezTo>
                  <a:pt x="20806" y="833"/>
                  <a:pt x="20806" y="833"/>
                  <a:pt x="20806" y="833"/>
                </a:cubicBezTo>
                <a:cubicBezTo>
                  <a:pt x="20806" y="833"/>
                  <a:pt x="20899" y="803"/>
                  <a:pt x="20869" y="833"/>
                </a:cubicBezTo>
                <a:cubicBezTo>
                  <a:pt x="20869" y="833"/>
                  <a:pt x="20869" y="833"/>
                  <a:pt x="20837" y="833"/>
                </a:cubicBezTo>
                <a:cubicBezTo>
                  <a:pt x="20869" y="833"/>
                  <a:pt x="20806" y="833"/>
                  <a:pt x="20776" y="833"/>
                </a:cubicBezTo>
                <a:lnTo>
                  <a:pt x="20806" y="833"/>
                </a:lnTo>
                <a:lnTo>
                  <a:pt x="20806" y="833"/>
                </a:lnTo>
                <a:cubicBezTo>
                  <a:pt x="20806" y="864"/>
                  <a:pt x="20745" y="864"/>
                  <a:pt x="20745" y="864"/>
                </a:cubicBezTo>
                <a:lnTo>
                  <a:pt x="20745" y="864"/>
                </a:lnTo>
                <a:lnTo>
                  <a:pt x="20622" y="864"/>
                </a:lnTo>
                <a:lnTo>
                  <a:pt x="20622" y="896"/>
                </a:lnTo>
                <a:cubicBezTo>
                  <a:pt x="20622" y="896"/>
                  <a:pt x="20590" y="926"/>
                  <a:pt x="20559" y="896"/>
                </a:cubicBezTo>
                <a:cubicBezTo>
                  <a:pt x="20590" y="896"/>
                  <a:pt x="20622" y="864"/>
                  <a:pt x="20590" y="864"/>
                </a:cubicBezTo>
                <a:cubicBezTo>
                  <a:pt x="20622" y="896"/>
                  <a:pt x="20652" y="833"/>
                  <a:pt x="20652" y="833"/>
                </a:cubicBezTo>
                <a:cubicBezTo>
                  <a:pt x="20652" y="833"/>
                  <a:pt x="20745" y="833"/>
                  <a:pt x="20714" y="803"/>
                </a:cubicBezTo>
                <a:lnTo>
                  <a:pt x="20776" y="772"/>
                </a:lnTo>
                <a:lnTo>
                  <a:pt x="20745" y="772"/>
                </a:lnTo>
                <a:lnTo>
                  <a:pt x="20776" y="772"/>
                </a:lnTo>
                <a:cubicBezTo>
                  <a:pt x="20776" y="741"/>
                  <a:pt x="20776" y="741"/>
                  <a:pt x="20776" y="741"/>
                </a:cubicBezTo>
                <a:cubicBezTo>
                  <a:pt x="20806" y="741"/>
                  <a:pt x="20837" y="741"/>
                  <a:pt x="20869" y="741"/>
                </a:cubicBezTo>
                <a:lnTo>
                  <a:pt x="20899" y="710"/>
                </a:lnTo>
                <a:cubicBezTo>
                  <a:pt x="20899" y="710"/>
                  <a:pt x="20899" y="649"/>
                  <a:pt x="20899" y="679"/>
                </a:cubicBezTo>
                <a:cubicBezTo>
                  <a:pt x="20899" y="679"/>
                  <a:pt x="20869" y="679"/>
                  <a:pt x="20869" y="649"/>
                </a:cubicBezTo>
                <a:lnTo>
                  <a:pt x="20837" y="649"/>
                </a:lnTo>
                <a:lnTo>
                  <a:pt x="20776" y="649"/>
                </a:lnTo>
                <a:cubicBezTo>
                  <a:pt x="20899" y="649"/>
                  <a:pt x="20837" y="617"/>
                  <a:pt x="20837" y="617"/>
                </a:cubicBezTo>
                <a:cubicBezTo>
                  <a:pt x="20806" y="617"/>
                  <a:pt x="20806" y="587"/>
                  <a:pt x="20776" y="617"/>
                </a:cubicBezTo>
                <a:lnTo>
                  <a:pt x="20745" y="617"/>
                </a:lnTo>
                <a:lnTo>
                  <a:pt x="20745" y="617"/>
                </a:lnTo>
                <a:lnTo>
                  <a:pt x="20745" y="617"/>
                </a:lnTo>
                <a:cubicBezTo>
                  <a:pt x="20776" y="617"/>
                  <a:pt x="20714" y="587"/>
                  <a:pt x="20683" y="587"/>
                </a:cubicBezTo>
                <a:cubicBezTo>
                  <a:pt x="20683" y="587"/>
                  <a:pt x="20683" y="587"/>
                  <a:pt x="20714" y="587"/>
                </a:cubicBezTo>
                <a:cubicBezTo>
                  <a:pt x="20683" y="587"/>
                  <a:pt x="20622" y="556"/>
                  <a:pt x="20590" y="556"/>
                </a:cubicBezTo>
                <a:lnTo>
                  <a:pt x="20529" y="556"/>
                </a:lnTo>
                <a:cubicBezTo>
                  <a:pt x="20498" y="556"/>
                  <a:pt x="20436" y="556"/>
                  <a:pt x="20405" y="556"/>
                </a:cubicBezTo>
                <a:cubicBezTo>
                  <a:pt x="20405" y="556"/>
                  <a:pt x="20405" y="556"/>
                  <a:pt x="20405" y="587"/>
                </a:cubicBezTo>
                <a:lnTo>
                  <a:pt x="20312" y="587"/>
                </a:lnTo>
                <a:cubicBezTo>
                  <a:pt x="20312" y="587"/>
                  <a:pt x="20312" y="587"/>
                  <a:pt x="20343" y="587"/>
                </a:cubicBezTo>
                <a:lnTo>
                  <a:pt x="20312" y="556"/>
                </a:lnTo>
                <a:cubicBezTo>
                  <a:pt x="20343" y="556"/>
                  <a:pt x="20343" y="556"/>
                  <a:pt x="20343" y="556"/>
                </a:cubicBezTo>
                <a:cubicBezTo>
                  <a:pt x="20343" y="556"/>
                  <a:pt x="20282" y="525"/>
                  <a:pt x="20282" y="556"/>
                </a:cubicBezTo>
                <a:lnTo>
                  <a:pt x="20220" y="556"/>
                </a:lnTo>
                <a:lnTo>
                  <a:pt x="20220" y="525"/>
                </a:lnTo>
                <a:lnTo>
                  <a:pt x="20128" y="525"/>
                </a:lnTo>
                <a:lnTo>
                  <a:pt x="20189" y="525"/>
                </a:lnTo>
                <a:lnTo>
                  <a:pt x="20220" y="525"/>
                </a:lnTo>
                <a:cubicBezTo>
                  <a:pt x="20220" y="494"/>
                  <a:pt x="19942" y="463"/>
                  <a:pt x="19942" y="525"/>
                </a:cubicBezTo>
                <a:cubicBezTo>
                  <a:pt x="19973" y="525"/>
                  <a:pt x="19911" y="525"/>
                  <a:pt x="19942" y="556"/>
                </a:cubicBezTo>
                <a:lnTo>
                  <a:pt x="19942" y="556"/>
                </a:lnTo>
                <a:lnTo>
                  <a:pt x="19973" y="587"/>
                </a:lnTo>
                <a:cubicBezTo>
                  <a:pt x="20004" y="587"/>
                  <a:pt x="20065" y="587"/>
                  <a:pt x="20065" y="587"/>
                </a:cubicBezTo>
                <a:lnTo>
                  <a:pt x="19849" y="587"/>
                </a:lnTo>
                <a:cubicBezTo>
                  <a:pt x="19849" y="617"/>
                  <a:pt x="19942" y="587"/>
                  <a:pt x="19942" y="617"/>
                </a:cubicBezTo>
                <a:lnTo>
                  <a:pt x="19881" y="617"/>
                </a:lnTo>
                <a:lnTo>
                  <a:pt x="19819" y="617"/>
                </a:lnTo>
                <a:cubicBezTo>
                  <a:pt x="19819" y="617"/>
                  <a:pt x="19788" y="649"/>
                  <a:pt x="19788" y="617"/>
                </a:cubicBezTo>
                <a:cubicBezTo>
                  <a:pt x="19788" y="617"/>
                  <a:pt x="19757" y="649"/>
                  <a:pt x="19726" y="649"/>
                </a:cubicBezTo>
                <a:cubicBezTo>
                  <a:pt x="19757" y="617"/>
                  <a:pt x="19695" y="649"/>
                  <a:pt x="19695" y="649"/>
                </a:cubicBezTo>
                <a:cubicBezTo>
                  <a:pt x="19695" y="617"/>
                  <a:pt x="19695" y="617"/>
                  <a:pt x="19695" y="617"/>
                </a:cubicBezTo>
                <a:lnTo>
                  <a:pt x="19602" y="617"/>
                </a:lnTo>
                <a:cubicBezTo>
                  <a:pt x="19634" y="617"/>
                  <a:pt x="19602" y="617"/>
                  <a:pt x="19602" y="617"/>
                </a:cubicBezTo>
                <a:lnTo>
                  <a:pt x="19541" y="617"/>
                </a:lnTo>
                <a:cubicBezTo>
                  <a:pt x="19541" y="617"/>
                  <a:pt x="19541" y="617"/>
                  <a:pt x="19572" y="617"/>
                </a:cubicBezTo>
                <a:cubicBezTo>
                  <a:pt x="19541" y="617"/>
                  <a:pt x="19541" y="617"/>
                  <a:pt x="19510" y="617"/>
                </a:cubicBezTo>
                <a:cubicBezTo>
                  <a:pt x="19541" y="617"/>
                  <a:pt x="19510" y="617"/>
                  <a:pt x="19510" y="617"/>
                </a:cubicBezTo>
                <a:lnTo>
                  <a:pt x="19510" y="617"/>
                </a:lnTo>
                <a:lnTo>
                  <a:pt x="19541" y="649"/>
                </a:lnTo>
                <a:cubicBezTo>
                  <a:pt x="19541" y="617"/>
                  <a:pt x="19572" y="617"/>
                  <a:pt x="19572" y="617"/>
                </a:cubicBezTo>
                <a:cubicBezTo>
                  <a:pt x="19572" y="649"/>
                  <a:pt x="19479" y="649"/>
                  <a:pt x="19448" y="649"/>
                </a:cubicBezTo>
                <a:cubicBezTo>
                  <a:pt x="19417" y="649"/>
                  <a:pt x="19325" y="649"/>
                  <a:pt x="19355" y="679"/>
                </a:cubicBezTo>
                <a:cubicBezTo>
                  <a:pt x="19355" y="679"/>
                  <a:pt x="19325" y="649"/>
                  <a:pt x="19325" y="679"/>
                </a:cubicBezTo>
                <a:cubicBezTo>
                  <a:pt x="19325" y="679"/>
                  <a:pt x="19263" y="649"/>
                  <a:pt x="19294" y="679"/>
                </a:cubicBezTo>
                <a:lnTo>
                  <a:pt x="19263" y="679"/>
                </a:lnTo>
                <a:cubicBezTo>
                  <a:pt x="19263" y="679"/>
                  <a:pt x="19263" y="679"/>
                  <a:pt x="19294" y="679"/>
                </a:cubicBezTo>
                <a:cubicBezTo>
                  <a:pt x="19263" y="679"/>
                  <a:pt x="19263" y="679"/>
                  <a:pt x="19232" y="710"/>
                </a:cubicBezTo>
                <a:cubicBezTo>
                  <a:pt x="19201" y="710"/>
                  <a:pt x="19232" y="710"/>
                  <a:pt x="19232" y="710"/>
                </a:cubicBezTo>
                <a:lnTo>
                  <a:pt x="19201" y="710"/>
                </a:lnTo>
                <a:lnTo>
                  <a:pt x="19232" y="710"/>
                </a:lnTo>
                <a:lnTo>
                  <a:pt x="19201" y="710"/>
                </a:lnTo>
                <a:cubicBezTo>
                  <a:pt x="19201" y="710"/>
                  <a:pt x="19232" y="741"/>
                  <a:pt x="19201" y="741"/>
                </a:cubicBezTo>
                <a:lnTo>
                  <a:pt x="19201" y="741"/>
                </a:lnTo>
                <a:cubicBezTo>
                  <a:pt x="19201" y="741"/>
                  <a:pt x="19201" y="741"/>
                  <a:pt x="19232" y="741"/>
                </a:cubicBezTo>
                <a:cubicBezTo>
                  <a:pt x="19201" y="741"/>
                  <a:pt x="19140" y="741"/>
                  <a:pt x="19170" y="741"/>
                </a:cubicBezTo>
                <a:cubicBezTo>
                  <a:pt x="19170" y="741"/>
                  <a:pt x="19140" y="710"/>
                  <a:pt x="19140" y="741"/>
                </a:cubicBezTo>
                <a:lnTo>
                  <a:pt x="19140" y="741"/>
                </a:lnTo>
                <a:lnTo>
                  <a:pt x="19140" y="741"/>
                </a:lnTo>
                <a:lnTo>
                  <a:pt x="19140" y="741"/>
                </a:lnTo>
                <a:cubicBezTo>
                  <a:pt x="19201" y="772"/>
                  <a:pt x="19201" y="741"/>
                  <a:pt x="19263" y="772"/>
                </a:cubicBezTo>
                <a:cubicBezTo>
                  <a:pt x="19232" y="772"/>
                  <a:pt x="19232" y="772"/>
                  <a:pt x="19232" y="772"/>
                </a:cubicBezTo>
                <a:lnTo>
                  <a:pt x="19232" y="772"/>
                </a:lnTo>
                <a:lnTo>
                  <a:pt x="19232" y="772"/>
                </a:lnTo>
                <a:lnTo>
                  <a:pt x="19232" y="772"/>
                </a:lnTo>
                <a:lnTo>
                  <a:pt x="19232" y="772"/>
                </a:lnTo>
                <a:lnTo>
                  <a:pt x="19232" y="772"/>
                </a:lnTo>
                <a:cubicBezTo>
                  <a:pt x="19232" y="772"/>
                  <a:pt x="19201" y="772"/>
                  <a:pt x="19170" y="772"/>
                </a:cubicBezTo>
                <a:lnTo>
                  <a:pt x="19170" y="772"/>
                </a:lnTo>
                <a:lnTo>
                  <a:pt x="19294" y="803"/>
                </a:lnTo>
                <a:cubicBezTo>
                  <a:pt x="19294" y="803"/>
                  <a:pt x="19263" y="803"/>
                  <a:pt x="19294" y="803"/>
                </a:cubicBezTo>
                <a:cubicBezTo>
                  <a:pt x="19263" y="833"/>
                  <a:pt x="19201" y="803"/>
                  <a:pt x="19170" y="803"/>
                </a:cubicBezTo>
                <a:cubicBezTo>
                  <a:pt x="19170" y="833"/>
                  <a:pt x="19140" y="833"/>
                  <a:pt x="19108" y="833"/>
                </a:cubicBezTo>
                <a:cubicBezTo>
                  <a:pt x="19047" y="833"/>
                  <a:pt x="18924" y="803"/>
                  <a:pt x="18861" y="833"/>
                </a:cubicBezTo>
                <a:lnTo>
                  <a:pt x="18861" y="833"/>
                </a:lnTo>
                <a:lnTo>
                  <a:pt x="18861" y="864"/>
                </a:lnTo>
                <a:lnTo>
                  <a:pt x="18893" y="864"/>
                </a:lnTo>
                <a:lnTo>
                  <a:pt x="18861" y="864"/>
                </a:lnTo>
                <a:cubicBezTo>
                  <a:pt x="18861" y="864"/>
                  <a:pt x="18924" y="864"/>
                  <a:pt x="18893" y="864"/>
                </a:cubicBezTo>
                <a:cubicBezTo>
                  <a:pt x="18924" y="896"/>
                  <a:pt x="18924" y="864"/>
                  <a:pt x="18924" y="896"/>
                </a:cubicBezTo>
                <a:lnTo>
                  <a:pt x="18954" y="926"/>
                </a:lnTo>
                <a:cubicBezTo>
                  <a:pt x="19016" y="957"/>
                  <a:pt x="19078" y="926"/>
                  <a:pt x="19108" y="988"/>
                </a:cubicBezTo>
                <a:cubicBezTo>
                  <a:pt x="19078" y="988"/>
                  <a:pt x="19016" y="988"/>
                  <a:pt x="18954" y="957"/>
                </a:cubicBezTo>
                <a:cubicBezTo>
                  <a:pt x="18924" y="957"/>
                  <a:pt x="18831" y="926"/>
                  <a:pt x="18831" y="926"/>
                </a:cubicBezTo>
                <a:cubicBezTo>
                  <a:pt x="18800" y="926"/>
                  <a:pt x="18769" y="957"/>
                  <a:pt x="18738" y="957"/>
                </a:cubicBezTo>
                <a:cubicBezTo>
                  <a:pt x="18738" y="988"/>
                  <a:pt x="18800" y="957"/>
                  <a:pt x="18800" y="988"/>
                </a:cubicBezTo>
                <a:cubicBezTo>
                  <a:pt x="18800" y="988"/>
                  <a:pt x="18677" y="957"/>
                  <a:pt x="18646" y="988"/>
                </a:cubicBezTo>
                <a:cubicBezTo>
                  <a:pt x="18677" y="988"/>
                  <a:pt x="18677" y="1019"/>
                  <a:pt x="18677" y="1019"/>
                </a:cubicBezTo>
                <a:cubicBezTo>
                  <a:pt x="18707" y="1019"/>
                  <a:pt x="18769" y="1050"/>
                  <a:pt x="18800" y="1050"/>
                </a:cubicBezTo>
                <a:cubicBezTo>
                  <a:pt x="18769" y="1019"/>
                  <a:pt x="18831" y="1050"/>
                  <a:pt x="18831" y="1019"/>
                </a:cubicBezTo>
                <a:lnTo>
                  <a:pt x="18861" y="1050"/>
                </a:lnTo>
                <a:lnTo>
                  <a:pt x="18861" y="1050"/>
                </a:lnTo>
                <a:lnTo>
                  <a:pt x="18861" y="1050"/>
                </a:lnTo>
                <a:cubicBezTo>
                  <a:pt x="18861" y="1050"/>
                  <a:pt x="18924" y="1080"/>
                  <a:pt x="18893" y="1050"/>
                </a:cubicBezTo>
                <a:lnTo>
                  <a:pt x="18924" y="1050"/>
                </a:lnTo>
                <a:cubicBezTo>
                  <a:pt x="18893" y="1111"/>
                  <a:pt x="18800" y="1019"/>
                  <a:pt x="18769" y="1050"/>
                </a:cubicBezTo>
                <a:cubicBezTo>
                  <a:pt x="18769" y="1050"/>
                  <a:pt x="18614" y="1019"/>
                  <a:pt x="18646" y="1019"/>
                </a:cubicBezTo>
                <a:lnTo>
                  <a:pt x="18646" y="1019"/>
                </a:lnTo>
                <a:lnTo>
                  <a:pt x="18614" y="988"/>
                </a:lnTo>
                <a:lnTo>
                  <a:pt x="18614" y="957"/>
                </a:lnTo>
                <a:lnTo>
                  <a:pt x="18584" y="926"/>
                </a:lnTo>
                <a:cubicBezTo>
                  <a:pt x="18584" y="926"/>
                  <a:pt x="18584" y="926"/>
                  <a:pt x="18553" y="926"/>
                </a:cubicBezTo>
                <a:cubicBezTo>
                  <a:pt x="18584" y="896"/>
                  <a:pt x="18584" y="896"/>
                  <a:pt x="18584" y="896"/>
                </a:cubicBezTo>
                <a:lnTo>
                  <a:pt x="18522" y="896"/>
                </a:lnTo>
                <a:cubicBezTo>
                  <a:pt x="18522" y="926"/>
                  <a:pt x="18614" y="957"/>
                  <a:pt x="18553" y="988"/>
                </a:cubicBezTo>
                <a:cubicBezTo>
                  <a:pt x="18522" y="988"/>
                  <a:pt x="18460" y="988"/>
                  <a:pt x="18491" y="1019"/>
                </a:cubicBezTo>
                <a:cubicBezTo>
                  <a:pt x="18491" y="1019"/>
                  <a:pt x="18553" y="1080"/>
                  <a:pt x="18584" y="1080"/>
                </a:cubicBezTo>
                <a:cubicBezTo>
                  <a:pt x="18614" y="1111"/>
                  <a:pt x="18614" y="1111"/>
                  <a:pt x="18584" y="1143"/>
                </a:cubicBezTo>
                <a:lnTo>
                  <a:pt x="18614" y="1173"/>
                </a:lnTo>
                <a:cubicBezTo>
                  <a:pt x="18646" y="1204"/>
                  <a:pt x="18646" y="1235"/>
                  <a:pt x="18677" y="1235"/>
                </a:cubicBezTo>
                <a:cubicBezTo>
                  <a:pt x="18738" y="1235"/>
                  <a:pt x="18831" y="1204"/>
                  <a:pt x="18861" y="1235"/>
                </a:cubicBezTo>
                <a:cubicBezTo>
                  <a:pt x="18893" y="1266"/>
                  <a:pt x="18924" y="1235"/>
                  <a:pt x="18954" y="1266"/>
                </a:cubicBezTo>
                <a:cubicBezTo>
                  <a:pt x="18985" y="1297"/>
                  <a:pt x="18985" y="1297"/>
                  <a:pt x="19016" y="1297"/>
                </a:cubicBezTo>
                <a:cubicBezTo>
                  <a:pt x="19016" y="1297"/>
                  <a:pt x="18954" y="1327"/>
                  <a:pt x="18985" y="1327"/>
                </a:cubicBezTo>
                <a:lnTo>
                  <a:pt x="19016" y="1358"/>
                </a:lnTo>
                <a:lnTo>
                  <a:pt x="19078" y="1358"/>
                </a:lnTo>
                <a:cubicBezTo>
                  <a:pt x="19078" y="1358"/>
                  <a:pt x="19108" y="1358"/>
                  <a:pt x="19108" y="1390"/>
                </a:cubicBezTo>
                <a:cubicBezTo>
                  <a:pt x="19108" y="1390"/>
                  <a:pt x="18985" y="1390"/>
                  <a:pt x="18954" y="1358"/>
                </a:cubicBezTo>
                <a:lnTo>
                  <a:pt x="18954" y="1358"/>
                </a:lnTo>
                <a:cubicBezTo>
                  <a:pt x="18985" y="1327"/>
                  <a:pt x="18924" y="1297"/>
                  <a:pt x="18924" y="1297"/>
                </a:cubicBezTo>
                <a:cubicBezTo>
                  <a:pt x="18893" y="1297"/>
                  <a:pt x="18861" y="1235"/>
                  <a:pt x="18831" y="1235"/>
                </a:cubicBezTo>
                <a:cubicBezTo>
                  <a:pt x="18800" y="1235"/>
                  <a:pt x="18677" y="1266"/>
                  <a:pt x="18738" y="1297"/>
                </a:cubicBezTo>
                <a:cubicBezTo>
                  <a:pt x="18769" y="1327"/>
                  <a:pt x="18831" y="1358"/>
                  <a:pt x="18800" y="1358"/>
                </a:cubicBezTo>
                <a:cubicBezTo>
                  <a:pt x="18769" y="1390"/>
                  <a:pt x="18769" y="1390"/>
                  <a:pt x="18769" y="1420"/>
                </a:cubicBezTo>
                <a:cubicBezTo>
                  <a:pt x="18769" y="1451"/>
                  <a:pt x="18677" y="1451"/>
                  <a:pt x="18677" y="1481"/>
                </a:cubicBezTo>
                <a:cubicBezTo>
                  <a:pt x="18707" y="1481"/>
                  <a:pt x="18707" y="1513"/>
                  <a:pt x="18677" y="1513"/>
                </a:cubicBezTo>
                <a:cubicBezTo>
                  <a:pt x="18646" y="1513"/>
                  <a:pt x="18614" y="1481"/>
                  <a:pt x="18614" y="1481"/>
                </a:cubicBezTo>
                <a:cubicBezTo>
                  <a:pt x="18553" y="1481"/>
                  <a:pt x="18460" y="1513"/>
                  <a:pt x="18430" y="1451"/>
                </a:cubicBezTo>
                <a:cubicBezTo>
                  <a:pt x="18460" y="1420"/>
                  <a:pt x="18491" y="1481"/>
                  <a:pt x="18553" y="1451"/>
                </a:cubicBezTo>
                <a:cubicBezTo>
                  <a:pt x="18522" y="1451"/>
                  <a:pt x="18553" y="1451"/>
                  <a:pt x="18553" y="1451"/>
                </a:cubicBezTo>
                <a:lnTo>
                  <a:pt x="18584" y="1451"/>
                </a:lnTo>
                <a:lnTo>
                  <a:pt x="18584" y="1451"/>
                </a:lnTo>
                <a:lnTo>
                  <a:pt x="18584" y="1451"/>
                </a:lnTo>
                <a:cubicBezTo>
                  <a:pt x="18614" y="1451"/>
                  <a:pt x="18646" y="1420"/>
                  <a:pt x="18614" y="1420"/>
                </a:cubicBezTo>
                <a:cubicBezTo>
                  <a:pt x="18646" y="1420"/>
                  <a:pt x="18646" y="1420"/>
                  <a:pt x="18646" y="1420"/>
                </a:cubicBezTo>
                <a:lnTo>
                  <a:pt x="18646" y="1420"/>
                </a:lnTo>
                <a:lnTo>
                  <a:pt x="18614" y="1420"/>
                </a:lnTo>
                <a:cubicBezTo>
                  <a:pt x="18614" y="1390"/>
                  <a:pt x="18646" y="1390"/>
                  <a:pt x="18646" y="1390"/>
                </a:cubicBezTo>
                <a:cubicBezTo>
                  <a:pt x="18646" y="1390"/>
                  <a:pt x="18646" y="1358"/>
                  <a:pt x="18677" y="1358"/>
                </a:cubicBezTo>
                <a:cubicBezTo>
                  <a:pt x="18646" y="1358"/>
                  <a:pt x="18646" y="1297"/>
                  <a:pt x="18677" y="1297"/>
                </a:cubicBezTo>
                <a:cubicBezTo>
                  <a:pt x="18677" y="1297"/>
                  <a:pt x="18614" y="1266"/>
                  <a:pt x="18584" y="1266"/>
                </a:cubicBezTo>
                <a:cubicBezTo>
                  <a:pt x="18553" y="1235"/>
                  <a:pt x="18584" y="1204"/>
                  <a:pt x="18553" y="1204"/>
                </a:cubicBezTo>
                <a:cubicBezTo>
                  <a:pt x="18584" y="1204"/>
                  <a:pt x="18491" y="1143"/>
                  <a:pt x="18491" y="1143"/>
                </a:cubicBezTo>
                <a:cubicBezTo>
                  <a:pt x="18491" y="1111"/>
                  <a:pt x="18522" y="1111"/>
                  <a:pt x="18522" y="1111"/>
                </a:cubicBezTo>
                <a:cubicBezTo>
                  <a:pt x="18522" y="1111"/>
                  <a:pt x="18491" y="1050"/>
                  <a:pt x="18460" y="1050"/>
                </a:cubicBezTo>
                <a:cubicBezTo>
                  <a:pt x="18460" y="1050"/>
                  <a:pt x="18399" y="1050"/>
                  <a:pt x="18399" y="1019"/>
                </a:cubicBezTo>
                <a:lnTo>
                  <a:pt x="18430" y="988"/>
                </a:lnTo>
                <a:lnTo>
                  <a:pt x="18399" y="896"/>
                </a:lnTo>
                <a:cubicBezTo>
                  <a:pt x="18367" y="896"/>
                  <a:pt x="18337" y="896"/>
                  <a:pt x="18337" y="896"/>
                </a:cubicBezTo>
                <a:lnTo>
                  <a:pt x="18337" y="896"/>
                </a:lnTo>
                <a:cubicBezTo>
                  <a:pt x="18275" y="896"/>
                  <a:pt x="18213" y="864"/>
                  <a:pt x="18183" y="896"/>
                </a:cubicBezTo>
                <a:cubicBezTo>
                  <a:pt x="18183" y="896"/>
                  <a:pt x="18183" y="896"/>
                  <a:pt x="18152" y="896"/>
                </a:cubicBezTo>
                <a:lnTo>
                  <a:pt x="18183" y="896"/>
                </a:lnTo>
                <a:lnTo>
                  <a:pt x="18183" y="896"/>
                </a:lnTo>
                <a:cubicBezTo>
                  <a:pt x="18120" y="864"/>
                  <a:pt x="18152" y="957"/>
                  <a:pt x="18152" y="957"/>
                </a:cubicBezTo>
                <a:cubicBezTo>
                  <a:pt x="18152" y="1019"/>
                  <a:pt x="18059" y="1019"/>
                  <a:pt x="18059" y="1050"/>
                </a:cubicBezTo>
                <a:cubicBezTo>
                  <a:pt x="18059" y="1080"/>
                  <a:pt x="18059" y="1050"/>
                  <a:pt x="18059" y="1050"/>
                </a:cubicBezTo>
                <a:cubicBezTo>
                  <a:pt x="18090" y="1050"/>
                  <a:pt x="18059" y="1080"/>
                  <a:pt x="18059" y="1080"/>
                </a:cubicBezTo>
                <a:cubicBezTo>
                  <a:pt x="18090" y="1080"/>
                  <a:pt x="18120" y="1080"/>
                  <a:pt x="18120" y="1080"/>
                </a:cubicBezTo>
                <a:lnTo>
                  <a:pt x="18120" y="1111"/>
                </a:lnTo>
                <a:lnTo>
                  <a:pt x="18152" y="1143"/>
                </a:lnTo>
                <a:cubicBezTo>
                  <a:pt x="18183" y="1143"/>
                  <a:pt x="18120" y="1143"/>
                  <a:pt x="18120" y="1143"/>
                </a:cubicBezTo>
                <a:cubicBezTo>
                  <a:pt x="18120" y="1173"/>
                  <a:pt x="18152" y="1204"/>
                  <a:pt x="18152" y="1204"/>
                </a:cubicBezTo>
                <a:cubicBezTo>
                  <a:pt x="18152" y="1204"/>
                  <a:pt x="18152" y="1204"/>
                  <a:pt x="18152" y="1173"/>
                </a:cubicBezTo>
                <a:cubicBezTo>
                  <a:pt x="18152" y="1204"/>
                  <a:pt x="18213" y="1204"/>
                  <a:pt x="18244" y="1204"/>
                </a:cubicBezTo>
                <a:lnTo>
                  <a:pt x="18244" y="1204"/>
                </a:lnTo>
                <a:cubicBezTo>
                  <a:pt x="18275" y="1266"/>
                  <a:pt x="18306" y="1235"/>
                  <a:pt x="18337" y="1235"/>
                </a:cubicBezTo>
                <a:cubicBezTo>
                  <a:pt x="18337" y="1266"/>
                  <a:pt x="18337" y="1266"/>
                  <a:pt x="18337" y="1266"/>
                </a:cubicBezTo>
                <a:lnTo>
                  <a:pt x="18337" y="1266"/>
                </a:lnTo>
                <a:cubicBezTo>
                  <a:pt x="18337" y="1235"/>
                  <a:pt x="18306" y="1297"/>
                  <a:pt x="18337" y="1297"/>
                </a:cubicBezTo>
                <a:lnTo>
                  <a:pt x="18306" y="1327"/>
                </a:lnTo>
                <a:lnTo>
                  <a:pt x="18244" y="1297"/>
                </a:lnTo>
                <a:cubicBezTo>
                  <a:pt x="18244" y="1297"/>
                  <a:pt x="18213" y="1266"/>
                  <a:pt x="18183" y="1266"/>
                </a:cubicBezTo>
                <a:cubicBezTo>
                  <a:pt x="18152" y="1266"/>
                  <a:pt x="18152" y="1266"/>
                  <a:pt x="18120" y="1235"/>
                </a:cubicBezTo>
                <a:cubicBezTo>
                  <a:pt x="18120" y="1235"/>
                  <a:pt x="18059" y="1235"/>
                  <a:pt x="18090" y="1235"/>
                </a:cubicBezTo>
                <a:cubicBezTo>
                  <a:pt x="18090" y="1204"/>
                  <a:pt x="18029" y="1235"/>
                  <a:pt x="18029" y="1235"/>
                </a:cubicBezTo>
                <a:cubicBezTo>
                  <a:pt x="17997" y="1235"/>
                  <a:pt x="18029" y="1204"/>
                  <a:pt x="18029" y="1204"/>
                </a:cubicBezTo>
                <a:cubicBezTo>
                  <a:pt x="17966" y="1173"/>
                  <a:pt x="17812" y="1173"/>
                  <a:pt x="17750" y="1173"/>
                </a:cubicBezTo>
                <a:cubicBezTo>
                  <a:pt x="17750" y="1173"/>
                  <a:pt x="17658" y="1173"/>
                  <a:pt x="17658" y="1204"/>
                </a:cubicBezTo>
                <a:lnTo>
                  <a:pt x="17750" y="1266"/>
                </a:lnTo>
                <a:lnTo>
                  <a:pt x="17689" y="1266"/>
                </a:lnTo>
                <a:cubicBezTo>
                  <a:pt x="17689" y="1297"/>
                  <a:pt x="17719" y="1297"/>
                  <a:pt x="17689" y="1297"/>
                </a:cubicBezTo>
                <a:cubicBezTo>
                  <a:pt x="17689" y="1297"/>
                  <a:pt x="17658" y="1297"/>
                  <a:pt x="17626" y="1297"/>
                </a:cubicBezTo>
                <a:cubicBezTo>
                  <a:pt x="17626" y="1266"/>
                  <a:pt x="17626" y="1266"/>
                  <a:pt x="17658" y="1266"/>
                </a:cubicBezTo>
                <a:cubicBezTo>
                  <a:pt x="17658" y="1266"/>
                  <a:pt x="17565" y="1266"/>
                  <a:pt x="17626" y="1235"/>
                </a:cubicBezTo>
                <a:cubicBezTo>
                  <a:pt x="17626" y="1235"/>
                  <a:pt x="17565" y="1235"/>
                  <a:pt x="17565" y="1266"/>
                </a:cubicBezTo>
                <a:cubicBezTo>
                  <a:pt x="17565" y="1266"/>
                  <a:pt x="17565" y="1266"/>
                  <a:pt x="17535" y="1266"/>
                </a:cubicBezTo>
                <a:lnTo>
                  <a:pt x="17503" y="1297"/>
                </a:lnTo>
                <a:cubicBezTo>
                  <a:pt x="17472" y="1297"/>
                  <a:pt x="17442" y="1266"/>
                  <a:pt x="17411" y="1266"/>
                </a:cubicBezTo>
                <a:lnTo>
                  <a:pt x="17379" y="1297"/>
                </a:lnTo>
                <a:cubicBezTo>
                  <a:pt x="17349" y="1297"/>
                  <a:pt x="17349" y="1327"/>
                  <a:pt x="17349" y="1327"/>
                </a:cubicBezTo>
                <a:lnTo>
                  <a:pt x="17288" y="1297"/>
                </a:lnTo>
                <a:cubicBezTo>
                  <a:pt x="17288" y="1297"/>
                  <a:pt x="17256" y="1327"/>
                  <a:pt x="17225" y="1327"/>
                </a:cubicBezTo>
                <a:cubicBezTo>
                  <a:pt x="17225" y="1297"/>
                  <a:pt x="17256" y="1327"/>
                  <a:pt x="17256" y="1297"/>
                </a:cubicBezTo>
                <a:lnTo>
                  <a:pt x="17288" y="1297"/>
                </a:lnTo>
                <a:cubicBezTo>
                  <a:pt x="17288" y="1297"/>
                  <a:pt x="17256" y="1297"/>
                  <a:pt x="17256" y="1266"/>
                </a:cubicBezTo>
                <a:lnTo>
                  <a:pt x="17256" y="1266"/>
                </a:lnTo>
                <a:cubicBezTo>
                  <a:pt x="17256" y="1235"/>
                  <a:pt x="17256" y="1266"/>
                  <a:pt x="17225" y="1266"/>
                </a:cubicBezTo>
                <a:cubicBezTo>
                  <a:pt x="17225" y="1266"/>
                  <a:pt x="17225" y="1235"/>
                  <a:pt x="17195" y="1266"/>
                </a:cubicBezTo>
                <a:lnTo>
                  <a:pt x="17164" y="1297"/>
                </a:lnTo>
                <a:lnTo>
                  <a:pt x="17164" y="1266"/>
                </a:lnTo>
                <a:lnTo>
                  <a:pt x="17164" y="1266"/>
                </a:lnTo>
                <a:cubicBezTo>
                  <a:pt x="17164" y="1297"/>
                  <a:pt x="17195" y="1297"/>
                  <a:pt x="17195" y="1297"/>
                </a:cubicBezTo>
                <a:cubicBezTo>
                  <a:pt x="17195" y="1327"/>
                  <a:pt x="17133" y="1297"/>
                  <a:pt x="17133" y="1297"/>
                </a:cubicBezTo>
                <a:cubicBezTo>
                  <a:pt x="17164" y="1297"/>
                  <a:pt x="17164" y="1297"/>
                  <a:pt x="17164" y="1297"/>
                </a:cubicBezTo>
                <a:lnTo>
                  <a:pt x="17133" y="1297"/>
                </a:lnTo>
                <a:lnTo>
                  <a:pt x="17133" y="1297"/>
                </a:lnTo>
                <a:cubicBezTo>
                  <a:pt x="17133" y="1297"/>
                  <a:pt x="17102" y="1297"/>
                  <a:pt x="17071" y="1297"/>
                </a:cubicBezTo>
                <a:cubicBezTo>
                  <a:pt x="17041" y="1297"/>
                  <a:pt x="17009" y="1327"/>
                  <a:pt x="17009" y="1327"/>
                </a:cubicBezTo>
                <a:lnTo>
                  <a:pt x="17009" y="1327"/>
                </a:lnTo>
                <a:cubicBezTo>
                  <a:pt x="16978" y="1327"/>
                  <a:pt x="16948" y="1358"/>
                  <a:pt x="16948" y="1358"/>
                </a:cubicBezTo>
                <a:cubicBezTo>
                  <a:pt x="16948" y="1358"/>
                  <a:pt x="16917" y="1327"/>
                  <a:pt x="16917" y="1358"/>
                </a:cubicBezTo>
                <a:cubicBezTo>
                  <a:pt x="16917" y="1358"/>
                  <a:pt x="16917" y="1358"/>
                  <a:pt x="16948" y="1358"/>
                </a:cubicBezTo>
                <a:cubicBezTo>
                  <a:pt x="16917" y="1390"/>
                  <a:pt x="16886" y="1358"/>
                  <a:pt x="16855" y="1390"/>
                </a:cubicBezTo>
                <a:cubicBezTo>
                  <a:pt x="16855" y="1390"/>
                  <a:pt x="16886" y="1420"/>
                  <a:pt x="16855" y="1451"/>
                </a:cubicBezTo>
                <a:cubicBezTo>
                  <a:pt x="16855" y="1420"/>
                  <a:pt x="16794" y="1451"/>
                  <a:pt x="16794" y="1451"/>
                </a:cubicBezTo>
                <a:lnTo>
                  <a:pt x="16794" y="1451"/>
                </a:lnTo>
                <a:lnTo>
                  <a:pt x="16794" y="1451"/>
                </a:lnTo>
                <a:lnTo>
                  <a:pt x="16794" y="1451"/>
                </a:lnTo>
                <a:cubicBezTo>
                  <a:pt x="16794" y="1451"/>
                  <a:pt x="16731" y="1451"/>
                  <a:pt x="16731" y="1420"/>
                </a:cubicBezTo>
                <a:cubicBezTo>
                  <a:pt x="16701" y="1420"/>
                  <a:pt x="16670" y="1420"/>
                  <a:pt x="16670" y="1390"/>
                </a:cubicBezTo>
                <a:cubicBezTo>
                  <a:pt x="16639" y="1358"/>
                  <a:pt x="16762" y="1358"/>
                  <a:pt x="16762" y="1358"/>
                </a:cubicBezTo>
                <a:cubicBezTo>
                  <a:pt x="16794" y="1358"/>
                  <a:pt x="16701" y="1297"/>
                  <a:pt x="16701" y="1297"/>
                </a:cubicBezTo>
                <a:cubicBezTo>
                  <a:pt x="16701" y="1266"/>
                  <a:pt x="16639" y="1297"/>
                  <a:pt x="16608" y="1297"/>
                </a:cubicBezTo>
                <a:cubicBezTo>
                  <a:pt x="16577" y="1297"/>
                  <a:pt x="16515" y="1266"/>
                  <a:pt x="16515" y="1266"/>
                </a:cubicBezTo>
                <a:cubicBezTo>
                  <a:pt x="16515" y="1297"/>
                  <a:pt x="16608" y="1327"/>
                  <a:pt x="16608" y="1327"/>
                </a:cubicBezTo>
                <a:lnTo>
                  <a:pt x="16577" y="1327"/>
                </a:lnTo>
                <a:cubicBezTo>
                  <a:pt x="16577" y="1327"/>
                  <a:pt x="16577" y="1358"/>
                  <a:pt x="16608" y="1358"/>
                </a:cubicBezTo>
                <a:cubicBezTo>
                  <a:pt x="16577" y="1358"/>
                  <a:pt x="16608" y="1358"/>
                  <a:pt x="16608" y="1358"/>
                </a:cubicBezTo>
                <a:cubicBezTo>
                  <a:pt x="16577" y="1390"/>
                  <a:pt x="16577" y="1420"/>
                  <a:pt x="16639" y="1420"/>
                </a:cubicBezTo>
                <a:lnTo>
                  <a:pt x="16639" y="1451"/>
                </a:lnTo>
                <a:cubicBezTo>
                  <a:pt x="16608" y="1481"/>
                  <a:pt x="16639" y="1513"/>
                  <a:pt x="16639" y="1544"/>
                </a:cubicBezTo>
                <a:lnTo>
                  <a:pt x="16639" y="1513"/>
                </a:lnTo>
                <a:cubicBezTo>
                  <a:pt x="16608" y="1513"/>
                  <a:pt x="16577" y="1513"/>
                  <a:pt x="16577" y="1513"/>
                </a:cubicBezTo>
                <a:cubicBezTo>
                  <a:pt x="16577" y="1513"/>
                  <a:pt x="16577" y="1513"/>
                  <a:pt x="16608" y="1544"/>
                </a:cubicBezTo>
                <a:cubicBezTo>
                  <a:pt x="16577" y="1544"/>
                  <a:pt x="16577" y="1513"/>
                  <a:pt x="16577" y="1513"/>
                </a:cubicBezTo>
                <a:lnTo>
                  <a:pt x="16608" y="1513"/>
                </a:lnTo>
                <a:cubicBezTo>
                  <a:pt x="16608" y="1481"/>
                  <a:pt x="16515" y="1481"/>
                  <a:pt x="16515" y="1481"/>
                </a:cubicBezTo>
                <a:lnTo>
                  <a:pt x="16484" y="1481"/>
                </a:lnTo>
                <a:cubicBezTo>
                  <a:pt x="16454" y="1513"/>
                  <a:pt x="16423" y="1513"/>
                  <a:pt x="16392" y="1544"/>
                </a:cubicBezTo>
                <a:cubicBezTo>
                  <a:pt x="16361" y="1544"/>
                  <a:pt x="16330" y="1574"/>
                  <a:pt x="16330" y="1574"/>
                </a:cubicBezTo>
                <a:cubicBezTo>
                  <a:pt x="16330" y="1605"/>
                  <a:pt x="16392" y="1637"/>
                  <a:pt x="16392" y="1637"/>
                </a:cubicBezTo>
                <a:lnTo>
                  <a:pt x="16423" y="1667"/>
                </a:lnTo>
                <a:cubicBezTo>
                  <a:pt x="16392" y="1667"/>
                  <a:pt x="16361" y="1667"/>
                  <a:pt x="16361" y="1667"/>
                </a:cubicBezTo>
                <a:cubicBezTo>
                  <a:pt x="16330" y="1667"/>
                  <a:pt x="16361" y="1667"/>
                  <a:pt x="16361" y="1667"/>
                </a:cubicBezTo>
                <a:lnTo>
                  <a:pt x="16361" y="1667"/>
                </a:lnTo>
                <a:lnTo>
                  <a:pt x="16361" y="1667"/>
                </a:lnTo>
                <a:cubicBezTo>
                  <a:pt x="16330" y="1667"/>
                  <a:pt x="16238" y="1637"/>
                  <a:pt x="16238" y="1637"/>
                </a:cubicBezTo>
                <a:cubicBezTo>
                  <a:pt x="16238" y="1637"/>
                  <a:pt x="16207" y="1637"/>
                  <a:pt x="16176" y="1605"/>
                </a:cubicBezTo>
                <a:lnTo>
                  <a:pt x="16114" y="1605"/>
                </a:lnTo>
                <a:cubicBezTo>
                  <a:pt x="16145" y="1637"/>
                  <a:pt x="16114" y="1637"/>
                  <a:pt x="16083" y="1637"/>
                </a:cubicBezTo>
                <a:lnTo>
                  <a:pt x="16176" y="1698"/>
                </a:lnTo>
                <a:cubicBezTo>
                  <a:pt x="16176" y="1698"/>
                  <a:pt x="16238" y="1667"/>
                  <a:pt x="16238" y="1698"/>
                </a:cubicBezTo>
                <a:cubicBezTo>
                  <a:pt x="16238" y="1728"/>
                  <a:pt x="16238" y="1728"/>
                  <a:pt x="16207" y="1728"/>
                </a:cubicBezTo>
                <a:cubicBezTo>
                  <a:pt x="16176" y="1728"/>
                  <a:pt x="16083" y="1698"/>
                  <a:pt x="16083" y="1698"/>
                </a:cubicBezTo>
                <a:lnTo>
                  <a:pt x="15991" y="1667"/>
                </a:lnTo>
                <a:lnTo>
                  <a:pt x="15991" y="1667"/>
                </a:lnTo>
                <a:lnTo>
                  <a:pt x="15991" y="1667"/>
                </a:lnTo>
                <a:cubicBezTo>
                  <a:pt x="15991" y="1637"/>
                  <a:pt x="15991" y="1637"/>
                  <a:pt x="15991" y="1637"/>
                </a:cubicBezTo>
                <a:cubicBezTo>
                  <a:pt x="15991" y="1637"/>
                  <a:pt x="15991" y="1637"/>
                  <a:pt x="15960" y="1637"/>
                </a:cubicBezTo>
                <a:cubicBezTo>
                  <a:pt x="15991" y="1637"/>
                  <a:pt x="15991" y="1637"/>
                  <a:pt x="15960" y="1637"/>
                </a:cubicBezTo>
                <a:cubicBezTo>
                  <a:pt x="15991" y="1605"/>
                  <a:pt x="15929" y="1605"/>
                  <a:pt x="15929" y="1574"/>
                </a:cubicBezTo>
                <a:cubicBezTo>
                  <a:pt x="15960" y="1574"/>
                  <a:pt x="15960" y="1544"/>
                  <a:pt x="15960" y="1544"/>
                </a:cubicBezTo>
                <a:cubicBezTo>
                  <a:pt x="15960" y="1544"/>
                  <a:pt x="15960" y="1574"/>
                  <a:pt x="15960" y="1544"/>
                </a:cubicBezTo>
                <a:cubicBezTo>
                  <a:pt x="15991" y="1513"/>
                  <a:pt x="15867" y="1513"/>
                  <a:pt x="15836" y="1481"/>
                </a:cubicBezTo>
                <a:cubicBezTo>
                  <a:pt x="15867" y="1481"/>
                  <a:pt x="15867" y="1481"/>
                  <a:pt x="15867" y="1481"/>
                </a:cubicBezTo>
                <a:lnTo>
                  <a:pt x="15867" y="1481"/>
                </a:lnTo>
                <a:lnTo>
                  <a:pt x="15806" y="1481"/>
                </a:lnTo>
                <a:cubicBezTo>
                  <a:pt x="15836" y="1481"/>
                  <a:pt x="15836" y="1481"/>
                  <a:pt x="15836" y="1481"/>
                </a:cubicBezTo>
                <a:cubicBezTo>
                  <a:pt x="15836" y="1481"/>
                  <a:pt x="15836" y="1481"/>
                  <a:pt x="15806" y="1481"/>
                </a:cubicBezTo>
                <a:lnTo>
                  <a:pt x="15836" y="1481"/>
                </a:lnTo>
                <a:lnTo>
                  <a:pt x="15806" y="1451"/>
                </a:lnTo>
                <a:lnTo>
                  <a:pt x="15806" y="1451"/>
                </a:lnTo>
                <a:lnTo>
                  <a:pt x="15774" y="1451"/>
                </a:lnTo>
                <a:cubicBezTo>
                  <a:pt x="15774" y="1451"/>
                  <a:pt x="15774" y="1451"/>
                  <a:pt x="15774" y="1420"/>
                </a:cubicBezTo>
                <a:cubicBezTo>
                  <a:pt x="15774" y="1420"/>
                  <a:pt x="15744" y="1420"/>
                  <a:pt x="15713" y="1420"/>
                </a:cubicBezTo>
                <a:cubicBezTo>
                  <a:pt x="15744" y="1420"/>
                  <a:pt x="15774" y="1420"/>
                  <a:pt x="15806" y="1420"/>
                </a:cubicBezTo>
                <a:cubicBezTo>
                  <a:pt x="15774" y="1420"/>
                  <a:pt x="15836" y="1451"/>
                  <a:pt x="15836" y="1451"/>
                </a:cubicBezTo>
                <a:lnTo>
                  <a:pt x="15836" y="1451"/>
                </a:lnTo>
                <a:lnTo>
                  <a:pt x="15898" y="1451"/>
                </a:lnTo>
                <a:lnTo>
                  <a:pt x="15898" y="1481"/>
                </a:lnTo>
                <a:cubicBezTo>
                  <a:pt x="15898" y="1481"/>
                  <a:pt x="16145" y="1513"/>
                  <a:pt x="16176" y="1513"/>
                </a:cubicBezTo>
                <a:cubicBezTo>
                  <a:pt x="16238" y="1544"/>
                  <a:pt x="16330" y="1513"/>
                  <a:pt x="16392" y="1451"/>
                </a:cubicBezTo>
                <a:cubicBezTo>
                  <a:pt x="16423" y="1420"/>
                  <a:pt x="16392" y="1420"/>
                  <a:pt x="16361" y="1390"/>
                </a:cubicBezTo>
                <a:lnTo>
                  <a:pt x="16268" y="1327"/>
                </a:lnTo>
                <a:cubicBezTo>
                  <a:pt x="16300" y="1358"/>
                  <a:pt x="16207" y="1327"/>
                  <a:pt x="16207" y="1327"/>
                </a:cubicBezTo>
                <a:cubicBezTo>
                  <a:pt x="16207" y="1297"/>
                  <a:pt x="16176" y="1297"/>
                  <a:pt x="16176" y="1297"/>
                </a:cubicBezTo>
                <a:cubicBezTo>
                  <a:pt x="16176" y="1297"/>
                  <a:pt x="16176" y="1297"/>
                  <a:pt x="16207" y="1297"/>
                </a:cubicBezTo>
                <a:cubicBezTo>
                  <a:pt x="16114" y="1297"/>
                  <a:pt x="16021" y="1204"/>
                  <a:pt x="15929" y="1235"/>
                </a:cubicBezTo>
                <a:lnTo>
                  <a:pt x="15929" y="1235"/>
                </a:lnTo>
                <a:lnTo>
                  <a:pt x="15929" y="1235"/>
                </a:lnTo>
                <a:lnTo>
                  <a:pt x="15929" y="1235"/>
                </a:lnTo>
                <a:cubicBezTo>
                  <a:pt x="15898" y="1204"/>
                  <a:pt x="15836" y="1204"/>
                  <a:pt x="15806" y="1235"/>
                </a:cubicBezTo>
                <a:lnTo>
                  <a:pt x="15806" y="1235"/>
                </a:lnTo>
                <a:lnTo>
                  <a:pt x="15774" y="1235"/>
                </a:lnTo>
                <a:lnTo>
                  <a:pt x="15806" y="1235"/>
                </a:lnTo>
                <a:cubicBezTo>
                  <a:pt x="15774" y="1204"/>
                  <a:pt x="15774" y="1204"/>
                  <a:pt x="15774" y="1235"/>
                </a:cubicBezTo>
                <a:cubicBezTo>
                  <a:pt x="15774" y="1204"/>
                  <a:pt x="15806" y="1204"/>
                  <a:pt x="15806" y="1204"/>
                </a:cubicBezTo>
                <a:cubicBezTo>
                  <a:pt x="15774" y="1204"/>
                  <a:pt x="15744" y="1204"/>
                  <a:pt x="15744" y="1204"/>
                </a:cubicBezTo>
                <a:cubicBezTo>
                  <a:pt x="15744" y="1204"/>
                  <a:pt x="15744" y="1204"/>
                  <a:pt x="15774" y="1204"/>
                </a:cubicBezTo>
                <a:cubicBezTo>
                  <a:pt x="15744" y="1204"/>
                  <a:pt x="15744" y="1204"/>
                  <a:pt x="15744" y="1204"/>
                </a:cubicBezTo>
                <a:cubicBezTo>
                  <a:pt x="15744" y="1173"/>
                  <a:pt x="15713" y="1204"/>
                  <a:pt x="15713" y="1204"/>
                </a:cubicBezTo>
                <a:cubicBezTo>
                  <a:pt x="15682" y="1204"/>
                  <a:pt x="15713" y="1204"/>
                  <a:pt x="15713" y="1204"/>
                </a:cubicBezTo>
                <a:cubicBezTo>
                  <a:pt x="15713" y="1204"/>
                  <a:pt x="15713" y="1173"/>
                  <a:pt x="15682" y="1204"/>
                </a:cubicBezTo>
                <a:cubicBezTo>
                  <a:pt x="15682" y="1173"/>
                  <a:pt x="15682" y="1173"/>
                  <a:pt x="15682" y="1173"/>
                </a:cubicBezTo>
                <a:lnTo>
                  <a:pt x="15682" y="1173"/>
                </a:lnTo>
                <a:cubicBezTo>
                  <a:pt x="15682" y="1204"/>
                  <a:pt x="15774" y="1204"/>
                  <a:pt x="15774" y="1173"/>
                </a:cubicBezTo>
                <a:cubicBezTo>
                  <a:pt x="15744" y="1173"/>
                  <a:pt x="15682" y="1143"/>
                  <a:pt x="15682" y="1143"/>
                </a:cubicBezTo>
                <a:cubicBezTo>
                  <a:pt x="15682" y="1173"/>
                  <a:pt x="15682" y="1173"/>
                  <a:pt x="15682" y="1173"/>
                </a:cubicBezTo>
                <a:cubicBezTo>
                  <a:pt x="15682" y="1173"/>
                  <a:pt x="15682" y="1173"/>
                  <a:pt x="15651" y="1173"/>
                </a:cubicBezTo>
                <a:cubicBezTo>
                  <a:pt x="15651" y="1173"/>
                  <a:pt x="15651" y="1173"/>
                  <a:pt x="15682" y="1173"/>
                </a:cubicBezTo>
                <a:lnTo>
                  <a:pt x="15682" y="1173"/>
                </a:lnTo>
                <a:lnTo>
                  <a:pt x="15682" y="1173"/>
                </a:lnTo>
                <a:cubicBezTo>
                  <a:pt x="15651" y="1173"/>
                  <a:pt x="15651" y="1173"/>
                  <a:pt x="15651" y="1173"/>
                </a:cubicBezTo>
                <a:lnTo>
                  <a:pt x="15589" y="1173"/>
                </a:lnTo>
                <a:cubicBezTo>
                  <a:pt x="15559" y="1173"/>
                  <a:pt x="15589" y="1173"/>
                  <a:pt x="15559" y="1173"/>
                </a:cubicBezTo>
                <a:cubicBezTo>
                  <a:pt x="15589" y="1173"/>
                  <a:pt x="15559" y="1173"/>
                  <a:pt x="15559" y="1173"/>
                </a:cubicBezTo>
                <a:cubicBezTo>
                  <a:pt x="15559" y="1143"/>
                  <a:pt x="15559" y="1173"/>
                  <a:pt x="15559" y="1173"/>
                </a:cubicBezTo>
                <a:lnTo>
                  <a:pt x="15559" y="1173"/>
                </a:lnTo>
                <a:cubicBezTo>
                  <a:pt x="15527" y="1173"/>
                  <a:pt x="15527" y="1173"/>
                  <a:pt x="15559" y="1173"/>
                </a:cubicBezTo>
                <a:lnTo>
                  <a:pt x="15559" y="1173"/>
                </a:lnTo>
                <a:cubicBezTo>
                  <a:pt x="15527" y="1173"/>
                  <a:pt x="15527" y="1173"/>
                  <a:pt x="15497" y="1173"/>
                </a:cubicBezTo>
                <a:cubicBezTo>
                  <a:pt x="15527" y="1173"/>
                  <a:pt x="15497" y="1173"/>
                  <a:pt x="15527" y="1173"/>
                </a:cubicBezTo>
                <a:cubicBezTo>
                  <a:pt x="15527" y="1143"/>
                  <a:pt x="15497" y="1173"/>
                  <a:pt x="15497" y="1173"/>
                </a:cubicBezTo>
                <a:cubicBezTo>
                  <a:pt x="15497" y="1173"/>
                  <a:pt x="15497" y="1143"/>
                  <a:pt x="15527" y="1143"/>
                </a:cubicBezTo>
                <a:cubicBezTo>
                  <a:pt x="15497" y="1143"/>
                  <a:pt x="15466" y="1143"/>
                  <a:pt x="15435" y="1143"/>
                </a:cubicBezTo>
                <a:cubicBezTo>
                  <a:pt x="15466" y="1143"/>
                  <a:pt x="15466" y="1143"/>
                  <a:pt x="15435" y="1143"/>
                </a:cubicBezTo>
                <a:cubicBezTo>
                  <a:pt x="15466" y="1111"/>
                  <a:pt x="15527" y="1143"/>
                  <a:pt x="15559" y="1143"/>
                </a:cubicBezTo>
                <a:cubicBezTo>
                  <a:pt x="15559" y="1143"/>
                  <a:pt x="15589" y="1143"/>
                  <a:pt x="15620" y="1111"/>
                </a:cubicBezTo>
                <a:lnTo>
                  <a:pt x="15589" y="1111"/>
                </a:lnTo>
                <a:cubicBezTo>
                  <a:pt x="15589" y="1111"/>
                  <a:pt x="15559" y="1111"/>
                  <a:pt x="15527" y="1111"/>
                </a:cubicBezTo>
                <a:lnTo>
                  <a:pt x="15527" y="1111"/>
                </a:lnTo>
                <a:lnTo>
                  <a:pt x="15527" y="1111"/>
                </a:lnTo>
                <a:cubicBezTo>
                  <a:pt x="15527" y="1111"/>
                  <a:pt x="15559" y="1111"/>
                  <a:pt x="15559" y="1080"/>
                </a:cubicBezTo>
                <a:cubicBezTo>
                  <a:pt x="15527" y="1080"/>
                  <a:pt x="15527" y="1080"/>
                  <a:pt x="15497" y="1080"/>
                </a:cubicBezTo>
                <a:cubicBezTo>
                  <a:pt x="15527" y="1080"/>
                  <a:pt x="15497" y="1080"/>
                  <a:pt x="15497" y="1080"/>
                </a:cubicBezTo>
                <a:cubicBezTo>
                  <a:pt x="15497" y="1080"/>
                  <a:pt x="15497" y="1080"/>
                  <a:pt x="15466" y="1080"/>
                </a:cubicBezTo>
                <a:cubicBezTo>
                  <a:pt x="15466" y="1080"/>
                  <a:pt x="15466" y="1080"/>
                  <a:pt x="15497" y="1080"/>
                </a:cubicBezTo>
                <a:cubicBezTo>
                  <a:pt x="15466" y="1080"/>
                  <a:pt x="15466" y="1080"/>
                  <a:pt x="15497" y="1080"/>
                </a:cubicBezTo>
                <a:cubicBezTo>
                  <a:pt x="15497" y="1080"/>
                  <a:pt x="15466" y="1050"/>
                  <a:pt x="15435" y="1080"/>
                </a:cubicBezTo>
                <a:cubicBezTo>
                  <a:pt x="15435" y="1080"/>
                  <a:pt x="15404" y="1111"/>
                  <a:pt x="15435" y="1111"/>
                </a:cubicBezTo>
                <a:lnTo>
                  <a:pt x="15404" y="1111"/>
                </a:lnTo>
                <a:lnTo>
                  <a:pt x="15404" y="1111"/>
                </a:lnTo>
                <a:lnTo>
                  <a:pt x="15404" y="1111"/>
                </a:lnTo>
                <a:lnTo>
                  <a:pt x="15404" y="1111"/>
                </a:lnTo>
                <a:cubicBezTo>
                  <a:pt x="15404" y="1111"/>
                  <a:pt x="15404" y="1111"/>
                  <a:pt x="15373" y="1111"/>
                </a:cubicBezTo>
                <a:cubicBezTo>
                  <a:pt x="15373" y="1111"/>
                  <a:pt x="15435" y="1080"/>
                  <a:pt x="15404" y="1080"/>
                </a:cubicBezTo>
                <a:lnTo>
                  <a:pt x="15373" y="1111"/>
                </a:lnTo>
                <a:cubicBezTo>
                  <a:pt x="15373" y="1080"/>
                  <a:pt x="15373" y="1080"/>
                  <a:pt x="15404" y="1080"/>
                </a:cubicBezTo>
                <a:lnTo>
                  <a:pt x="15373" y="1080"/>
                </a:lnTo>
                <a:lnTo>
                  <a:pt x="15404" y="1080"/>
                </a:lnTo>
                <a:lnTo>
                  <a:pt x="15435" y="1080"/>
                </a:lnTo>
                <a:cubicBezTo>
                  <a:pt x="15435" y="1050"/>
                  <a:pt x="15404" y="1050"/>
                  <a:pt x="15404" y="1050"/>
                </a:cubicBezTo>
                <a:lnTo>
                  <a:pt x="15404" y="1050"/>
                </a:lnTo>
                <a:lnTo>
                  <a:pt x="15343" y="1050"/>
                </a:lnTo>
                <a:lnTo>
                  <a:pt x="15343" y="1050"/>
                </a:lnTo>
                <a:cubicBezTo>
                  <a:pt x="15343" y="1050"/>
                  <a:pt x="15343" y="1050"/>
                  <a:pt x="15343" y="1080"/>
                </a:cubicBezTo>
                <a:lnTo>
                  <a:pt x="15343" y="1080"/>
                </a:lnTo>
                <a:lnTo>
                  <a:pt x="15373" y="1080"/>
                </a:lnTo>
                <a:cubicBezTo>
                  <a:pt x="15343" y="1080"/>
                  <a:pt x="15343" y="1080"/>
                  <a:pt x="15343" y="1080"/>
                </a:cubicBezTo>
                <a:lnTo>
                  <a:pt x="15343" y="1080"/>
                </a:lnTo>
                <a:lnTo>
                  <a:pt x="15312" y="1080"/>
                </a:lnTo>
                <a:cubicBezTo>
                  <a:pt x="15343" y="1080"/>
                  <a:pt x="15343" y="1080"/>
                  <a:pt x="15343" y="1111"/>
                </a:cubicBezTo>
                <a:cubicBezTo>
                  <a:pt x="15343" y="1080"/>
                  <a:pt x="15312" y="1080"/>
                  <a:pt x="15312" y="1111"/>
                </a:cubicBezTo>
                <a:lnTo>
                  <a:pt x="15343" y="1111"/>
                </a:lnTo>
                <a:cubicBezTo>
                  <a:pt x="15312" y="1111"/>
                  <a:pt x="15312" y="1111"/>
                  <a:pt x="15280" y="1111"/>
                </a:cubicBezTo>
                <a:cubicBezTo>
                  <a:pt x="15312" y="1111"/>
                  <a:pt x="15280" y="1080"/>
                  <a:pt x="15280" y="1080"/>
                </a:cubicBezTo>
                <a:cubicBezTo>
                  <a:pt x="15280" y="1080"/>
                  <a:pt x="15312" y="1050"/>
                  <a:pt x="15280" y="1050"/>
                </a:cubicBezTo>
                <a:cubicBezTo>
                  <a:pt x="15280" y="1080"/>
                  <a:pt x="15219" y="1111"/>
                  <a:pt x="15219" y="1111"/>
                </a:cubicBezTo>
                <a:cubicBezTo>
                  <a:pt x="15219" y="1143"/>
                  <a:pt x="15188" y="1143"/>
                  <a:pt x="15188" y="1143"/>
                </a:cubicBezTo>
                <a:lnTo>
                  <a:pt x="15188" y="1143"/>
                </a:lnTo>
                <a:lnTo>
                  <a:pt x="15188" y="1143"/>
                </a:lnTo>
                <a:lnTo>
                  <a:pt x="15188" y="1143"/>
                </a:lnTo>
                <a:lnTo>
                  <a:pt x="15188" y="1143"/>
                </a:lnTo>
                <a:lnTo>
                  <a:pt x="15188" y="1143"/>
                </a:lnTo>
                <a:lnTo>
                  <a:pt x="15188" y="1143"/>
                </a:lnTo>
                <a:lnTo>
                  <a:pt x="15188" y="1143"/>
                </a:lnTo>
                <a:cubicBezTo>
                  <a:pt x="15188" y="1143"/>
                  <a:pt x="15188" y="1143"/>
                  <a:pt x="15188" y="1111"/>
                </a:cubicBezTo>
                <a:lnTo>
                  <a:pt x="15188" y="1111"/>
                </a:lnTo>
                <a:lnTo>
                  <a:pt x="15188" y="1111"/>
                </a:lnTo>
                <a:cubicBezTo>
                  <a:pt x="15219" y="1111"/>
                  <a:pt x="15188" y="1111"/>
                  <a:pt x="15188" y="1111"/>
                </a:cubicBezTo>
                <a:lnTo>
                  <a:pt x="15188" y="1111"/>
                </a:lnTo>
                <a:lnTo>
                  <a:pt x="15188" y="1111"/>
                </a:lnTo>
                <a:lnTo>
                  <a:pt x="15188" y="1111"/>
                </a:lnTo>
                <a:lnTo>
                  <a:pt x="15188" y="1111"/>
                </a:lnTo>
                <a:lnTo>
                  <a:pt x="15219" y="1080"/>
                </a:lnTo>
                <a:lnTo>
                  <a:pt x="15219" y="1080"/>
                </a:lnTo>
                <a:lnTo>
                  <a:pt x="15250" y="1080"/>
                </a:lnTo>
                <a:lnTo>
                  <a:pt x="15250" y="1080"/>
                </a:lnTo>
                <a:cubicBezTo>
                  <a:pt x="15219" y="1080"/>
                  <a:pt x="15219" y="1080"/>
                  <a:pt x="15219" y="1080"/>
                </a:cubicBezTo>
                <a:lnTo>
                  <a:pt x="15219" y="1080"/>
                </a:lnTo>
                <a:cubicBezTo>
                  <a:pt x="15219" y="1050"/>
                  <a:pt x="15188" y="1080"/>
                  <a:pt x="15188" y="1080"/>
                </a:cubicBezTo>
                <a:cubicBezTo>
                  <a:pt x="15188" y="1080"/>
                  <a:pt x="15219" y="1080"/>
                  <a:pt x="15188" y="1080"/>
                </a:cubicBezTo>
                <a:cubicBezTo>
                  <a:pt x="15188" y="1080"/>
                  <a:pt x="15188" y="1080"/>
                  <a:pt x="15157" y="1080"/>
                </a:cubicBezTo>
                <a:cubicBezTo>
                  <a:pt x="15188" y="1080"/>
                  <a:pt x="15188" y="1080"/>
                  <a:pt x="15188" y="1080"/>
                </a:cubicBezTo>
                <a:cubicBezTo>
                  <a:pt x="15157" y="1080"/>
                  <a:pt x="15157" y="1050"/>
                  <a:pt x="15157" y="1050"/>
                </a:cubicBezTo>
                <a:lnTo>
                  <a:pt x="15157" y="1050"/>
                </a:lnTo>
                <a:cubicBezTo>
                  <a:pt x="15157" y="1080"/>
                  <a:pt x="15157" y="1080"/>
                  <a:pt x="15157" y="1080"/>
                </a:cubicBezTo>
                <a:lnTo>
                  <a:pt x="15157" y="1080"/>
                </a:lnTo>
                <a:lnTo>
                  <a:pt x="15126" y="1080"/>
                </a:lnTo>
                <a:cubicBezTo>
                  <a:pt x="15126" y="1080"/>
                  <a:pt x="15157" y="1080"/>
                  <a:pt x="15157" y="1111"/>
                </a:cubicBezTo>
                <a:cubicBezTo>
                  <a:pt x="15157" y="1111"/>
                  <a:pt x="15126" y="1080"/>
                  <a:pt x="15126" y="1111"/>
                </a:cubicBezTo>
                <a:lnTo>
                  <a:pt x="15126" y="1111"/>
                </a:lnTo>
                <a:cubicBezTo>
                  <a:pt x="15126" y="1111"/>
                  <a:pt x="15096" y="1111"/>
                  <a:pt x="15065" y="1111"/>
                </a:cubicBezTo>
                <a:cubicBezTo>
                  <a:pt x="15096" y="1111"/>
                  <a:pt x="15096" y="1111"/>
                  <a:pt x="15065" y="1143"/>
                </a:cubicBezTo>
                <a:cubicBezTo>
                  <a:pt x="15065" y="1143"/>
                  <a:pt x="15065" y="1143"/>
                  <a:pt x="15096" y="1143"/>
                </a:cubicBezTo>
                <a:cubicBezTo>
                  <a:pt x="15033" y="1143"/>
                  <a:pt x="15096" y="1111"/>
                  <a:pt x="15065" y="1143"/>
                </a:cubicBezTo>
                <a:lnTo>
                  <a:pt x="15065" y="1143"/>
                </a:lnTo>
                <a:cubicBezTo>
                  <a:pt x="15065" y="1143"/>
                  <a:pt x="15065" y="1143"/>
                  <a:pt x="15096" y="1143"/>
                </a:cubicBezTo>
                <a:cubicBezTo>
                  <a:pt x="15065" y="1143"/>
                  <a:pt x="15065" y="1173"/>
                  <a:pt x="15065" y="1173"/>
                </a:cubicBezTo>
                <a:cubicBezTo>
                  <a:pt x="15065" y="1143"/>
                  <a:pt x="15033" y="1143"/>
                  <a:pt x="15033" y="1143"/>
                </a:cubicBezTo>
                <a:lnTo>
                  <a:pt x="15003" y="1143"/>
                </a:lnTo>
                <a:lnTo>
                  <a:pt x="15033" y="1143"/>
                </a:lnTo>
                <a:lnTo>
                  <a:pt x="15003" y="1143"/>
                </a:lnTo>
                <a:lnTo>
                  <a:pt x="15003" y="1143"/>
                </a:lnTo>
                <a:lnTo>
                  <a:pt x="15003" y="1143"/>
                </a:lnTo>
                <a:lnTo>
                  <a:pt x="15003" y="1143"/>
                </a:lnTo>
                <a:lnTo>
                  <a:pt x="14972" y="1111"/>
                </a:lnTo>
                <a:cubicBezTo>
                  <a:pt x="14972" y="1111"/>
                  <a:pt x="14972" y="1111"/>
                  <a:pt x="14972" y="1143"/>
                </a:cubicBezTo>
                <a:lnTo>
                  <a:pt x="14972" y="1143"/>
                </a:lnTo>
                <a:lnTo>
                  <a:pt x="14941" y="1111"/>
                </a:lnTo>
                <a:cubicBezTo>
                  <a:pt x="14941" y="1143"/>
                  <a:pt x="14941" y="1143"/>
                  <a:pt x="14941" y="1143"/>
                </a:cubicBezTo>
                <a:lnTo>
                  <a:pt x="14910" y="1143"/>
                </a:lnTo>
                <a:lnTo>
                  <a:pt x="14972" y="1143"/>
                </a:lnTo>
                <a:lnTo>
                  <a:pt x="14972" y="1143"/>
                </a:lnTo>
                <a:lnTo>
                  <a:pt x="14972" y="1143"/>
                </a:lnTo>
                <a:cubicBezTo>
                  <a:pt x="14972" y="1143"/>
                  <a:pt x="14972" y="1143"/>
                  <a:pt x="14972" y="1173"/>
                </a:cubicBezTo>
                <a:cubicBezTo>
                  <a:pt x="14972" y="1143"/>
                  <a:pt x="14972" y="1143"/>
                  <a:pt x="14972" y="1143"/>
                </a:cubicBezTo>
                <a:lnTo>
                  <a:pt x="14972" y="1173"/>
                </a:lnTo>
                <a:cubicBezTo>
                  <a:pt x="14972" y="1173"/>
                  <a:pt x="14972" y="1173"/>
                  <a:pt x="15003" y="1173"/>
                </a:cubicBezTo>
                <a:lnTo>
                  <a:pt x="15003" y="1173"/>
                </a:lnTo>
                <a:lnTo>
                  <a:pt x="15003" y="1173"/>
                </a:lnTo>
                <a:cubicBezTo>
                  <a:pt x="14972" y="1173"/>
                  <a:pt x="14910" y="1143"/>
                  <a:pt x="14941" y="1173"/>
                </a:cubicBezTo>
                <a:cubicBezTo>
                  <a:pt x="14910" y="1173"/>
                  <a:pt x="14941" y="1173"/>
                  <a:pt x="14910" y="1173"/>
                </a:cubicBezTo>
                <a:cubicBezTo>
                  <a:pt x="14941" y="1173"/>
                  <a:pt x="14910" y="1173"/>
                  <a:pt x="14910" y="1173"/>
                </a:cubicBezTo>
                <a:lnTo>
                  <a:pt x="14910" y="1173"/>
                </a:lnTo>
                <a:lnTo>
                  <a:pt x="14910" y="1173"/>
                </a:lnTo>
                <a:cubicBezTo>
                  <a:pt x="14910" y="1173"/>
                  <a:pt x="14879" y="1173"/>
                  <a:pt x="14910" y="1143"/>
                </a:cubicBezTo>
                <a:lnTo>
                  <a:pt x="14879" y="1173"/>
                </a:lnTo>
                <a:lnTo>
                  <a:pt x="14910" y="1204"/>
                </a:lnTo>
                <a:cubicBezTo>
                  <a:pt x="14879" y="1204"/>
                  <a:pt x="14879" y="1173"/>
                  <a:pt x="14879" y="1204"/>
                </a:cubicBezTo>
                <a:lnTo>
                  <a:pt x="14849" y="1204"/>
                </a:lnTo>
                <a:cubicBezTo>
                  <a:pt x="14849" y="1204"/>
                  <a:pt x="14879" y="1173"/>
                  <a:pt x="14849" y="1143"/>
                </a:cubicBezTo>
                <a:cubicBezTo>
                  <a:pt x="14849" y="1143"/>
                  <a:pt x="14849" y="1143"/>
                  <a:pt x="14849" y="1173"/>
                </a:cubicBezTo>
                <a:cubicBezTo>
                  <a:pt x="14849" y="1173"/>
                  <a:pt x="14849" y="1143"/>
                  <a:pt x="14849" y="1173"/>
                </a:cubicBezTo>
                <a:cubicBezTo>
                  <a:pt x="14849" y="1173"/>
                  <a:pt x="14818" y="1173"/>
                  <a:pt x="14849" y="1204"/>
                </a:cubicBezTo>
                <a:cubicBezTo>
                  <a:pt x="14849" y="1204"/>
                  <a:pt x="14818" y="1173"/>
                  <a:pt x="14818" y="1204"/>
                </a:cubicBezTo>
                <a:lnTo>
                  <a:pt x="14818" y="1204"/>
                </a:lnTo>
                <a:cubicBezTo>
                  <a:pt x="14849" y="1173"/>
                  <a:pt x="14756" y="1173"/>
                  <a:pt x="14756" y="1204"/>
                </a:cubicBezTo>
                <a:lnTo>
                  <a:pt x="14786" y="1204"/>
                </a:lnTo>
                <a:cubicBezTo>
                  <a:pt x="14786" y="1204"/>
                  <a:pt x="14786" y="1204"/>
                  <a:pt x="14756" y="1204"/>
                </a:cubicBezTo>
                <a:cubicBezTo>
                  <a:pt x="14786" y="1204"/>
                  <a:pt x="14818" y="1235"/>
                  <a:pt x="14818" y="1235"/>
                </a:cubicBezTo>
                <a:lnTo>
                  <a:pt x="14786" y="1235"/>
                </a:lnTo>
                <a:lnTo>
                  <a:pt x="14786" y="1204"/>
                </a:lnTo>
                <a:lnTo>
                  <a:pt x="14756" y="1204"/>
                </a:lnTo>
                <a:cubicBezTo>
                  <a:pt x="14725" y="1204"/>
                  <a:pt x="14725" y="1204"/>
                  <a:pt x="14725" y="1204"/>
                </a:cubicBezTo>
                <a:lnTo>
                  <a:pt x="14725" y="1204"/>
                </a:lnTo>
                <a:cubicBezTo>
                  <a:pt x="14756" y="1204"/>
                  <a:pt x="14756" y="1204"/>
                  <a:pt x="14786" y="1204"/>
                </a:cubicBezTo>
                <a:cubicBezTo>
                  <a:pt x="14756" y="1204"/>
                  <a:pt x="14756" y="1204"/>
                  <a:pt x="14756" y="1235"/>
                </a:cubicBezTo>
                <a:cubicBezTo>
                  <a:pt x="14756" y="1204"/>
                  <a:pt x="14756" y="1204"/>
                  <a:pt x="14756" y="1204"/>
                </a:cubicBezTo>
                <a:cubicBezTo>
                  <a:pt x="14756" y="1204"/>
                  <a:pt x="14756" y="1204"/>
                  <a:pt x="14725" y="1235"/>
                </a:cubicBezTo>
                <a:lnTo>
                  <a:pt x="14725" y="1235"/>
                </a:lnTo>
                <a:lnTo>
                  <a:pt x="14725" y="1235"/>
                </a:lnTo>
                <a:cubicBezTo>
                  <a:pt x="14725" y="1204"/>
                  <a:pt x="14725" y="1204"/>
                  <a:pt x="14725" y="1204"/>
                </a:cubicBezTo>
                <a:cubicBezTo>
                  <a:pt x="14694" y="1204"/>
                  <a:pt x="14694" y="1235"/>
                  <a:pt x="14725" y="1235"/>
                </a:cubicBezTo>
                <a:cubicBezTo>
                  <a:pt x="14694" y="1235"/>
                  <a:pt x="14663" y="1235"/>
                  <a:pt x="14663" y="1266"/>
                </a:cubicBezTo>
                <a:lnTo>
                  <a:pt x="14694" y="1266"/>
                </a:lnTo>
                <a:lnTo>
                  <a:pt x="14694" y="1266"/>
                </a:lnTo>
                <a:lnTo>
                  <a:pt x="14663" y="1266"/>
                </a:lnTo>
                <a:lnTo>
                  <a:pt x="14694" y="1266"/>
                </a:lnTo>
                <a:lnTo>
                  <a:pt x="14663" y="1266"/>
                </a:lnTo>
                <a:lnTo>
                  <a:pt x="14694" y="1266"/>
                </a:lnTo>
                <a:cubicBezTo>
                  <a:pt x="14663" y="1266"/>
                  <a:pt x="14632" y="1266"/>
                  <a:pt x="14632" y="1266"/>
                </a:cubicBezTo>
                <a:lnTo>
                  <a:pt x="14602" y="1297"/>
                </a:lnTo>
                <a:lnTo>
                  <a:pt x="14602" y="1297"/>
                </a:lnTo>
                <a:cubicBezTo>
                  <a:pt x="14602" y="1327"/>
                  <a:pt x="14663" y="1266"/>
                  <a:pt x="14663" y="1297"/>
                </a:cubicBezTo>
                <a:lnTo>
                  <a:pt x="14663" y="1297"/>
                </a:lnTo>
                <a:cubicBezTo>
                  <a:pt x="14694" y="1297"/>
                  <a:pt x="14694" y="1297"/>
                  <a:pt x="14694" y="1297"/>
                </a:cubicBezTo>
                <a:cubicBezTo>
                  <a:pt x="14694" y="1297"/>
                  <a:pt x="14632" y="1297"/>
                  <a:pt x="14694" y="1297"/>
                </a:cubicBezTo>
                <a:cubicBezTo>
                  <a:pt x="14663" y="1297"/>
                  <a:pt x="14663" y="1297"/>
                  <a:pt x="14663" y="1297"/>
                </a:cubicBezTo>
                <a:cubicBezTo>
                  <a:pt x="14663" y="1297"/>
                  <a:pt x="14663" y="1297"/>
                  <a:pt x="14663" y="1327"/>
                </a:cubicBezTo>
                <a:lnTo>
                  <a:pt x="14663" y="1327"/>
                </a:lnTo>
                <a:cubicBezTo>
                  <a:pt x="14663" y="1297"/>
                  <a:pt x="14602" y="1297"/>
                  <a:pt x="14602" y="1297"/>
                </a:cubicBezTo>
                <a:lnTo>
                  <a:pt x="14602" y="1297"/>
                </a:lnTo>
                <a:cubicBezTo>
                  <a:pt x="14602" y="1297"/>
                  <a:pt x="14602" y="1327"/>
                  <a:pt x="14632" y="1327"/>
                </a:cubicBezTo>
                <a:cubicBezTo>
                  <a:pt x="14602" y="1327"/>
                  <a:pt x="14602" y="1297"/>
                  <a:pt x="14602" y="1297"/>
                </a:cubicBezTo>
                <a:cubicBezTo>
                  <a:pt x="14571" y="1297"/>
                  <a:pt x="14571" y="1297"/>
                  <a:pt x="14571" y="1297"/>
                </a:cubicBezTo>
                <a:cubicBezTo>
                  <a:pt x="14602" y="1297"/>
                  <a:pt x="14602" y="1297"/>
                  <a:pt x="14571" y="1327"/>
                </a:cubicBezTo>
                <a:cubicBezTo>
                  <a:pt x="14602" y="1327"/>
                  <a:pt x="14602" y="1327"/>
                  <a:pt x="14602" y="1327"/>
                </a:cubicBezTo>
                <a:cubicBezTo>
                  <a:pt x="14602" y="1327"/>
                  <a:pt x="14602" y="1327"/>
                  <a:pt x="14571" y="1327"/>
                </a:cubicBezTo>
                <a:cubicBezTo>
                  <a:pt x="14602" y="1327"/>
                  <a:pt x="14602" y="1327"/>
                  <a:pt x="14632" y="1327"/>
                </a:cubicBezTo>
                <a:cubicBezTo>
                  <a:pt x="14602" y="1327"/>
                  <a:pt x="14602" y="1327"/>
                  <a:pt x="14602" y="1327"/>
                </a:cubicBezTo>
                <a:lnTo>
                  <a:pt x="14602" y="1327"/>
                </a:lnTo>
                <a:lnTo>
                  <a:pt x="14602" y="1327"/>
                </a:lnTo>
                <a:lnTo>
                  <a:pt x="14602" y="1327"/>
                </a:lnTo>
                <a:lnTo>
                  <a:pt x="14602" y="1327"/>
                </a:lnTo>
                <a:lnTo>
                  <a:pt x="14602" y="1327"/>
                </a:lnTo>
                <a:lnTo>
                  <a:pt x="14602" y="1327"/>
                </a:lnTo>
                <a:lnTo>
                  <a:pt x="14602" y="1358"/>
                </a:lnTo>
                <a:cubicBezTo>
                  <a:pt x="14602" y="1327"/>
                  <a:pt x="14602" y="1327"/>
                  <a:pt x="14571" y="1327"/>
                </a:cubicBezTo>
                <a:cubicBezTo>
                  <a:pt x="14602" y="1327"/>
                  <a:pt x="14602" y="1358"/>
                  <a:pt x="14602" y="1358"/>
                </a:cubicBezTo>
                <a:cubicBezTo>
                  <a:pt x="14571" y="1358"/>
                  <a:pt x="14571" y="1327"/>
                  <a:pt x="14571" y="1327"/>
                </a:cubicBezTo>
                <a:cubicBezTo>
                  <a:pt x="14571" y="1327"/>
                  <a:pt x="14571" y="1327"/>
                  <a:pt x="14539" y="1327"/>
                </a:cubicBezTo>
                <a:lnTo>
                  <a:pt x="14539" y="1327"/>
                </a:lnTo>
                <a:lnTo>
                  <a:pt x="14509" y="1327"/>
                </a:lnTo>
                <a:lnTo>
                  <a:pt x="14571" y="1327"/>
                </a:lnTo>
                <a:lnTo>
                  <a:pt x="14509" y="1358"/>
                </a:lnTo>
                <a:cubicBezTo>
                  <a:pt x="14509" y="1327"/>
                  <a:pt x="14478" y="1358"/>
                  <a:pt x="14478" y="1358"/>
                </a:cubicBezTo>
                <a:lnTo>
                  <a:pt x="14478" y="1358"/>
                </a:lnTo>
                <a:lnTo>
                  <a:pt x="14478" y="1358"/>
                </a:lnTo>
                <a:cubicBezTo>
                  <a:pt x="14509" y="1358"/>
                  <a:pt x="14509" y="1358"/>
                  <a:pt x="14478" y="1358"/>
                </a:cubicBezTo>
                <a:lnTo>
                  <a:pt x="14478" y="1358"/>
                </a:lnTo>
                <a:lnTo>
                  <a:pt x="14509" y="1358"/>
                </a:lnTo>
                <a:lnTo>
                  <a:pt x="14509" y="1358"/>
                </a:lnTo>
                <a:lnTo>
                  <a:pt x="14509" y="1358"/>
                </a:lnTo>
                <a:lnTo>
                  <a:pt x="14509" y="1358"/>
                </a:lnTo>
                <a:lnTo>
                  <a:pt x="14478" y="1358"/>
                </a:lnTo>
                <a:lnTo>
                  <a:pt x="14478" y="1358"/>
                </a:lnTo>
                <a:cubicBezTo>
                  <a:pt x="14478" y="1390"/>
                  <a:pt x="14539" y="1358"/>
                  <a:pt x="14509" y="1358"/>
                </a:cubicBezTo>
                <a:cubicBezTo>
                  <a:pt x="14539" y="1358"/>
                  <a:pt x="14539" y="1358"/>
                  <a:pt x="14539" y="1358"/>
                </a:cubicBezTo>
                <a:lnTo>
                  <a:pt x="14571" y="1358"/>
                </a:lnTo>
                <a:lnTo>
                  <a:pt x="14539" y="1358"/>
                </a:lnTo>
                <a:lnTo>
                  <a:pt x="14539" y="1358"/>
                </a:lnTo>
                <a:lnTo>
                  <a:pt x="14539" y="1358"/>
                </a:lnTo>
                <a:lnTo>
                  <a:pt x="14539" y="1358"/>
                </a:lnTo>
                <a:lnTo>
                  <a:pt x="14539" y="1358"/>
                </a:lnTo>
                <a:lnTo>
                  <a:pt x="14539" y="1358"/>
                </a:lnTo>
                <a:cubicBezTo>
                  <a:pt x="14539" y="1358"/>
                  <a:pt x="14539" y="1358"/>
                  <a:pt x="14509" y="1358"/>
                </a:cubicBezTo>
                <a:lnTo>
                  <a:pt x="14509" y="1358"/>
                </a:lnTo>
                <a:cubicBezTo>
                  <a:pt x="14509" y="1358"/>
                  <a:pt x="14509" y="1358"/>
                  <a:pt x="14539" y="1390"/>
                </a:cubicBezTo>
                <a:lnTo>
                  <a:pt x="14539" y="1390"/>
                </a:lnTo>
                <a:lnTo>
                  <a:pt x="14539" y="1390"/>
                </a:lnTo>
                <a:cubicBezTo>
                  <a:pt x="14509" y="1358"/>
                  <a:pt x="14509" y="1358"/>
                  <a:pt x="14509" y="1390"/>
                </a:cubicBezTo>
                <a:lnTo>
                  <a:pt x="14571" y="1390"/>
                </a:lnTo>
                <a:cubicBezTo>
                  <a:pt x="14539" y="1390"/>
                  <a:pt x="14539" y="1390"/>
                  <a:pt x="14539" y="1390"/>
                </a:cubicBezTo>
                <a:lnTo>
                  <a:pt x="14539" y="1390"/>
                </a:lnTo>
                <a:lnTo>
                  <a:pt x="14509" y="1390"/>
                </a:lnTo>
                <a:lnTo>
                  <a:pt x="14509" y="1390"/>
                </a:lnTo>
                <a:lnTo>
                  <a:pt x="14509" y="1390"/>
                </a:lnTo>
                <a:lnTo>
                  <a:pt x="14509" y="1390"/>
                </a:lnTo>
                <a:lnTo>
                  <a:pt x="14509" y="1390"/>
                </a:lnTo>
                <a:cubicBezTo>
                  <a:pt x="14509" y="1358"/>
                  <a:pt x="14478" y="1390"/>
                  <a:pt x="14478" y="1390"/>
                </a:cubicBezTo>
                <a:lnTo>
                  <a:pt x="14509" y="1390"/>
                </a:lnTo>
                <a:cubicBezTo>
                  <a:pt x="14478" y="1390"/>
                  <a:pt x="14478" y="1390"/>
                  <a:pt x="14448" y="1420"/>
                </a:cubicBezTo>
                <a:cubicBezTo>
                  <a:pt x="14478" y="1420"/>
                  <a:pt x="14509" y="1390"/>
                  <a:pt x="14509" y="1390"/>
                </a:cubicBezTo>
                <a:cubicBezTo>
                  <a:pt x="14509" y="1420"/>
                  <a:pt x="14539" y="1390"/>
                  <a:pt x="14539" y="1420"/>
                </a:cubicBezTo>
                <a:lnTo>
                  <a:pt x="14539" y="1420"/>
                </a:lnTo>
                <a:lnTo>
                  <a:pt x="14539" y="1420"/>
                </a:lnTo>
                <a:cubicBezTo>
                  <a:pt x="14539" y="1420"/>
                  <a:pt x="14509" y="1390"/>
                  <a:pt x="14509" y="1420"/>
                </a:cubicBezTo>
                <a:cubicBezTo>
                  <a:pt x="14478" y="1420"/>
                  <a:pt x="14478" y="1420"/>
                  <a:pt x="14509" y="1420"/>
                </a:cubicBezTo>
                <a:cubicBezTo>
                  <a:pt x="14478" y="1420"/>
                  <a:pt x="14478" y="1420"/>
                  <a:pt x="14448" y="1420"/>
                </a:cubicBezTo>
                <a:lnTo>
                  <a:pt x="14448" y="1420"/>
                </a:lnTo>
                <a:lnTo>
                  <a:pt x="14478" y="1420"/>
                </a:lnTo>
                <a:lnTo>
                  <a:pt x="14416" y="1420"/>
                </a:lnTo>
                <a:lnTo>
                  <a:pt x="14416" y="1420"/>
                </a:lnTo>
                <a:lnTo>
                  <a:pt x="14416" y="1420"/>
                </a:lnTo>
                <a:cubicBezTo>
                  <a:pt x="14416" y="1451"/>
                  <a:pt x="14416" y="1451"/>
                  <a:pt x="14416" y="1420"/>
                </a:cubicBezTo>
                <a:lnTo>
                  <a:pt x="14416" y="1420"/>
                </a:lnTo>
                <a:cubicBezTo>
                  <a:pt x="14416" y="1451"/>
                  <a:pt x="14385" y="1451"/>
                  <a:pt x="14385" y="1451"/>
                </a:cubicBezTo>
                <a:cubicBezTo>
                  <a:pt x="14416" y="1451"/>
                  <a:pt x="14416" y="1451"/>
                  <a:pt x="14416" y="1451"/>
                </a:cubicBezTo>
                <a:lnTo>
                  <a:pt x="14385" y="1451"/>
                </a:lnTo>
                <a:cubicBezTo>
                  <a:pt x="14385" y="1451"/>
                  <a:pt x="14385" y="1451"/>
                  <a:pt x="14416" y="1451"/>
                </a:cubicBezTo>
                <a:lnTo>
                  <a:pt x="14416" y="1451"/>
                </a:lnTo>
                <a:lnTo>
                  <a:pt x="14416" y="1451"/>
                </a:lnTo>
                <a:cubicBezTo>
                  <a:pt x="14385" y="1451"/>
                  <a:pt x="14385" y="1451"/>
                  <a:pt x="14385" y="1451"/>
                </a:cubicBezTo>
                <a:lnTo>
                  <a:pt x="14385" y="1451"/>
                </a:lnTo>
                <a:cubicBezTo>
                  <a:pt x="14416" y="1451"/>
                  <a:pt x="14416" y="1451"/>
                  <a:pt x="14416" y="1451"/>
                </a:cubicBezTo>
                <a:cubicBezTo>
                  <a:pt x="14448" y="1451"/>
                  <a:pt x="14385" y="1451"/>
                  <a:pt x="14385" y="1451"/>
                </a:cubicBezTo>
                <a:lnTo>
                  <a:pt x="14385" y="1451"/>
                </a:lnTo>
                <a:lnTo>
                  <a:pt x="14385" y="1451"/>
                </a:lnTo>
                <a:lnTo>
                  <a:pt x="14385" y="1451"/>
                </a:lnTo>
                <a:cubicBezTo>
                  <a:pt x="14385" y="1451"/>
                  <a:pt x="14385" y="1451"/>
                  <a:pt x="14385" y="1481"/>
                </a:cubicBezTo>
                <a:lnTo>
                  <a:pt x="14385" y="1481"/>
                </a:lnTo>
                <a:cubicBezTo>
                  <a:pt x="14385" y="1481"/>
                  <a:pt x="14385" y="1481"/>
                  <a:pt x="14416" y="1481"/>
                </a:cubicBezTo>
                <a:lnTo>
                  <a:pt x="14385" y="1481"/>
                </a:lnTo>
                <a:lnTo>
                  <a:pt x="14385" y="1481"/>
                </a:lnTo>
                <a:lnTo>
                  <a:pt x="14385" y="1481"/>
                </a:lnTo>
                <a:lnTo>
                  <a:pt x="14385" y="1481"/>
                </a:lnTo>
                <a:cubicBezTo>
                  <a:pt x="14355" y="1481"/>
                  <a:pt x="14385" y="1481"/>
                  <a:pt x="14355" y="1481"/>
                </a:cubicBezTo>
                <a:cubicBezTo>
                  <a:pt x="14355" y="1481"/>
                  <a:pt x="14385" y="1513"/>
                  <a:pt x="14355" y="1481"/>
                </a:cubicBezTo>
                <a:lnTo>
                  <a:pt x="14385" y="1481"/>
                </a:lnTo>
                <a:lnTo>
                  <a:pt x="14355" y="1513"/>
                </a:lnTo>
                <a:cubicBezTo>
                  <a:pt x="14355" y="1513"/>
                  <a:pt x="14355" y="1513"/>
                  <a:pt x="14385" y="1513"/>
                </a:cubicBezTo>
                <a:lnTo>
                  <a:pt x="14385" y="1513"/>
                </a:lnTo>
                <a:cubicBezTo>
                  <a:pt x="14416" y="1513"/>
                  <a:pt x="14448" y="1481"/>
                  <a:pt x="14448" y="1481"/>
                </a:cubicBezTo>
                <a:cubicBezTo>
                  <a:pt x="14448" y="1513"/>
                  <a:pt x="14416" y="1513"/>
                  <a:pt x="14416" y="1513"/>
                </a:cubicBezTo>
                <a:lnTo>
                  <a:pt x="14416" y="1513"/>
                </a:lnTo>
                <a:lnTo>
                  <a:pt x="14385" y="1513"/>
                </a:lnTo>
                <a:lnTo>
                  <a:pt x="14385" y="1513"/>
                </a:lnTo>
                <a:lnTo>
                  <a:pt x="14385" y="1513"/>
                </a:lnTo>
                <a:lnTo>
                  <a:pt x="14385" y="1513"/>
                </a:lnTo>
                <a:lnTo>
                  <a:pt x="14355" y="1513"/>
                </a:lnTo>
                <a:cubicBezTo>
                  <a:pt x="14355" y="1513"/>
                  <a:pt x="14355" y="1513"/>
                  <a:pt x="14324" y="1513"/>
                </a:cubicBezTo>
                <a:cubicBezTo>
                  <a:pt x="14355" y="1513"/>
                  <a:pt x="14355" y="1513"/>
                  <a:pt x="14355" y="1544"/>
                </a:cubicBezTo>
                <a:cubicBezTo>
                  <a:pt x="14355" y="1544"/>
                  <a:pt x="14355" y="1544"/>
                  <a:pt x="14385" y="1544"/>
                </a:cubicBezTo>
                <a:cubicBezTo>
                  <a:pt x="14355" y="1544"/>
                  <a:pt x="14324" y="1513"/>
                  <a:pt x="14324" y="1544"/>
                </a:cubicBezTo>
                <a:lnTo>
                  <a:pt x="14324" y="1544"/>
                </a:lnTo>
                <a:cubicBezTo>
                  <a:pt x="14324" y="1544"/>
                  <a:pt x="14324" y="1544"/>
                  <a:pt x="14355" y="1574"/>
                </a:cubicBezTo>
                <a:cubicBezTo>
                  <a:pt x="14324" y="1574"/>
                  <a:pt x="14292" y="1544"/>
                  <a:pt x="14324" y="1574"/>
                </a:cubicBezTo>
                <a:lnTo>
                  <a:pt x="14324" y="1574"/>
                </a:lnTo>
                <a:lnTo>
                  <a:pt x="14324" y="1574"/>
                </a:lnTo>
                <a:lnTo>
                  <a:pt x="14324" y="1574"/>
                </a:lnTo>
                <a:lnTo>
                  <a:pt x="14324" y="1574"/>
                </a:lnTo>
                <a:lnTo>
                  <a:pt x="14324" y="1574"/>
                </a:lnTo>
                <a:cubicBezTo>
                  <a:pt x="14324" y="1574"/>
                  <a:pt x="14324" y="1574"/>
                  <a:pt x="14355" y="1574"/>
                </a:cubicBezTo>
                <a:cubicBezTo>
                  <a:pt x="14324" y="1574"/>
                  <a:pt x="14324" y="1574"/>
                  <a:pt x="14324" y="1574"/>
                </a:cubicBezTo>
                <a:lnTo>
                  <a:pt x="14324" y="1574"/>
                </a:lnTo>
                <a:lnTo>
                  <a:pt x="14324" y="1574"/>
                </a:lnTo>
                <a:lnTo>
                  <a:pt x="14324" y="1574"/>
                </a:lnTo>
                <a:cubicBezTo>
                  <a:pt x="14324" y="1574"/>
                  <a:pt x="14324" y="1574"/>
                  <a:pt x="14292" y="1574"/>
                </a:cubicBezTo>
                <a:lnTo>
                  <a:pt x="14292" y="1574"/>
                </a:lnTo>
                <a:cubicBezTo>
                  <a:pt x="14292" y="1574"/>
                  <a:pt x="14292" y="1574"/>
                  <a:pt x="14324" y="1574"/>
                </a:cubicBezTo>
                <a:cubicBezTo>
                  <a:pt x="14292" y="1574"/>
                  <a:pt x="14292" y="1605"/>
                  <a:pt x="14292" y="1605"/>
                </a:cubicBezTo>
                <a:cubicBezTo>
                  <a:pt x="14292" y="1605"/>
                  <a:pt x="14292" y="1574"/>
                  <a:pt x="14324" y="1574"/>
                </a:cubicBezTo>
                <a:lnTo>
                  <a:pt x="14324" y="1574"/>
                </a:lnTo>
                <a:lnTo>
                  <a:pt x="14324" y="1574"/>
                </a:lnTo>
                <a:lnTo>
                  <a:pt x="14324" y="1574"/>
                </a:lnTo>
                <a:cubicBezTo>
                  <a:pt x="14324" y="1605"/>
                  <a:pt x="14324" y="1605"/>
                  <a:pt x="14292" y="1605"/>
                </a:cubicBezTo>
                <a:cubicBezTo>
                  <a:pt x="14324" y="1605"/>
                  <a:pt x="14292" y="1605"/>
                  <a:pt x="14324" y="1605"/>
                </a:cubicBezTo>
                <a:cubicBezTo>
                  <a:pt x="14292" y="1605"/>
                  <a:pt x="14355" y="1605"/>
                  <a:pt x="14355" y="1605"/>
                </a:cubicBezTo>
                <a:lnTo>
                  <a:pt x="14324" y="1605"/>
                </a:lnTo>
                <a:lnTo>
                  <a:pt x="14324" y="1605"/>
                </a:lnTo>
                <a:lnTo>
                  <a:pt x="14324" y="1605"/>
                </a:lnTo>
                <a:lnTo>
                  <a:pt x="14292" y="1605"/>
                </a:lnTo>
                <a:lnTo>
                  <a:pt x="14292" y="1605"/>
                </a:lnTo>
                <a:lnTo>
                  <a:pt x="14292" y="1605"/>
                </a:lnTo>
                <a:lnTo>
                  <a:pt x="14324" y="1605"/>
                </a:lnTo>
                <a:lnTo>
                  <a:pt x="14292" y="1605"/>
                </a:lnTo>
                <a:lnTo>
                  <a:pt x="14292" y="1605"/>
                </a:lnTo>
                <a:cubicBezTo>
                  <a:pt x="14292" y="1605"/>
                  <a:pt x="14262" y="1605"/>
                  <a:pt x="14262" y="1637"/>
                </a:cubicBezTo>
                <a:cubicBezTo>
                  <a:pt x="14262" y="1605"/>
                  <a:pt x="14292" y="1605"/>
                  <a:pt x="14292" y="1605"/>
                </a:cubicBezTo>
                <a:cubicBezTo>
                  <a:pt x="14262" y="1605"/>
                  <a:pt x="14262" y="1637"/>
                  <a:pt x="14262" y="1637"/>
                </a:cubicBezTo>
                <a:cubicBezTo>
                  <a:pt x="14292" y="1637"/>
                  <a:pt x="14262" y="1637"/>
                  <a:pt x="14262" y="1637"/>
                </a:cubicBezTo>
                <a:lnTo>
                  <a:pt x="14262" y="1637"/>
                </a:lnTo>
                <a:lnTo>
                  <a:pt x="14262" y="1637"/>
                </a:lnTo>
                <a:cubicBezTo>
                  <a:pt x="14231" y="1637"/>
                  <a:pt x="14231" y="1637"/>
                  <a:pt x="14231" y="1637"/>
                </a:cubicBezTo>
                <a:cubicBezTo>
                  <a:pt x="14262" y="1637"/>
                  <a:pt x="14231" y="1637"/>
                  <a:pt x="14231" y="1637"/>
                </a:cubicBezTo>
                <a:lnTo>
                  <a:pt x="14262" y="1637"/>
                </a:lnTo>
                <a:lnTo>
                  <a:pt x="14262" y="1637"/>
                </a:lnTo>
                <a:cubicBezTo>
                  <a:pt x="14292" y="1637"/>
                  <a:pt x="14292" y="1605"/>
                  <a:pt x="14324" y="1637"/>
                </a:cubicBezTo>
                <a:cubicBezTo>
                  <a:pt x="14292" y="1637"/>
                  <a:pt x="14292" y="1637"/>
                  <a:pt x="14262" y="1637"/>
                </a:cubicBezTo>
                <a:lnTo>
                  <a:pt x="14262" y="1637"/>
                </a:lnTo>
                <a:lnTo>
                  <a:pt x="14262" y="1637"/>
                </a:lnTo>
                <a:lnTo>
                  <a:pt x="14262" y="1637"/>
                </a:lnTo>
                <a:cubicBezTo>
                  <a:pt x="14262" y="1637"/>
                  <a:pt x="14231" y="1637"/>
                  <a:pt x="14231" y="1667"/>
                </a:cubicBezTo>
                <a:cubicBezTo>
                  <a:pt x="14262" y="1667"/>
                  <a:pt x="14262" y="1667"/>
                  <a:pt x="14262" y="1667"/>
                </a:cubicBezTo>
                <a:lnTo>
                  <a:pt x="14231" y="1667"/>
                </a:lnTo>
                <a:cubicBezTo>
                  <a:pt x="14262" y="1667"/>
                  <a:pt x="14262" y="1667"/>
                  <a:pt x="14262" y="1667"/>
                </a:cubicBezTo>
                <a:cubicBezTo>
                  <a:pt x="14231" y="1667"/>
                  <a:pt x="14231" y="1667"/>
                  <a:pt x="14231" y="1698"/>
                </a:cubicBezTo>
                <a:lnTo>
                  <a:pt x="14231" y="1667"/>
                </a:lnTo>
                <a:lnTo>
                  <a:pt x="14201" y="1667"/>
                </a:lnTo>
                <a:cubicBezTo>
                  <a:pt x="14231" y="1667"/>
                  <a:pt x="14201" y="1667"/>
                  <a:pt x="14201" y="1667"/>
                </a:cubicBezTo>
                <a:lnTo>
                  <a:pt x="14201" y="1667"/>
                </a:lnTo>
                <a:lnTo>
                  <a:pt x="14169" y="1667"/>
                </a:lnTo>
                <a:cubicBezTo>
                  <a:pt x="14169" y="1667"/>
                  <a:pt x="14169" y="1698"/>
                  <a:pt x="14201" y="1698"/>
                </a:cubicBezTo>
                <a:lnTo>
                  <a:pt x="14169" y="1698"/>
                </a:lnTo>
                <a:lnTo>
                  <a:pt x="14169" y="1698"/>
                </a:lnTo>
                <a:lnTo>
                  <a:pt x="14138" y="1698"/>
                </a:lnTo>
                <a:lnTo>
                  <a:pt x="14169" y="1698"/>
                </a:lnTo>
                <a:cubicBezTo>
                  <a:pt x="14138" y="1698"/>
                  <a:pt x="14138" y="1698"/>
                  <a:pt x="14138" y="1698"/>
                </a:cubicBezTo>
                <a:lnTo>
                  <a:pt x="14138" y="1698"/>
                </a:lnTo>
                <a:cubicBezTo>
                  <a:pt x="14138" y="1728"/>
                  <a:pt x="14138" y="1728"/>
                  <a:pt x="14138" y="1728"/>
                </a:cubicBezTo>
                <a:lnTo>
                  <a:pt x="14138" y="1728"/>
                </a:lnTo>
                <a:lnTo>
                  <a:pt x="14138" y="1728"/>
                </a:lnTo>
                <a:lnTo>
                  <a:pt x="14138" y="1728"/>
                </a:lnTo>
                <a:lnTo>
                  <a:pt x="14169" y="1728"/>
                </a:lnTo>
                <a:cubicBezTo>
                  <a:pt x="14138" y="1728"/>
                  <a:pt x="14108" y="1728"/>
                  <a:pt x="14108" y="1728"/>
                </a:cubicBezTo>
                <a:cubicBezTo>
                  <a:pt x="14138" y="1728"/>
                  <a:pt x="14077" y="1728"/>
                  <a:pt x="14108" y="1728"/>
                </a:cubicBezTo>
                <a:cubicBezTo>
                  <a:pt x="14108" y="1760"/>
                  <a:pt x="14108" y="1760"/>
                  <a:pt x="14108" y="1760"/>
                </a:cubicBezTo>
                <a:cubicBezTo>
                  <a:pt x="14108" y="1760"/>
                  <a:pt x="14138" y="1760"/>
                  <a:pt x="14138" y="1728"/>
                </a:cubicBezTo>
                <a:cubicBezTo>
                  <a:pt x="14138" y="1760"/>
                  <a:pt x="14138" y="1760"/>
                  <a:pt x="14138" y="1760"/>
                </a:cubicBezTo>
                <a:cubicBezTo>
                  <a:pt x="14077" y="1791"/>
                  <a:pt x="14231" y="1760"/>
                  <a:pt x="14231" y="1728"/>
                </a:cubicBezTo>
                <a:cubicBezTo>
                  <a:pt x="14231" y="1728"/>
                  <a:pt x="14201" y="1728"/>
                  <a:pt x="14169" y="1728"/>
                </a:cubicBezTo>
                <a:cubicBezTo>
                  <a:pt x="14201" y="1728"/>
                  <a:pt x="14231" y="1728"/>
                  <a:pt x="14231" y="1728"/>
                </a:cubicBezTo>
                <a:cubicBezTo>
                  <a:pt x="14231" y="1698"/>
                  <a:pt x="14231" y="1698"/>
                  <a:pt x="14231" y="1698"/>
                </a:cubicBezTo>
                <a:cubicBezTo>
                  <a:pt x="14231" y="1698"/>
                  <a:pt x="14231" y="1698"/>
                  <a:pt x="14231" y="1728"/>
                </a:cubicBezTo>
                <a:lnTo>
                  <a:pt x="14231" y="1728"/>
                </a:lnTo>
                <a:cubicBezTo>
                  <a:pt x="14231" y="1728"/>
                  <a:pt x="14231" y="1728"/>
                  <a:pt x="14262" y="1728"/>
                </a:cubicBezTo>
                <a:cubicBezTo>
                  <a:pt x="14231" y="1728"/>
                  <a:pt x="14231" y="1728"/>
                  <a:pt x="14231" y="1728"/>
                </a:cubicBezTo>
                <a:lnTo>
                  <a:pt x="14231" y="1728"/>
                </a:lnTo>
                <a:lnTo>
                  <a:pt x="14231" y="1728"/>
                </a:lnTo>
                <a:cubicBezTo>
                  <a:pt x="14231" y="1760"/>
                  <a:pt x="14201" y="1760"/>
                  <a:pt x="14201" y="1760"/>
                </a:cubicBezTo>
                <a:lnTo>
                  <a:pt x="14201" y="1760"/>
                </a:lnTo>
                <a:lnTo>
                  <a:pt x="14201" y="1760"/>
                </a:lnTo>
                <a:lnTo>
                  <a:pt x="14201" y="1760"/>
                </a:lnTo>
                <a:lnTo>
                  <a:pt x="14201" y="1760"/>
                </a:lnTo>
                <a:cubicBezTo>
                  <a:pt x="14201" y="1791"/>
                  <a:pt x="14138" y="1760"/>
                  <a:pt x="14138" y="1791"/>
                </a:cubicBezTo>
                <a:cubicBezTo>
                  <a:pt x="14138" y="1791"/>
                  <a:pt x="14138" y="1791"/>
                  <a:pt x="14169" y="1791"/>
                </a:cubicBezTo>
                <a:cubicBezTo>
                  <a:pt x="14138" y="1791"/>
                  <a:pt x="14138" y="1791"/>
                  <a:pt x="14138" y="1791"/>
                </a:cubicBezTo>
                <a:cubicBezTo>
                  <a:pt x="14138" y="1760"/>
                  <a:pt x="14108" y="1760"/>
                  <a:pt x="14108" y="1760"/>
                </a:cubicBezTo>
                <a:lnTo>
                  <a:pt x="14077" y="1760"/>
                </a:lnTo>
                <a:cubicBezTo>
                  <a:pt x="14077" y="1760"/>
                  <a:pt x="14077" y="1760"/>
                  <a:pt x="14108" y="1760"/>
                </a:cubicBezTo>
                <a:lnTo>
                  <a:pt x="14108" y="1760"/>
                </a:lnTo>
                <a:lnTo>
                  <a:pt x="14108" y="1760"/>
                </a:lnTo>
                <a:cubicBezTo>
                  <a:pt x="14077" y="1760"/>
                  <a:pt x="14077" y="1760"/>
                  <a:pt x="14077" y="1791"/>
                </a:cubicBezTo>
                <a:cubicBezTo>
                  <a:pt x="14077" y="1791"/>
                  <a:pt x="14108" y="1760"/>
                  <a:pt x="14108" y="1791"/>
                </a:cubicBezTo>
                <a:lnTo>
                  <a:pt x="14077" y="1791"/>
                </a:lnTo>
                <a:lnTo>
                  <a:pt x="14077" y="1791"/>
                </a:lnTo>
                <a:lnTo>
                  <a:pt x="14077" y="1791"/>
                </a:lnTo>
                <a:lnTo>
                  <a:pt x="14077" y="1791"/>
                </a:lnTo>
                <a:cubicBezTo>
                  <a:pt x="14077" y="1760"/>
                  <a:pt x="14015" y="1791"/>
                  <a:pt x="14045" y="1791"/>
                </a:cubicBezTo>
                <a:cubicBezTo>
                  <a:pt x="14045" y="1791"/>
                  <a:pt x="14045" y="1791"/>
                  <a:pt x="14015" y="1791"/>
                </a:cubicBezTo>
                <a:lnTo>
                  <a:pt x="14045" y="1791"/>
                </a:lnTo>
                <a:cubicBezTo>
                  <a:pt x="14045" y="1791"/>
                  <a:pt x="14015" y="1791"/>
                  <a:pt x="14045" y="1821"/>
                </a:cubicBezTo>
                <a:cubicBezTo>
                  <a:pt x="14015" y="1791"/>
                  <a:pt x="14015" y="1791"/>
                  <a:pt x="14015" y="1791"/>
                </a:cubicBezTo>
                <a:cubicBezTo>
                  <a:pt x="14015" y="1821"/>
                  <a:pt x="14015" y="1791"/>
                  <a:pt x="14015" y="1791"/>
                </a:cubicBezTo>
                <a:cubicBezTo>
                  <a:pt x="13985" y="1821"/>
                  <a:pt x="14015" y="1821"/>
                  <a:pt x="14015" y="1821"/>
                </a:cubicBezTo>
                <a:lnTo>
                  <a:pt x="14015" y="1821"/>
                </a:lnTo>
                <a:lnTo>
                  <a:pt x="14015" y="1821"/>
                </a:lnTo>
                <a:lnTo>
                  <a:pt x="14015" y="1821"/>
                </a:lnTo>
                <a:cubicBezTo>
                  <a:pt x="14015" y="1821"/>
                  <a:pt x="13985" y="1791"/>
                  <a:pt x="13985" y="1821"/>
                </a:cubicBezTo>
                <a:cubicBezTo>
                  <a:pt x="13985" y="1821"/>
                  <a:pt x="13985" y="1821"/>
                  <a:pt x="14015" y="1821"/>
                </a:cubicBezTo>
                <a:lnTo>
                  <a:pt x="14015" y="1852"/>
                </a:lnTo>
                <a:cubicBezTo>
                  <a:pt x="14015" y="1852"/>
                  <a:pt x="14015" y="1852"/>
                  <a:pt x="14015" y="1821"/>
                </a:cubicBezTo>
                <a:cubicBezTo>
                  <a:pt x="13985" y="1821"/>
                  <a:pt x="13985" y="1821"/>
                  <a:pt x="13955" y="1821"/>
                </a:cubicBezTo>
                <a:cubicBezTo>
                  <a:pt x="13985" y="1821"/>
                  <a:pt x="13892" y="1821"/>
                  <a:pt x="13892" y="1821"/>
                </a:cubicBezTo>
                <a:cubicBezTo>
                  <a:pt x="13923" y="1821"/>
                  <a:pt x="13923" y="1821"/>
                  <a:pt x="13923" y="1821"/>
                </a:cubicBezTo>
                <a:cubicBezTo>
                  <a:pt x="13923" y="1852"/>
                  <a:pt x="13923" y="1821"/>
                  <a:pt x="13923" y="1821"/>
                </a:cubicBezTo>
                <a:cubicBezTo>
                  <a:pt x="13923" y="1821"/>
                  <a:pt x="13892" y="1852"/>
                  <a:pt x="13923" y="1852"/>
                </a:cubicBezTo>
                <a:cubicBezTo>
                  <a:pt x="13923" y="1852"/>
                  <a:pt x="13923" y="1852"/>
                  <a:pt x="13955" y="1852"/>
                </a:cubicBezTo>
                <a:lnTo>
                  <a:pt x="13955" y="1852"/>
                </a:lnTo>
                <a:cubicBezTo>
                  <a:pt x="13955" y="1852"/>
                  <a:pt x="13985" y="1821"/>
                  <a:pt x="13985" y="1852"/>
                </a:cubicBezTo>
                <a:lnTo>
                  <a:pt x="13955" y="1852"/>
                </a:lnTo>
                <a:cubicBezTo>
                  <a:pt x="13923" y="1852"/>
                  <a:pt x="13985" y="1852"/>
                  <a:pt x="13985" y="1852"/>
                </a:cubicBezTo>
                <a:cubicBezTo>
                  <a:pt x="13955" y="1852"/>
                  <a:pt x="13923" y="1852"/>
                  <a:pt x="13923" y="1852"/>
                </a:cubicBezTo>
                <a:lnTo>
                  <a:pt x="13923" y="1852"/>
                </a:lnTo>
                <a:lnTo>
                  <a:pt x="13862" y="1852"/>
                </a:lnTo>
                <a:cubicBezTo>
                  <a:pt x="13862" y="1852"/>
                  <a:pt x="13862" y="1852"/>
                  <a:pt x="13892" y="1852"/>
                </a:cubicBezTo>
                <a:cubicBezTo>
                  <a:pt x="13862" y="1852"/>
                  <a:pt x="13862" y="1852"/>
                  <a:pt x="13892" y="1852"/>
                </a:cubicBezTo>
                <a:cubicBezTo>
                  <a:pt x="13862" y="1852"/>
                  <a:pt x="13862" y="1852"/>
                  <a:pt x="13862" y="1884"/>
                </a:cubicBezTo>
                <a:lnTo>
                  <a:pt x="13955" y="1884"/>
                </a:lnTo>
                <a:cubicBezTo>
                  <a:pt x="13923" y="1884"/>
                  <a:pt x="13923" y="1884"/>
                  <a:pt x="13923" y="1884"/>
                </a:cubicBezTo>
                <a:cubicBezTo>
                  <a:pt x="13923" y="1884"/>
                  <a:pt x="13892" y="1884"/>
                  <a:pt x="13862" y="1884"/>
                </a:cubicBezTo>
                <a:lnTo>
                  <a:pt x="13892" y="1884"/>
                </a:lnTo>
                <a:lnTo>
                  <a:pt x="13892" y="1884"/>
                </a:lnTo>
                <a:cubicBezTo>
                  <a:pt x="13862" y="1884"/>
                  <a:pt x="13862" y="1884"/>
                  <a:pt x="13831" y="1884"/>
                </a:cubicBezTo>
                <a:lnTo>
                  <a:pt x="13831" y="1884"/>
                </a:lnTo>
                <a:lnTo>
                  <a:pt x="13831" y="1884"/>
                </a:lnTo>
                <a:cubicBezTo>
                  <a:pt x="13831" y="1914"/>
                  <a:pt x="13862" y="1914"/>
                  <a:pt x="13862" y="1914"/>
                </a:cubicBezTo>
                <a:cubicBezTo>
                  <a:pt x="13831" y="1914"/>
                  <a:pt x="13862" y="1914"/>
                  <a:pt x="13831" y="1914"/>
                </a:cubicBezTo>
                <a:cubicBezTo>
                  <a:pt x="13831" y="1914"/>
                  <a:pt x="13831" y="1914"/>
                  <a:pt x="13831" y="1884"/>
                </a:cubicBezTo>
                <a:lnTo>
                  <a:pt x="13799" y="1914"/>
                </a:lnTo>
                <a:cubicBezTo>
                  <a:pt x="13799" y="1914"/>
                  <a:pt x="13799" y="1884"/>
                  <a:pt x="13799" y="1914"/>
                </a:cubicBezTo>
                <a:cubicBezTo>
                  <a:pt x="13769" y="1914"/>
                  <a:pt x="13799" y="1914"/>
                  <a:pt x="13799" y="1914"/>
                </a:cubicBezTo>
                <a:lnTo>
                  <a:pt x="13799" y="1914"/>
                </a:lnTo>
                <a:lnTo>
                  <a:pt x="13769" y="1884"/>
                </a:lnTo>
                <a:lnTo>
                  <a:pt x="13769" y="1884"/>
                </a:lnTo>
                <a:cubicBezTo>
                  <a:pt x="13769" y="1914"/>
                  <a:pt x="13769" y="1914"/>
                  <a:pt x="13769" y="1914"/>
                </a:cubicBezTo>
                <a:lnTo>
                  <a:pt x="13799" y="1914"/>
                </a:lnTo>
                <a:lnTo>
                  <a:pt x="13769" y="1914"/>
                </a:lnTo>
                <a:lnTo>
                  <a:pt x="13769" y="1914"/>
                </a:lnTo>
                <a:cubicBezTo>
                  <a:pt x="13769" y="1914"/>
                  <a:pt x="13769" y="1914"/>
                  <a:pt x="13769" y="1945"/>
                </a:cubicBezTo>
                <a:lnTo>
                  <a:pt x="13769" y="1945"/>
                </a:lnTo>
                <a:lnTo>
                  <a:pt x="13769" y="1945"/>
                </a:lnTo>
                <a:lnTo>
                  <a:pt x="13769" y="1945"/>
                </a:lnTo>
                <a:lnTo>
                  <a:pt x="13769" y="1945"/>
                </a:lnTo>
                <a:lnTo>
                  <a:pt x="13769" y="1945"/>
                </a:lnTo>
                <a:lnTo>
                  <a:pt x="13769" y="1945"/>
                </a:lnTo>
                <a:cubicBezTo>
                  <a:pt x="13799" y="1945"/>
                  <a:pt x="13799" y="1945"/>
                  <a:pt x="13799" y="1945"/>
                </a:cubicBezTo>
                <a:lnTo>
                  <a:pt x="13799" y="1945"/>
                </a:lnTo>
                <a:lnTo>
                  <a:pt x="13769" y="1945"/>
                </a:lnTo>
                <a:cubicBezTo>
                  <a:pt x="13799" y="1975"/>
                  <a:pt x="13799" y="1975"/>
                  <a:pt x="13799" y="1975"/>
                </a:cubicBezTo>
                <a:cubicBezTo>
                  <a:pt x="13799" y="1975"/>
                  <a:pt x="13769" y="1945"/>
                  <a:pt x="13769" y="1975"/>
                </a:cubicBezTo>
                <a:lnTo>
                  <a:pt x="13799" y="1975"/>
                </a:lnTo>
                <a:lnTo>
                  <a:pt x="13769" y="1975"/>
                </a:lnTo>
                <a:lnTo>
                  <a:pt x="13769" y="1975"/>
                </a:lnTo>
                <a:lnTo>
                  <a:pt x="13769" y="1975"/>
                </a:lnTo>
                <a:lnTo>
                  <a:pt x="13769" y="1975"/>
                </a:lnTo>
                <a:lnTo>
                  <a:pt x="13769" y="1975"/>
                </a:lnTo>
                <a:cubicBezTo>
                  <a:pt x="13769" y="1975"/>
                  <a:pt x="13769" y="1975"/>
                  <a:pt x="13738" y="1975"/>
                </a:cubicBezTo>
                <a:cubicBezTo>
                  <a:pt x="13769" y="1975"/>
                  <a:pt x="13769" y="2007"/>
                  <a:pt x="13769" y="2007"/>
                </a:cubicBezTo>
                <a:lnTo>
                  <a:pt x="13769" y="2007"/>
                </a:lnTo>
                <a:lnTo>
                  <a:pt x="13769" y="2007"/>
                </a:lnTo>
                <a:lnTo>
                  <a:pt x="13769" y="2007"/>
                </a:lnTo>
                <a:lnTo>
                  <a:pt x="13831" y="2007"/>
                </a:lnTo>
                <a:cubicBezTo>
                  <a:pt x="13862" y="1975"/>
                  <a:pt x="13862" y="2007"/>
                  <a:pt x="13892" y="1975"/>
                </a:cubicBezTo>
                <a:cubicBezTo>
                  <a:pt x="13892" y="1975"/>
                  <a:pt x="13862" y="2007"/>
                  <a:pt x="13892" y="2007"/>
                </a:cubicBezTo>
                <a:lnTo>
                  <a:pt x="13923" y="1975"/>
                </a:lnTo>
                <a:lnTo>
                  <a:pt x="13892" y="2007"/>
                </a:lnTo>
                <a:lnTo>
                  <a:pt x="13923" y="2007"/>
                </a:lnTo>
                <a:lnTo>
                  <a:pt x="13955" y="1975"/>
                </a:lnTo>
                <a:cubicBezTo>
                  <a:pt x="13955" y="1975"/>
                  <a:pt x="13923" y="1975"/>
                  <a:pt x="13955" y="2007"/>
                </a:cubicBezTo>
                <a:cubicBezTo>
                  <a:pt x="13955" y="2007"/>
                  <a:pt x="13923" y="2007"/>
                  <a:pt x="13955" y="2007"/>
                </a:cubicBezTo>
                <a:cubicBezTo>
                  <a:pt x="13892" y="2007"/>
                  <a:pt x="13923" y="2007"/>
                  <a:pt x="13923" y="2038"/>
                </a:cubicBezTo>
                <a:cubicBezTo>
                  <a:pt x="13923" y="2007"/>
                  <a:pt x="13892" y="2007"/>
                  <a:pt x="13892" y="2038"/>
                </a:cubicBezTo>
                <a:cubicBezTo>
                  <a:pt x="13923" y="1975"/>
                  <a:pt x="13862" y="2007"/>
                  <a:pt x="13862" y="2007"/>
                </a:cubicBezTo>
                <a:cubicBezTo>
                  <a:pt x="13862" y="2007"/>
                  <a:pt x="13799" y="2007"/>
                  <a:pt x="13831" y="2007"/>
                </a:cubicBezTo>
                <a:cubicBezTo>
                  <a:pt x="13799" y="2007"/>
                  <a:pt x="13769" y="2007"/>
                  <a:pt x="13769" y="2007"/>
                </a:cubicBezTo>
                <a:lnTo>
                  <a:pt x="13769" y="2007"/>
                </a:lnTo>
                <a:lnTo>
                  <a:pt x="13769" y="2038"/>
                </a:lnTo>
                <a:cubicBezTo>
                  <a:pt x="13769" y="2007"/>
                  <a:pt x="13769" y="2007"/>
                  <a:pt x="13738" y="2007"/>
                </a:cubicBezTo>
                <a:cubicBezTo>
                  <a:pt x="13769" y="2038"/>
                  <a:pt x="13769" y="2038"/>
                  <a:pt x="13799" y="2038"/>
                </a:cubicBezTo>
                <a:lnTo>
                  <a:pt x="13799" y="2038"/>
                </a:lnTo>
                <a:lnTo>
                  <a:pt x="13769" y="2038"/>
                </a:lnTo>
                <a:cubicBezTo>
                  <a:pt x="13769" y="2038"/>
                  <a:pt x="13769" y="2038"/>
                  <a:pt x="13799" y="2038"/>
                </a:cubicBezTo>
                <a:cubicBezTo>
                  <a:pt x="13769" y="2038"/>
                  <a:pt x="13769" y="2038"/>
                  <a:pt x="13799" y="2038"/>
                </a:cubicBezTo>
                <a:cubicBezTo>
                  <a:pt x="13769" y="2038"/>
                  <a:pt x="13769" y="2038"/>
                  <a:pt x="13769" y="2038"/>
                </a:cubicBezTo>
                <a:cubicBezTo>
                  <a:pt x="13769" y="2038"/>
                  <a:pt x="13769" y="2038"/>
                  <a:pt x="13738" y="2038"/>
                </a:cubicBezTo>
                <a:lnTo>
                  <a:pt x="13769" y="2038"/>
                </a:lnTo>
                <a:lnTo>
                  <a:pt x="13769" y="2068"/>
                </a:lnTo>
                <a:lnTo>
                  <a:pt x="13799" y="2038"/>
                </a:lnTo>
                <a:cubicBezTo>
                  <a:pt x="13799" y="2038"/>
                  <a:pt x="13799" y="2068"/>
                  <a:pt x="13799" y="2038"/>
                </a:cubicBezTo>
                <a:cubicBezTo>
                  <a:pt x="13799" y="2068"/>
                  <a:pt x="13799" y="2068"/>
                  <a:pt x="13769" y="2068"/>
                </a:cubicBezTo>
                <a:lnTo>
                  <a:pt x="13769" y="2068"/>
                </a:lnTo>
                <a:lnTo>
                  <a:pt x="13769" y="2068"/>
                </a:lnTo>
                <a:cubicBezTo>
                  <a:pt x="13769" y="2068"/>
                  <a:pt x="13769" y="2068"/>
                  <a:pt x="13769" y="2099"/>
                </a:cubicBezTo>
                <a:lnTo>
                  <a:pt x="13769" y="2099"/>
                </a:lnTo>
                <a:lnTo>
                  <a:pt x="13769" y="2099"/>
                </a:lnTo>
                <a:cubicBezTo>
                  <a:pt x="13799" y="2099"/>
                  <a:pt x="13769" y="2068"/>
                  <a:pt x="13799" y="2068"/>
                </a:cubicBezTo>
                <a:lnTo>
                  <a:pt x="13799" y="2099"/>
                </a:lnTo>
                <a:lnTo>
                  <a:pt x="13799" y="2099"/>
                </a:lnTo>
                <a:lnTo>
                  <a:pt x="13799" y="2099"/>
                </a:lnTo>
                <a:lnTo>
                  <a:pt x="13799" y="2099"/>
                </a:lnTo>
                <a:lnTo>
                  <a:pt x="13799" y="2099"/>
                </a:lnTo>
                <a:cubicBezTo>
                  <a:pt x="13799" y="2099"/>
                  <a:pt x="13799" y="2130"/>
                  <a:pt x="13831" y="2130"/>
                </a:cubicBezTo>
                <a:cubicBezTo>
                  <a:pt x="13831" y="2099"/>
                  <a:pt x="13831" y="2068"/>
                  <a:pt x="13892" y="2068"/>
                </a:cubicBezTo>
                <a:cubicBezTo>
                  <a:pt x="13862" y="2068"/>
                  <a:pt x="13892" y="2068"/>
                  <a:pt x="13892" y="2068"/>
                </a:cubicBezTo>
                <a:cubicBezTo>
                  <a:pt x="13892" y="2068"/>
                  <a:pt x="13892" y="2068"/>
                  <a:pt x="13923" y="2068"/>
                </a:cubicBezTo>
                <a:lnTo>
                  <a:pt x="13892" y="2068"/>
                </a:lnTo>
                <a:cubicBezTo>
                  <a:pt x="13862" y="2068"/>
                  <a:pt x="13892" y="2099"/>
                  <a:pt x="13892" y="2068"/>
                </a:cubicBezTo>
                <a:lnTo>
                  <a:pt x="13831" y="2099"/>
                </a:lnTo>
                <a:lnTo>
                  <a:pt x="13862" y="2099"/>
                </a:lnTo>
                <a:lnTo>
                  <a:pt x="13799" y="2130"/>
                </a:lnTo>
                <a:lnTo>
                  <a:pt x="13831" y="2130"/>
                </a:lnTo>
                <a:lnTo>
                  <a:pt x="13831" y="2130"/>
                </a:lnTo>
                <a:cubicBezTo>
                  <a:pt x="13831" y="2130"/>
                  <a:pt x="13799" y="2130"/>
                  <a:pt x="13799" y="2161"/>
                </a:cubicBezTo>
                <a:lnTo>
                  <a:pt x="13831" y="2161"/>
                </a:lnTo>
                <a:lnTo>
                  <a:pt x="13799" y="2161"/>
                </a:lnTo>
                <a:lnTo>
                  <a:pt x="13799" y="2161"/>
                </a:lnTo>
                <a:cubicBezTo>
                  <a:pt x="13799" y="2161"/>
                  <a:pt x="13799" y="2161"/>
                  <a:pt x="13799" y="2130"/>
                </a:cubicBezTo>
                <a:lnTo>
                  <a:pt x="13769" y="2161"/>
                </a:lnTo>
                <a:cubicBezTo>
                  <a:pt x="13769" y="2130"/>
                  <a:pt x="13769" y="2161"/>
                  <a:pt x="13769" y="2192"/>
                </a:cubicBezTo>
                <a:lnTo>
                  <a:pt x="13769" y="2192"/>
                </a:lnTo>
                <a:cubicBezTo>
                  <a:pt x="13769" y="2192"/>
                  <a:pt x="13769" y="2192"/>
                  <a:pt x="13769" y="2161"/>
                </a:cubicBezTo>
                <a:cubicBezTo>
                  <a:pt x="13769" y="2192"/>
                  <a:pt x="13769" y="2192"/>
                  <a:pt x="13769" y="2192"/>
                </a:cubicBezTo>
                <a:lnTo>
                  <a:pt x="13769" y="2192"/>
                </a:lnTo>
                <a:cubicBezTo>
                  <a:pt x="13769" y="2192"/>
                  <a:pt x="13769" y="2192"/>
                  <a:pt x="13799" y="2192"/>
                </a:cubicBezTo>
                <a:lnTo>
                  <a:pt x="13799" y="2161"/>
                </a:lnTo>
                <a:cubicBezTo>
                  <a:pt x="13799" y="2161"/>
                  <a:pt x="13799" y="2161"/>
                  <a:pt x="13769" y="2161"/>
                </a:cubicBezTo>
                <a:lnTo>
                  <a:pt x="13799" y="2161"/>
                </a:lnTo>
                <a:lnTo>
                  <a:pt x="13799" y="2192"/>
                </a:lnTo>
                <a:cubicBezTo>
                  <a:pt x="13799" y="2192"/>
                  <a:pt x="13799" y="2192"/>
                  <a:pt x="13831" y="2192"/>
                </a:cubicBezTo>
                <a:cubicBezTo>
                  <a:pt x="13799" y="2161"/>
                  <a:pt x="13799" y="2161"/>
                  <a:pt x="13799" y="2161"/>
                </a:cubicBezTo>
                <a:lnTo>
                  <a:pt x="13799" y="2161"/>
                </a:lnTo>
                <a:lnTo>
                  <a:pt x="13831" y="2161"/>
                </a:lnTo>
                <a:cubicBezTo>
                  <a:pt x="13831" y="2161"/>
                  <a:pt x="13831" y="2161"/>
                  <a:pt x="13862" y="2161"/>
                </a:cubicBezTo>
                <a:cubicBezTo>
                  <a:pt x="13831" y="2161"/>
                  <a:pt x="13862" y="2161"/>
                  <a:pt x="13862" y="2161"/>
                </a:cubicBezTo>
                <a:cubicBezTo>
                  <a:pt x="13862" y="2161"/>
                  <a:pt x="13862" y="2161"/>
                  <a:pt x="13831" y="2161"/>
                </a:cubicBezTo>
                <a:cubicBezTo>
                  <a:pt x="13862" y="2161"/>
                  <a:pt x="13831" y="2192"/>
                  <a:pt x="13831" y="2192"/>
                </a:cubicBezTo>
                <a:lnTo>
                  <a:pt x="13831" y="2192"/>
                </a:lnTo>
                <a:lnTo>
                  <a:pt x="13831" y="2192"/>
                </a:lnTo>
                <a:lnTo>
                  <a:pt x="13862" y="2192"/>
                </a:lnTo>
                <a:cubicBezTo>
                  <a:pt x="13831" y="2192"/>
                  <a:pt x="13831" y="2192"/>
                  <a:pt x="13831" y="2192"/>
                </a:cubicBezTo>
                <a:lnTo>
                  <a:pt x="13831" y="2192"/>
                </a:lnTo>
                <a:cubicBezTo>
                  <a:pt x="13831" y="2192"/>
                  <a:pt x="13831" y="2192"/>
                  <a:pt x="13799" y="2222"/>
                </a:cubicBezTo>
                <a:lnTo>
                  <a:pt x="13831" y="2222"/>
                </a:lnTo>
                <a:lnTo>
                  <a:pt x="13831" y="2222"/>
                </a:lnTo>
                <a:lnTo>
                  <a:pt x="13831" y="2222"/>
                </a:lnTo>
                <a:lnTo>
                  <a:pt x="13831" y="2222"/>
                </a:lnTo>
                <a:lnTo>
                  <a:pt x="13831" y="2222"/>
                </a:lnTo>
                <a:lnTo>
                  <a:pt x="13799" y="2222"/>
                </a:lnTo>
                <a:lnTo>
                  <a:pt x="13799" y="2222"/>
                </a:lnTo>
                <a:lnTo>
                  <a:pt x="13799" y="2222"/>
                </a:lnTo>
                <a:lnTo>
                  <a:pt x="13799" y="2222"/>
                </a:lnTo>
                <a:cubicBezTo>
                  <a:pt x="13769" y="2254"/>
                  <a:pt x="13831" y="2285"/>
                  <a:pt x="13862" y="2285"/>
                </a:cubicBezTo>
                <a:lnTo>
                  <a:pt x="13862" y="2285"/>
                </a:lnTo>
                <a:lnTo>
                  <a:pt x="13862" y="2315"/>
                </a:lnTo>
                <a:cubicBezTo>
                  <a:pt x="13892" y="2315"/>
                  <a:pt x="13892" y="2315"/>
                  <a:pt x="13923" y="2315"/>
                </a:cubicBezTo>
                <a:cubicBezTo>
                  <a:pt x="13923" y="2315"/>
                  <a:pt x="13923" y="2315"/>
                  <a:pt x="13955" y="2315"/>
                </a:cubicBezTo>
                <a:lnTo>
                  <a:pt x="13955" y="2315"/>
                </a:lnTo>
                <a:lnTo>
                  <a:pt x="13955" y="2315"/>
                </a:lnTo>
                <a:lnTo>
                  <a:pt x="13955" y="2315"/>
                </a:lnTo>
                <a:cubicBezTo>
                  <a:pt x="13985" y="2315"/>
                  <a:pt x="13985" y="2315"/>
                  <a:pt x="13985" y="2315"/>
                </a:cubicBezTo>
                <a:lnTo>
                  <a:pt x="13985" y="2315"/>
                </a:lnTo>
                <a:lnTo>
                  <a:pt x="13985" y="2315"/>
                </a:lnTo>
                <a:cubicBezTo>
                  <a:pt x="14015" y="2315"/>
                  <a:pt x="14015" y="2285"/>
                  <a:pt x="14045" y="2285"/>
                </a:cubicBezTo>
                <a:cubicBezTo>
                  <a:pt x="14045" y="2254"/>
                  <a:pt x="14077" y="2254"/>
                  <a:pt x="14077" y="2254"/>
                </a:cubicBezTo>
                <a:lnTo>
                  <a:pt x="14077" y="2254"/>
                </a:lnTo>
                <a:cubicBezTo>
                  <a:pt x="14108" y="2222"/>
                  <a:pt x="14108" y="2222"/>
                  <a:pt x="14108" y="2222"/>
                </a:cubicBezTo>
                <a:lnTo>
                  <a:pt x="14108" y="2222"/>
                </a:lnTo>
                <a:lnTo>
                  <a:pt x="14108" y="2222"/>
                </a:lnTo>
                <a:lnTo>
                  <a:pt x="14108" y="2192"/>
                </a:lnTo>
                <a:cubicBezTo>
                  <a:pt x="14138" y="2222"/>
                  <a:pt x="14138" y="2222"/>
                  <a:pt x="14138" y="2222"/>
                </a:cubicBezTo>
                <a:cubicBezTo>
                  <a:pt x="14169" y="2222"/>
                  <a:pt x="14169" y="2222"/>
                  <a:pt x="14169" y="2192"/>
                </a:cubicBezTo>
                <a:cubicBezTo>
                  <a:pt x="14169" y="2222"/>
                  <a:pt x="14169" y="2222"/>
                  <a:pt x="14169" y="2222"/>
                </a:cubicBezTo>
                <a:cubicBezTo>
                  <a:pt x="14169" y="2192"/>
                  <a:pt x="14169" y="2192"/>
                  <a:pt x="14169" y="2192"/>
                </a:cubicBezTo>
                <a:cubicBezTo>
                  <a:pt x="14169" y="2192"/>
                  <a:pt x="14169" y="2222"/>
                  <a:pt x="14169" y="2192"/>
                </a:cubicBezTo>
                <a:cubicBezTo>
                  <a:pt x="14169" y="2192"/>
                  <a:pt x="14169" y="2192"/>
                  <a:pt x="14169" y="2161"/>
                </a:cubicBezTo>
                <a:lnTo>
                  <a:pt x="14169" y="2161"/>
                </a:lnTo>
                <a:lnTo>
                  <a:pt x="14169" y="2161"/>
                </a:lnTo>
                <a:cubicBezTo>
                  <a:pt x="14201" y="2161"/>
                  <a:pt x="14169" y="2161"/>
                  <a:pt x="14169" y="2130"/>
                </a:cubicBezTo>
                <a:lnTo>
                  <a:pt x="14169" y="2130"/>
                </a:lnTo>
                <a:lnTo>
                  <a:pt x="14169" y="2130"/>
                </a:lnTo>
                <a:lnTo>
                  <a:pt x="14201" y="2130"/>
                </a:lnTo>
                <a:cubicBezTo>
                  <a:pt x="14201" y="2161"/>
                  <a:pt x="14201" y="2161"/>
                  <a:pt x="14201" y="2161"/>
                </a:cubicBezTo>
                <a:lnTo>
                  <a:pt x="14201" y="2161"/>
                </a:lnTo>
                <a:cubicBezTo>
                  <a:pt x="14201" y="2192"/>
                  <a:pt x="14201" y="2192"/>
                  <a:pt x="14201" y="2192"/>
                </a:cubicBezTo>
                <a:lnTo>
                  <a:pt x="14201" y="2192"/>
                </a:lnTo>
                <a:lnTo>
                  <a:pt x="14231" y="2192"/>
                </a:lnTo>
                <a:lnTo>
                  <a:pt x="14231" y="2222"/>
                </a:lnTo>
                <a:lnTo>
                  <a:pt x="14231" y="2254"/>
                </a:lnTo>
                <a:lnTo>
                  <a:pt x="14231" y="2254"/>
                </a:lnTo>
                <a:cubicBezTo>
                  <a:pt x="14231" y="2285"/>
                  <a:pt x="14231" y="2285"/>
                  <a:pt x="14231" y="2285"/>
                </a:cubicBezTo>
                <a:lnTo>
                  <a:pt x="14262" y="2285"/>
                </a:lnTo>
                <a:cubicBezTo>
                  <a:pt x="14262" y="2285"/>
                  <a:pt x="14262" y="2285"/>
                  <a:pt x="14292" y="2285"/>
                </a:cubicBezTo>
                <a:lnTo>
                  <a:pt x="14292" y="2285"/>
                </a:lnTo>
                <a:cubicBezTo>
                  <a:pt x="14292" y="2315"/>
                  <a:pt x="14292" y="2315"/>
                  <a:pt x="14292" y="2315"/>
                </a:cubicBezTo>
                <a:lnTo>
                  <a:pt x="14292" y="2315"/>
                </a:lnTo>
                <a:cubicBezTo>
                  <a:pt x="14292" y="2315"/>
                  <a:pt x="14262" y="2315"/>
                  <a:pt x="14262" y="2346"/>
                </a:cubicBezTo>
                <a:lnTo>
                  <a:pt x="14262" y="2346"/>
                </a:lnTo>
                <a:lnTo>
                  <a:pt x="14292" y="2346"/>
                </a:lnTo>
                <a:cubicBezTo>
                  <a:pt x="14262" y="2346"/>
                  <a:pt x="14262" y="2346"/>
                  <a:pt x="14262" y="2346"/>
                </a:cubicBezTo>
                <a:lnTo>
                  <a:pt x="14292" y="2346"/>
                </a:lnTo>
                <a:lnTo>
                  <a:pt x="14292" y="2346"/>
                </a:lnTo>
                <a:cubicBezTo>
                  <a:pt x="14262" y="2346"/>
                  <a:pt x="14292" y="2377"/>
                  <a:pt x="14292" y="2377"/>
                </a:cubicBezTo>
                <a:lnTo>
                  <a:pt x="14324" y="2408"/>
                </a:lnTo>
                <a:lnTo>
                  <a:pt x="14355" y="2439"/>
                </a:lnTo>
                <a:cubicBezTo>
                  <a:pt x="14385" y="2469"/>
                  <a:pt x="14355" y="2469"/>
                  <a:pt x="14355" y="2469"/>
                </a:cubicBezTo>
                <a:lnTo>
                  <a:pt x="14355" y="2501"/>
                </a:lnTo>
                <a:lnTo>
                  <a:pt x="14324" y="2501"/>
                </a:lnTo>
                <a:cubicBezTo>
                  <a:pt x="14385" y="2532"/>
                  <a:pt x="14385" y="2562"/>
                  <a:pt x="14385" y="2593"/>
                </a:cubicBezTo>
                <a:lnTo>
                  <a:pt x="14385" y="2593"/>
                </a:lnTo>
                <a:cubicBezTo>
                  <a:pt x="14416" y="2593"/>
                  <a:pt x="14509" y="2593"/>
                  <a:pt x="14478" y="2562"/>
                </a:cubicBezTo>
                <a:cubicBezTo>
                  <a:pt x="14448" y="2532"/>
                  <a:pt x="14509" y="2532"/>
                  <a:pt x="14509" y="2532"/>
                </a:cubicBezTo>
                <a:cubicBezTo>
                  <a:pt x="14539" y="2501"/>
                  <a:pt x="14509" y="2501"/>
                  <a:pt x="14539" y="2501"/>
                </a:cubicBezTo>
                <a:lnTo>
                  <a:pt x="14571" y="2501"/>
                </a:lnTo>
                <a:lnTo>
                  <a:pt x="14602" y="2501"/>
                </a:lnTo>
                <a:lnTo>
                  <a:pt x="14602" y="2501"/>
                </a:lnTo>
                <a:lnTo>
                  <a:pt x="14602" y="2501"/>
                </a:lnTo>
                <a:lnTo>
                  <a:pt x="14602" y="2501"/>
                </a:lnTo>
                <a:lnTo>
                  <a:pt x="14663" y="2439"/>
                </a:lnTo>
                <a:lnTo>
                  <a:pt x="14663" y="2377"/>
                </a:lnTo>
                <a:lnTo>
                  <a:pt x="14663" y="2377"/>
                </a:lnTo>
                <a:cubicBezTo>
                  <a:pt x="14663" y="2346"/>
                  <a:pt x="14663" y="2346"/>
                  <a:pt x="14663" y="2346"/>
                </a:cubicBezTo>
                <a:lnTo>
                  <a:pt x="14663" y="2346"/>
                </a:lnTo>
                <a:lnTo>
                  <a:pt x="14663" y="2346"/>
                </a:lnTo>
                <a:lnTo>
                  <a:pt x="14663" y="2315"/>
                </a:lnTo>
                <a:lnTo>
                  <a:pt x="14663" y="2315"/>
                </a:lnTo>
                <a:lnTo>
                  <a:pt x="14663" y="2315"/>
                </a:lnTo>
                <a:lnTo>
                  <a:pt x="14663" y="2315"/>
                </a:lnTo>
                <a:lnTo>
                  <a:pt x="14663" y="2315"/>
                </a:lnTo>
                <a:cubicBezTo>
                  <a:pt x="14663" y="2315"/>
                  <a:pt x="14694" y="2285"/>
                  <a:pt x="14694" y="2315"/>
                </a:cubicBezTo>
                <a:cubicBezTo>
                  <a:pt x="14663" y="2285"/>
                  <a:pt x="14663" y="2285"/>
                  <a:pt x="14663" y="2285"/>
                </a:cubicBezTo>
                <a:lnTo>
                  <a:pt x="14663" y="2285"/>
                </a:lnTo>
                <a:lnTo>
                  <a:pt x="14663" y="2285"/>
                </a:lnTo>
                <a:lnTo>
                  <a:pt x="14663" y="2285"/>
                </a:lnTo>
                <a:lnTo>
                  <a:pt x="14663" y="2285"/>
                </a:lnTo>
                <a:cubicBezTo>
                  <a:pt x="14663" y="2285"/>
                  <a:pt x="14694" y="2254"/>
                  <a:pt x="14663" y="2254"/>
                </a:cubicBezTo>
                <a:lnTo>
                  <a:pt x="14694" y="2254"/>
                </a:lnTo>
                <a:lnTo>
                  <a:pt x="14694" y="2254"/>
                </a:lnTo>
                <a:lnTo>
                  <a:pt x="14725" y="2254"/>
                </a:lnTo>
                <a:lnTo>
                  <a:pt x="14725" y="2254"/>
                </a:lnTo>
                <a:lnTo>
                  <a:pt x="14725" y="2254"/>
                </a:lnTo>
                <a:lnTo>
                  <a:pt x="14725" y="2254"/>
                </a:lnTo>
                <a:cubicBezTo>
                  <a:pt x="14725" y="2222"/>
                  <a:pt x="14725" y="2222"/>
                  <a:pt x="14725" y="2222"/>
                </a:cubicBezTo>
                <a:lnTo>
                  <a:pt x="14725" y="2222"/>
                </a:lnTo>
                <a:cubicBezTo>
                  <a:pt x="14756" y="2222"/>
                  <a:pt x="14756" y="2192"/>
                  <a:pt x="14725" y="2222"/>
                </a:cubicBezTo>
                <a:cubicBezTo>
                  <a:pt x="14725" y="2222"/>
                  <a:pt x="14756" y="2222"/>
                  <a:pt x="14725" y="2192"/>
                </a:cubicBezTo>
                <a:cubicBezTo>
                  <a:pt x="14725" y="2192"/>
                  <a:pt x="14756" y="2192"/>
                  <a:pt x="14756" y="2222"/>
                </a:cubicBezTo>
                <a:lnTo>
                  <a:pt x="14756" y="2222"/>
                </a:lnTo>
                <a:lnTo>
                  <a:pt x="14756" y="2222"/>
                </a:lnTo>
                <a:lnTo>
                  <a:pt x="14786" y="2222"/>
                </a:lnTo>
                <a:cubicBezTo>
                  <a:pt x="14818" y="2222"/>
                  <a:pt x="14818" y="2192"/>
                  <a:pt x="14818" y="2192"/>
                </a:cubicBezTo>
                <a:lnTo>
                  <a:pt x="14818" y="2192"/>
                </a:lnTo>
                <a:lnTo>
                  <a:pt x="14786" y="2192"/>
                </a:lnTo>
                <a:lnTo>
                  <a:pt x="14786" y="2192"/>
                </a:lnTo>
                <a:lnTo>
                  <a:pt x="14818" y="2161"/>
                </a:lnTo>
                <a:cubicBezTo>
                  <a:pt x="14818" y="2161"/>
                  <a:pt x="14849" y="2161"/>
                  <a:pt x="14849" y="2130"/>
                </a:cubicBezTo>
                <a:cubicBezTo>
                  <a:pt x="14849" y="2130"/>
                  <a:pt x="14849" y="2130"/>
                  <a:pt x="14818" y="2099"/>
                </a:cubicBezTo>
                <a:cubicBezTo>
                  <a:pt x="14818" y="2099"/>
                  <a:pt x="14818" y="2068"/>
                  <a:pt x="14756" y="2068"/>
                </a:cubicBezTo>
                <a:lnTo>
                  <a:pt x="14756" y="2068"/>
                </a:lnTo>
                <a:lnTo>
                  <a:pt x="14756" y="2068"/>
                </a:lnTo>
                <a:lnTo>
                  <a:pt x="14725" y="2068"/>
                </a:lnTo>
                <a:cubicBezTo>
                  <a:pt x="14725" y="2038"/>
                  <a:pt x="14725" y="2038"/>
                  <a:pt x="14725" y="2038"/>
                </a:cubicBezTo>
                <a:cubicBezTo>
                  <a:pt x="14725" y="2038"/>
                  <a:pt x="14694" y="2038"/>
                  <a:pt x="14694" y="2007"/>
                </a:cubicBezTo>
                <a:lnTo>
                  <a:pt x="14694" y="2007"/>
                </a:lnTo>
                <a:cubicBezTo>
                  <a:pt x="14694" y="2007"/>
                  <a:pt x="14694" y="2007"/>
                  <a:pt x="14694" y="1975"/>
                </a:cubicBezTo>
                <a:lnTo>
                  <a:pt x="14694" y="1975"/>
                </a:lnTo>
                <a:lnTo>
                  <a:pt x="14694" y="1975"/>
                </a:lnTo>
                <a:lnTo>
                  <a:pt x="14694" y="1975"/>
                </a:lnTo>
                <a:lnTo>
                  <a:pt x="14694" y="1945"/>
                </a:lnTo>
                <a:lnTo>
                  <a:pt x="14694" y="1945"/>
                </a:lnTo>
                <a:cubicBezTo>
                  <a:pt x="14694" y="1914"/>
                  <a:pt x="14725" y="1914"/>
                  <a:pt x="14725" y="1914"/>
                </a:cubicBezTo>
                <a:cubicBezTo>
                  <a:pt x="14725" y="1914"/>
                  <a:pt x="14725" y="1914"/>
                  <a:pt x="14725" y="1884"/>
                </a:cubicBezTo>
                <a:lnTo>
                  <a:pt x="14725" y="1884"/>
                </a:lnTo>
                <a:lnTo>
                  <a:pt x="14725" y="1884"/>
                </a:lnTo>
                <a:lnTo>
                  <a:pt x="14725" y="1884"/>
                </a:lnTo>
                <a:cubicBezTo>
                  <a:pt x="14725" y="1884"/>
                  <a:pt x="14725" y="1852"/>
                  <a:pt x="14725" y="1821"/>
                </a:cubicBezTo>
                <a:lnTo>
                  <a:pt x="14725" y="1821"/>
                </a:lnTo>
                <a:lnTo>
                  <a:pt x="14725" y="1821"/>
                </a:lnTo>
                <a:lnTo>
                  <a:pt x="14756" y="1821"/>
                </a:lnTo>
                <a:cubicBezTo>
                  <a:pt x="14725" y="1852"/>
                  <a:pt x="14756" y="1852"/>
                  <a:pt x="14756" y="1821"/>
                </a:cubicBezTo>
                <a:lnTo>
                  <a:pt x="14756" y="1821"/>
                </a:lnTo>
                <a:lnTo>
                  <a:pt x="14756" y="1821"/>
                </a:lnTo>
                <a:lnTo>
                  <a:pt x="14756" y="1821"/>
                </a:lnTo>
                <a:cubicBezTo>
                  <a:pt x="14786" y="1821"/>
                  <a:pt x="14786" y="1821"/>
                  <a:pt x="14786" y="1821"/>
                </a:cubicBezTo>
                <a:lnTo>
                  <a:pt x="14786" y="1821"/>
                </a:lnTo>
                <a:cubicBezTo>
                  <a:pt x="14818" y="1821"/>
                  <a:pt x="14818" y="1791"/>
                  <a:pt x="14849" y="1791"/>
                </a:cubicBezTo>
                <a:cubicBezTo>
                  <a:pt x="14849" y="1791"/>
                  <a:pt x="14879" y="1760"/>
                  <a:pt x="14910" y="1760"/>
                </a:cubicBezTo>
                <a:lnTo>
                  <a:pt x="14941" y="1728"/>
                </a:lnTo>
                <a:cubicBezTo>
                  <a:pt x="14972" y="1698"/>
                  <a:pt x="15003" y="1698"/>
                  <a:pt x="15003" y="1667"/>
                </a:cubicBezTo>
                <a:lnTo>
                  <a:pt x="15003" y="1667"/>
                </a:lnTo>
                <a:lnTo>
                  <a:pt x="15003" y="1667"/>
                </a:lnTo>
                <a:lnTo>
                  <a:pt x="15003" y="1667"/>
                </a:lnTo>
                <a:cubicBezTo>
                  <a:pt x="14972" y="1667"/>
                  <a:pt x="14972" y="1667"/>
                  <a:pt x="14972" y="1667"/>
                </a:cubicBezTo>
                <a:cubicBezTo>
                  <a:pt x="14972" y="1637"/>
                  <a:pt x="14972" y="1637"/>
                  <a:pt x="14972" y="1637"/>
                </a:cubicBezTo>
                <a:lnTo>
                  <a:pt x="14972" y="1637"/>
                </a:lnTo>
                <a:lnTo>
                  <a:pt x="14972" y="1637"/>
                </a:lnTo>
                <a:lnTo>
                  <a:pt x="15003" y="1605"/>
                </a:lnTo>
                <a:cubicBezTo>
                  <a:pt x="15003" y="1605"/>
                  <a:pt x="15003" y="1605"/>
                  <a:pt x="14972" y="1574"/>
                </a:cubicBezTo>
                <a:cubicBezTo>
                  <a:pt x="15003" y="1574"/>
                  <a:pt x="14972" y="1574"/>
                  <a:pt x="15003" y="1574"/>
                </a:cubicBezTo>
                <a:lnTo>
                  <a:pt x="15003" y="1574"/>
                </a:lnTo>
                <a:cubicBezTo>
                  <a:pt x="15003" y="1574"/>
                  <a:pt x="15033" y="1574"/>
                  <a:pt x="15003" y="1574"/>
                </a:cubicBezTo>
                <a:lnTo>
                  <a:pt x="15003" y="1574"/>
                </a:lnTo>
                <a:cubicBezTo>
                  <a:pt x="15033" y="1574"/>
                  <a:pt x="15033" y="1574"/>
                  <a:pt x="15033" y="1574"/>
                </a:cubicBezTo>
                <a:lnTo>
                  <a:pt x="15033" y="1574"/>
                </a:lnTo>
                <a:lnTo>
                  <a:pt x="15065" y="1574"/>
                </a:lnTo>
                <a:lnTo>
                  <a:pt x="15033" y="1544"/>
                </a:lnTo>
                <a:cubicBezTo>
                  <a:pt x="15033" y="1574"/>
                  <a:pt x="15033" y="1574"/>
                  <a:pt x="15033" y="1544"/>
                </a:cubicBezTo>
                <a:lnTo>
                  <a:pt x="15033" y="1544"/>
                </a:lnTo>
                <a:cubicBezTo>
                  <a:pt x="15065" y="1544"/>
                  <a:pt x="15065" y="1544"/>
                  <a:pt x="15065" y="1544"/>
                </a:cubicBezTo>
                <a:lnTo>
                  <a:pt x="15065" y="1544"/>
                </a:lnTo>
                <a:cubicBezTo>
                  <a:pt x="15096" y="1544"/>
                  <a:pt x="15096" y="1544"/>
                  <a:pt x="15126" y="1544"/>
                </a:cubicBezTo>
                <a:cubicBezTo>
                  <a:pt x="15096" y="1544"/>
                  <a:pt x="15126" y="1544"/>
                  <a:pt x="15126" y="1544"/>
                </a:cubicBezTo>
                <a:lnTo>
                  <a:pt x="15096" y="1544"/>
                </a:lnTo>
                <a:cubicBezTo>
                  <a:pt x="15126" y="1544"/>
                  <a:pt x="15126" y="1544"/>
                  <a:pt x="15126" y="1544"/>
                </a:cubicBezTo>
                <a:lnTo>
                  <a:pt x="15126" y="1544"/>
                </a:lnTo>
                <a:lnTo>
                  <a:pt x="15188" y="1544"/>
                </a:lnTo>
                <a:lnTo>
                  <a:pt x="15188" y="1544"/>
                </a:lnTo>
                <a:lnTo>
                  <a:pt x="15250" y="1574"/>
                </a:lnTo>
                <a:lnTo>
                  <a:pt x="15250" y="1574"/>
                </a:lnTo>
                <a:cubicBezTo>
                  <a:pt x="15250" y="1574"/>
                  <a:pt x="15250" y="1574"/>
                  <a:pt x="15250" y="1605"/>
                </a:cubicBezTo>
                <a:lnTo>
                  <a:pt x="15280" y="1605"/>
                </a:lnTo>
                <a:cubicBezTo>
                  <a:pt x="15280" y="1605"/>
                  <a:pt x="15280" y="1605"/>
                  <a:pt x="15250" y="1605"/>
                </a:cubicBezTo>
                <a:lnTo>
                  <a:pt x="15250" y="1637"/>
                </a:lnTo>
                <a:cubicBezTo>
                  <a:pt x="15219" y="1637"/>
                  <a:pt x="15219" y="1637"/>
                  <a:pt x="15219" y="1667"/>
                </a:cubicBezTo>
                <a:cubicBezTo>
                  <a:pt x="15188" y="1667"/>
                  <a:pt x="15188" y="1698"/>
                  <a:pt x="15157" y="1698"/>
                </a:cubicBezTo>
                <a:cubicBezTo>
                  <a:pt x="15126" y="1728"/>
                  <a:pt x="15096" y="1728"/>
                  <a:pt x="15096" y="1728"/>
                </a:cubicBezTo>
                <a:cubicBezTo>
                  <a:pt x="15065" y="1728"/>
                  <a:pt x="15065" y="1760"/>
                  <a:pt x="15033" y="1760"/>
                </a:cubicBezTo>
                <a:cubicBezTo>
                  <a:pt x="15033" y="1791"/>
                  <a:pt x="14972" y="1821"/>
                  <a:pt x="14972" y="1852"/>
                </a:cubicBezTo>
                <a:cubicBezTo>
                  <a:pt x="14972" y="1852"/>
                  <a:pt x="14972" y="1852"/>
                  <a:pt x="15003" y="1884"/>
                </a:cubicBezTo>
                <a:lnTo>
                  <a:pt x="15003" y="1914"/>
                </a:lnTo>
                <a:lnTo>
                  <a:pt x="15003" y="1945"/>
                </a:lnTo>
                <a:cubicBezTo>
                  <a:pt x="15033" y="1945"/>
                  <a:pt x="15033" y="1945"/>
                  <a:pt x="15003" y="1975"/>
                </a:cubicBezTo>
                <a:lnTo>
                  <a:pt x="15003" y="2007"/>
                </a:lnTo>
                <a:lnTo>
                  <a:pt x="15003" y="2038"/>
                </a:lnTo>
                <a:cubicBezTo>
                  <a:pt x="15003" y="2038"/>
                  <a:pt x="15003" y="2038"/>
                  <a:pt x="15033" y="2038"/>
                </a:cubicBezTo>
                <a:lnTo>
                  <a:pt x="15033" y="2038"/>
                </a:lnTo>
                <a:lnTo>
                  <a:pt x="15003" y="2038"/>
                </a:lnTo>
                <a:lnTo>
                  <a:pt x="15033" y="2068"/>
                </a:lnTo>
                <a:cubicBezTo>
                  <a:pt x="15033" y="2068"/>
                  <a:pt x="15033" y="2068"/>
                  <a:pt x="15033" y="2038"/>
                </a:cubicBezTo>
                <a:cubicBezTo>
                  <a:pt x="15033" y="2068"/>
                  <a:pt x="15033" y="2068"/>
                  <a:pt x="15065" y="2068"/>
                </a:cubicBezTo>
                <a:lnTo>
                  <a:pt x="15065" y="2068"/>
                </a:lnTo>
                <a:lnTo>
                  <a:pt x="15065" y="2068"/>
                </a:lnTo>
                <a:lnTo>
                  <a:pt x="15065" y="2068"/>
                </a:lnTo>
                <a:cubicBezTo>
                  <a:pt x="15096" y="2068"/>
                  <a:pt x="15126" y="2068"/>
                  <a:pt x="15126" y="2068"/>
                </a:cubicBezTo>
                <a:lnTo>
                  <a:pt x="15096" y="2099"/>
                </a:lnTo>
                <a:lnTo>
                  <a:pt x="15126" y="2099"/>
                </a:lnTo>
                <a:lnTo>
                  <a:pt x="15126" y="2099"/>
                </a:lnTo>
                <a:lnTo>
                  <a:pt x="15126" y="2099"/>
                </a:lnTo>
                <a:lnTo>
                  <a:pt x="15126" y="2099"/>
                </a:lnTo>
                <a:lnTo>
                  <a:pt x="15157" y="2099"/>
                </a:lnTo>
                <a:cubicBezTo>
                  <a:pt x="15157" y="2099"/>
                  <a:pt x="15157" y="2099"/>
                  <a:pt x="15126" y="2099"/>
                </a:cubicBezTo>
                <a:lnTo>
                  <a:pt x="15157" y="2099"/>
                </a:lnTo>
                <a:cubicBezTo>
                  <a:pt x="15157" y="2130"/>
                  <a:pt x="15157" y="2130"/>
                  <a:pt x="15157" y="2130"/>
                </a:cubicBezTo>
                <a:lnTo>
                  <a:pt x="15157" y="2130"/>
                </a:lnTo>
                <a:lnTo>
                  <a:pt x="15157" y="2130"/>
                </a:lnTo>
                <a:lnTo>
                  <a:pt x="15188" y="2130"/>
                </a:lnTo>
                <a:lnTo>
                  <a:pt x="15219" y="2130"/>
                </a:lnTo>
                <a:cubicBezTo>
                  <a:pt x="15219" y="2099"/>
                  <a:pt x="15250" y="2130"/>
                  <a:pt x="15250" y="2130"/>
                </a:cubicBezTo>
                <a:lnTo>
                  <a:pt x="15280" y="2130"/>
                </a:lnTo>
                <a:cubicBezTo>
                  <a:pt x="15280" y="2099"/>
                  <a:pt x="15312" y="2099"/>
                  <a:pt x="15312" y="2099"/>
                </a:cubicBezTo>
                <a:cubicBezTo>
                  <a:pt x="15343" y="2099"/>
                  <a:pt x="15373" y="2099"/>
                  <a:pt x="15373" y="2099"/>
                </a:cubicBezTo>
                <a:lnTo>
                  <a:pt x="15404" y="2068"/>
                </a:lnTo>
                <a:cubicBezTo>
                  <a:pt x="15435" y="2068"/>
                  <a:pt x="15466" y="2068"/>
                  <a:pt x="15497" y="2068"/>
                </a:cubicBezTo>
                <a:lnTo>
                  <a:pt x="15497" y="2068"/>
                </a:lnTo>
                <a:cubicBezTo>
                  <a:pt x="15527" y="2068"/>
                  <a:pt x="15527" y="2068"/>
                  <a:pt x="15527" y="2068"/>
                </a:cubicBezTo>
                <a:cubicBezTo>
                  <a:pt x="15559" y="2068"/>
                  <a:pt x="15559" y="2068"/>
                  <a:pt x="15589" y="2068"/>
                </a:cubicBezTo>
                <a:lnTo>
                  <a:pt x="15620" y="2099"/>
                </a:lnTo>
                <a:cubicBezTo>
                  <a:pt x="15651" y="2099"/>
                  <a:pt x="15682" y="2099"/>
                  <a:pt x="15682" y="2099"/>
                </a:cubicBezTo>
                <a:lnTo>
                  <a:pt x="15713" y="2130"/>
                </a:lnTo>
                <a:cubicBezTo>
                  <a:pt x="15651" y="2130"/>
                  <a:pt x="15651" y="2099"/>
                  <a:pt x="15620" y="2130"/>
                </a:cubicBezTo>
                <a:cubicBezTo>
                  <a:pt x="15589" y="2130"/>
                  <a:pt x="15559" y="2130"/>
                  <a:pt x="15559" y="2130"/>
                </a:cubicBezTo>
                <a:cubicBezTo>
                  <a:pt x="15559" y="2161"/>
                  <a:pt x="15527" y="2161"/>
                  <a:pt x="15559" y="2161"/>
                </a:cubicBezTo>
                <a:cubicBezTo>
                  <a:pt x="15559" y="2161"/>
                  <a:pt x="15559" y="2161"/>
                  <a:pt x="15527" y="2161"/>
                </a:cubicBezTo>
                <a:cubicBezTo>
                  <a:pt x="15527" y="2192"/>
                  <a:pt x="15466" y="2161"/>
                  <a:pt x="15435" y="2161"/>
                </a:cubicBezTo>
                <a:lnTo>
                  <a:pt x="15373" y="2161"/>
                </a:lnTo>
                <a:cubicBezTo>
                  <a:pt x="15343" y="2161"/>
                  <a:pt x="15373" y="2161"/>
                  <a:pt x="15343" y="2161"/>
                </a:cubicBezTo>
                <a:lnTo>
                  <a:pt x="15343" y="2161"/>
                </a:lnTo>
                <a:lnTo>
                  <a:pt x="15280" y="2161"/>
                </a:lnTo>
                <a:cubicBezTo>
                  <a:pt x="15280" y="2161"/>
                  <a:pt x="15312" y="2161"/>
                  <a:pt x="15280" y="2161"/>
                </a:cubicBezTo>
                <a:cubicBezTo>
                  <a:pt x="15280" y="2161"/>
                  <a:pt x="15219" y="2161"/>
                  <a:pt x="15250" y="2192"/>
                </a:cubicBezTo>
                <a:lnTo>
                  <a:pt x="15250" y="2192"/>
                </a:lnTo>
                <a:lnTo>
                  <a:pt x="15188" y="2192"/>
                </a:lnTo>
                <a:lnTo>
                  <a:pt x="15188" y="2222"/>
                </a:lnTo>
                <a:cubicBezTo>
                  <a:pt x="15188" y="2254"/>
                  <a:pt x="15219" y="2254"/>
                  <a:pt x="15219" y="2254"/>
                </a:cubicBezTo>
                <a:lnTo>
                  <a:pt x="15219" y="2254"/>
                </a:lnTo>
                <a:lnTo>
                  <a:pt x="15188" y="2254"/>
                </a:lnTo>
                <a:cubicBezTo>
                  <a:pt x="15219" y="2254"/>
                  <a:pt x="15219" y="2254"/>
                  <a:pt x="15219" y="2285"/>
                </a:cubicBezTo>
                <a:cubicBezTo>
                  <a:pt x="15250" y="2315"/>
                  <a:pt x="15280" y="2254"/>
                  <a:pt x="15280" y="2315"/>
                </a:cubicBezTo>
                <a:cubicBezTo>
                  <a:pt x="15280" y="2315"/>
                  <a:pt x="15280" y="2346"/>
                  <a:pt x="15280" y="2377"/>
                </a:cubicBezTo>
                <a:cubicBezTo>
                  <a:pt x="15280" y="2408"/>
                  <a:pt x="15280" y="2377"/>
                  <a:pt x="15250" y="2408"/>
                </a:cubicBezTo>
                <a:cubicBezTo>
                  <a:pt x="15219" y="2439"/>
                  <a:pt x="15188" y="2377"/>
                  <a:pt x="15157" y="2346"/>
                </a:cubicBezTo>
                <a:lnTo>
                  <a:pt x="15126" y="2346"/>
                </a:lnTo>
                <a:cubicBezTo>
                  <a:pt x="15096" y="2346"/>
                  <a:pt x="15096" y="2346"/>
                  <a:pt x="15065" y="2346"/>
                </a:cubicBezTo>
                <a:cubicBezTo>
                  <a:pt x="15033" y="2377"/>
                  <a:pt x="15065" y="2408"/>
                  <a:pt x="15033" y="2408"/>
                </a:cubicBezTo>
                <a:cubicBezTo>
                  <a:pt x="15033" y="2408"/>
                  <a:pt x="15003" y="2439"/>
                  <a:pt x="15033" y="2469"/>
                </a:cubicBezTo>
                <a:cubicBezTo>
                  <a:pt x="15033" y="2469"/>
                  <a:pt x="15003" y="2501"/>
                  <a:pt x="15033" y="2501"/>
                </a:cubicBezTo>
                <a:cubicBezTo>
                  <a:pt x="15033" y="2532"/>
                  <a:pt x="15033" y="2532"/>
                  <a:pt x="15033" y="2562"/>
                </a:cubicBezTo>
                <a:lnTo>
                  <a:pt x="15033" y="2562"/>
                </a:lnTo>
                <a:lnTo>
                  <a:pt x="15065" y="2593"/>
                </a:lnTo>
                <a:lnTo>
                  <a:pt x="15033" y="2624"/>
                </a:lnTo>
                <a:lnTo>
                  <a:pt x="15003" y="2624"/>
                </a:lnTo>
                <a:cubicBezTo>
                  <a:pt x="15003" y="2624"/>
                  <a:pt x="14972" y="2624"/>
                  <a:pt x="14941" y="2624"/>
                </a:cubicBezTo>
                <a:lnTo>
                  <a:pt x="14941" y="2655"/>
                </a:lnTo>
                <a:lnTo>
                  <a:pt x="14941" y="2655"/>
                </a:lnTo>
                <a:cubicBezTo>
                  <a:pt x="14941" y="2686"/>
                  <a:pt x="14910" y="2686"/>
                  <a:pt x="14910" y="2686"/>
                </a:cubicBezTo>
                <a:lnTo>
                  <a:pt x="14910" y="2686"/>
                </a:lnTo>
                <a:cubicBezTo>
                  <a:pt x="14879" y="2686"/>
                  <a:pt x="14849" y="2716"/>
                  <a:pt x="14849" y="2686"/>
                </a:cubicBezTo>
                <a:lnTo>
                  <a:pt x="14818" y="2655"/>
                </a:lnTo>
                <a:cubicBezTo>
                  <a:pt x="14756" y="2624"/>
                  <a:pt x="14663" y="2655"/>
                  <a:pt x="14663" y="2686"/>
                </a:cubicBezTo>
                <a:cubicBezTo>
                  <a:pt x="14663" y="2686"/>
                  <a:pt x="14571" y="2716"/>
                  <a:pt x="14509" y="2748"/>
                </a:cubicBezTo>
                <a:cubicBezTo>
                  <a:pt x="14509" y="2716"/>
                  <a:pt x="14478" y="2716"/>
                  <a:pt x="14478" y="2716"/>
                </a:cubicBezTo>
                <a:cubicBezTo>
                  <a:pt x="14478" y="2716"/>
                  <a:pt x="14478" y="2716"/>
                  <a:pt x="14448" y="2716"/>
                </a:cubicBezTo>
                <a:lnTo>
                  <a:pt x="14448" y="2716"/>
                </a:lnTo>
                <a:cubicBezTo>
                  <a:pt x="14416" y="2716"/>
                  <a:pt x="14385" y="2686"/>
                  <a:pt x="14385" y="2716"/>
                </a:cubicBezTo>
                <a:cubicBezTo>
                  <a:pt x="14385" y="2686"/>
                  <a:pt x="14385" y="2686"/>
                  <a:pt x="14385" y="2686"/>
                </a:cubicBezTo>
                <a:lnTo>
                  <a:pt x="14355" y="2686"/>
                </a:lnTo>
                <a:lnTo>
                  <a:pt x="14355" y="2686"/>
                </a:lnTo>
                <a:cubicBezTo>
                  <a:pt x="14324" y="2686"/>
                  <a:pt x="14324" y="2686"/>
                  <a:pt x="14324" y="2716"/>
                </a:cubicBezTo>
                <a:cubicBezTo>
                  <a:pt x="14292" y="2716"/>
                  <a:pt x="14231" y="2716"/>
                  <a:pt x="14231" y="2716"/>
                </a:cubicBezTo>
                <a:lnTo>
                  <a:pt x="14201" y="2716"/>
                </a:lnTo>
                <a:cubicBezTo>
                  <a:pt x="14201" y="2716"/>
                  <a:pt x="14231" y="2716"/>
                  <a:pt x="14231" y="2686"/>
                </a:cubicBezTo>
                <a:cubicBezTo>
                  <a:pt x="14231" y="2686"/>
                  <a:pt x="14169" y="2686"/>
                  <a:pt x="14138" y="2686"/>
                </a:cubicBezTo>
                <a:lnTo>
                  <a:pt x="14138" y="2686"/>
                </a:lnTo>
                <a:lnTo>
                  <a:pt x="14108" y="2686"/>
                </a:lnTo>
                <a:cubicBezTo>
                  <a:pt x="14108" y="2686"/>
                  <a:pt x="14169" y="2655"/>
                  <a:pt x="14108" y="2655"/>
                </a:cubicBezTo>
                <a:cubicBezTo>
                  <a:pt x="14108" y="2624"/>
                  <a:pt x="14108" y="2624"/>
                  <a:pt x="14108" y="2624"/>
                </a:cubicBezTo>
                <a:lnTo>
                  <a:pt x="14108" y="2624"/>
                </a:lnTo>
                <a:lnTo>
                  <a:pt x="14108" y="2624"/>
                </a:lnTo>
                <a:cubicBezTo>
                  <a:pt x="14108" y="2624"/>
                  <a:pt x="14108" y="2624"/>
                  <a:pt x="14077" y="2624"/>
                </a:cubicBezTo>
                <a:cubicBezTo>
                  <a:pt x="14108" y="2624"/>
                  <a:pt x="14108" y="2624"/>
                  <a:pt x="14108" y="2593"/>
                </a:cubicBezTo>
                <a:lnTo>
                  <a:pt x="14108" y="2593"/>
                </a:lnTo>
                <a:lnTo>
                  <a:pt x="14108" y="2593"/>
                </a:lnTo>
                <a:cubicBezTo>
                  <a:pt x="14108" y="2562"/>
                  <a:pt x="14108" y="2562"/>
                  <a:pt x="14108" y="2562"/>
                </a:cubicBezTo>
                <a:lnTo>
                  <a:pt x="14108" y="2562"/>
                </a:lnTo>
                <a:cubicBezTo>
                  <a:pt x="14108" y="2562"/>
                  <a:pt x="14138" y="2562"/>
                  <a:pt x="14138" y="2532"/>
                </a:cubicBezTo>
                <a:lnTo>
                  <a:pt x="14138" y="2532"/>
                </a:lnTo>
                <a:cubicBezTo>
                  <a:pt x="14169" y="2532"/>
                  <a:pt x="14169" y="2532"/>
                  <a:pt x="14169" y="2532"/>
                </a:cubicBezTo>
                <a:cubicBezTo>
                  <a:pt x="14169" y="2532"/>
                  <a:pt x="14169" y="2532"/>
                  <a:pt x="14169" y="2501"/>
                </a:cubicBezTo>
                <a:lnTo>
                  <a:pt x="14169" y="2501"/>
                </a:lnTo>
                <a:lnTo>
                  <a:pt x="14169" y="2501"/>
                </a:lnTo>
                <a:lnTo>
                  <a:pt x="14169" y="2501"/>
                </a:lnTo>
                <a:lnTo>
                  <a:pt x="14169" y="2501"/>
                </a:lnTo>
                <a:lnTo>
                  <a:pt x="14169" y="2501"/>
                </a:lnTo>
                <a:lnTo>
                  <a:pt x="14169" y="2501"/>
                </a:lnTo>
                <a:lnTo>
                  <a:pt x="14169" y="2501"/>
                </a:lnTo>
                <a:lnTo>
                  <a:pt x="14169" y="2501"/>
                </a:lnTo>
                <a:lnTo>
                  <a:pt x="14169" y="2501"/>
                </a:lnTo>
                <a:lnTo>
                  <a:pt x="14169" y="2501"/>
                </a:lnTo>
                <a:cubicBezTo>
                  <a:pt x="14169" y="2501"/>
                  <a:pt x="14169" y="2501"/>
                  <a:pt x="14201" y="2501"/>
                </a:cubicBezTo>
                <a:lnTo>
                  <a:pt x="14201" y="2501"/>
                </a:lnTo>
                <a:cubicBezTo>
                  <a:pt x="14201" y="2501"/>
                  <a:pt x="14201" y="2501"/>
                  <a:pt x="14201" y="2469"/>
                </a:cubicBezTo>
                <a:lnTo>
                  <a:pt x="14201" y="2469"/>
                </a:lnTo>
                <a:lnTo>
                  <a:pt x="14201" y="2469"/>
                </a:lnTo>
                <a:lnTo>
                  <a:pt x="14201" y="2469"/>
                </a:lnTo>
                <a:cubicBezTo>
                  <a:pt x="14169" y="2469"/>
                  <a:pt x="14169" y="2469"/>
                  <a:pt x="14169" y="2469"/>
                </a:cubicBezTo>
                <a:lnTo>
                  <a:pt x="14169" y="2469"/>
                </a:lnTo>
                <a:lnTo>
                  <a:pt x="14169" y="2469"/>
                </a:lnTo>
                <a:lnTo>
                  <a:pt x="14169" y="2469"/>
                </a:lnTo>
                <a:cubicBezTo>
                  <a:pt x="14169" y="2439"/>
                  <a:pt x="14169" y="2439"/>
                  <a:pt x="14169" y="2439"/>
                </a:cubicBezTo>
                <a:lnTo>
                  <a:pt x="14169" y="2439"/>
                </a:lnTo>
                <a:lnTo>
                  <a:pt x="14169" y="2408"/>
                </a:lnTo>
                <a:lnTo>
                  <a:pt x="14169" y="2408"/>
                </a:lnTo>
                <a:lnTo>
                  <a:pt x="14169" y="2408"/>
                </a:lnTo>
                <a:lnTo>
                  <a:pt x="14169" y="2408"/>
                </a:lnTo>
                <a:cubicBezTo>
                  <a:pt x="14169" y="2408"/>
                  <a:pt x="14169" y="2408"/>
                  <a:pt x="14169" y="2377"/>
                </a:cubicBezTo>
                <a:lnTo>
                  <a:pt x="14169" y="2377"/>
                </a:lnTo>
                <a:lnTo>
                  <a:pt x="14169" y="2377"/>
                </a:lnTo>
                <a:cubicBezTo>
                  <a:pt x="14169" y="2346"/>
                  <a:pt x="14169" y="2346"/>
                  <a:pt x="14201" y="2346"/>
                </a:cubicBezTo>
                <a:cubicBezTo>
                  <a:pt x="14169" y="2346"/>
                  <a:pt x="14169" y="2346"/>
                  <a:pt x="14169" y="2346"/>
                </a:cubicBezTo>
                <a:cubicBezTo>
                  <a:pt x="14138" y="2346"/>
                  <a:pt x="14138" y="2346"/>
                  <a:pt x="14138" y="2377"/>
                </a:cubicBezTo>
                <a:cubicBezTo>
                  <a:pt x="14108" y="2377"/>
                  <a:pt x="14108" y="2377"/>
                  <a:pt x="14108" y="2377"/>
                </a:cubicBezTo>
                <a:cubicBezTo>
                  <a:pt x="14108" y="2408"/>
                  <a:pt x="14077" y="2408"/>
                  <a:pt x="14077" y="2408"/>
                </a:cubicBezTo>
                <a:lnTo>
                  <a:pt x="14045" y="2408"/>
                </a:lnTo>
                <a:lnTo>
                  <a:pt x="14045" y="2408"/>
                </a:lnTo>
                <a:cubicBezTo>
                  <a:pt x="14015" y="2408"/>
                  <a:pt x="14015" y="2408"/>
                  <a:pt x="14015" y="2408"/>
                </a:cubicBezTo>
                <a:cubicBezTo>
                  <a:pt x="14015" y="2439"/>
                  <a:pt x="13985" y="2439"/>
                  <a:pt x="13985" y="2439"/>
                </a:cubicBezTo>
                <a:lnTo>
                  <a:pt x="13985" y="2439"/>
                </a:lnTo>
                <a:lnTo>
                  <a:pt x="13985" y="2439"/>
                </a:lnTo>
                <a:lnTo>
                  <a:pt x="13985" y="2439"/>
                </a:lnTo>
                <a:cubicBezTo>
                  <a:pt x="13923" y="2532"/>
                  <a:pt x="14015" y="2593"/>
                  <a:pt x="14015" y="2593"/>
                </a:cubicBezTo>
                <a:lnTo>
                  <a:pt x="14015" y="2593"/>
                </a:lnTo>
                <a:lnTo>
                  <a:pt x="14015" y="2593"/>
                </a:lnTo>
                <a:lnTo>
                  <a:pt x="14015" y="2593"/>
                </a:lnTo>
                <a:lnTo>
                  <a:pt x="14015" y="2593"/>
                </a:lnTo>
                <a:lnTo>
                  <a:pt x="14015" y="2624"/>
                </a:lnTo>
                <a:lnTo>
                  <a:pt x="14015" y="2624"/>
                </a:lnTo>
                <a:lnTo>
                  <a:pt x="14015" y="2686"/>
                </a:lnTo>
                <a:cubicBezTo>
                  <a:pt x="14015" y="2716"/>
                  <a:pt x="14045" y="2716"/>
                  <a:pt x="14045" y="2716"/>
                </a:cubicBezTo>
                <a:lnTo>
                  <a:pt x="14045" y="2716"/>
                </a:lnTo>
                <a:lnTo>
                  <a:pt x="14045" y="2748"/>
                </a:lnTo>
                <a:cubicBezTo>
                  <a:pt x="14015" y="2748"/>
                  <a:pt x="14015" y="2778"/>
                  <a:pt x="14015" y="2809"/>
                </a:cubicBezTo>
                <a:cubicBezTo>
                  <a:pt x="14015" y="2778"/>
                  <a:pt x="13985" y="2748"/>
                  <a:pt x="13985" y="2778"/>
                </a:cubicBezTo>
                <a:lnTo>
                  <a:pt x="13985" y="2778"/>
                </a:lnTo>
                <a:cubicBezTo>
                  <a:pt x="13985" y="2778"/>
                  <a:pt x="13955" y="2716"/>
                  <a:pt x="13892" y="2778"/>
                </a:cubicBezTo>
                <a:cubicBezTo>
                  <a:pt x="13892" y="2778"/>
                  <a:pt x="13923" y="2778"/>
                  <a:pt x="13923" y="2809"/>
                </a:cubicBezTo>
                <a:lnTo>
                  <a:pt x="13892" y="2809"/>
                </a:lnTo>
                <a:cubicBezTo>
                  <a:pt x="13892" y="2809"/>
                  <a:pt x="13892" y="2809"/>
                  <a:pt x="13862" y="2778"/>
                </a:cubicBezTo>
                <a:lnTo>
                  <a:pt x="13831" y="2778"/>
                </a:lnTo>
                <a:cubicBezTo>
                  <a:pt x="13799" y="2778"/>
                  <a:pt x="13738" y="2840"/>
                  <a:pt x="13738" y="2840"/>
                </a:cubicBezTo>
                <a:lnTo>
                  <a:pt x="13769" y="2840"/>
                </a:lnTo>
                <a:cubicBezTo>
                  <a:pt x="13769" y="2840"/>
                  <a:pt x="13769" y="2871"/>
                  <a:pt x="13799" y="2871"/>
                </a:cubicBezTo>
                <a:cubicBezTo>
                  <a:pt x="13799" y="2871"/>
                  <a:pt x="13799" y="2902"/>
                  <a:pt x="13769" y="2902"/>
                </a:cubicBezTo>
                <a:cubicBezTo>
                  <a:pt x="13769" y="2902"/>
                  <a:pt x="13738" y="2902"/>
                  <a:pt x="13708" y="2902"/>
                </a:cubicBezTo>
                <a:cubicBezTo>
                  <a:pt x="13738" y="2902"/>
                  <a:pt x="13738" y="2902"/>
                  <a:pt x="13738" y="2871"/>
                </a:cubicBezTo>
                <a:lnTo>
                  <a:pt x="13738" y="2871"/>
                </a:lnTo>
                <a:cubicBezTo>
                  <a:pt x="13738" y="2871"/>
                  <a:pt x="13708" y="2840"/>
                  <a:pt x="13738" y="2840"/>
                </a:cubicBezTo>
                <a:cubicBezTo>
                  <a:pt x="13708" y="2840"/>
                  <a:pt x="13708" y="2840"/>
                  <a:pt x="13708" y="2840"/>
                </a:cubicBezTo>
                <a:cubicBezTo>
                  <a:pt x="13708" y="2840"/>
                  <a:pt x="13645" y="2933"/>
                  <a:pt x="13645" y="2963"/>
                </a:cubicBezTo>
                <a:lnTo>
                  <a:pt x="13645" y="2995"/>
                </a:lnTo>
                <a:cubicBezTo>
                  <a:pt x="13615" y="2995"/>
                  <a:pt x="13615" y="2963"/>
                  <a:pt x="13584" y="2995"/>
                </a:cubicBezTo>
                <a:cubicBezTo>
                  <a:pt x="13584" y="2995"/>
                  <a:pt x="13645" y="2995"/>
                  <a:pt x="13615" y="2995"/>
                </a:cubicBezTo>
                <a:cubicBezTo>
                  <a:pt x="13553" y="2995"/>
                  <a:pt x="13522" y="2995"/>
                  <a:pt x="13522" y="3025"/>
                </a:cubicBezTo>
                <a:lnTo>
                  <a:pt x="13429" y="3056"/>
                </a:lnTo>
                <a:cubicBezTo>
                  <a:pt x="13429" y="3087"/>
                  <a:pt x="13429" y="3118"/>
                  <a:pt x="13429" y="3118"/>
                </a:cubicBezTo>
                <a:cubicBezTo>
                  <a:pt x="13429" y="3149"/>
                  <a:pt x="13275" y="3180"/>
                  <a:pt x="13306" y="3210"/>
                </a:cubicBezTo>
                <a:cubicBezTo>
                  <a:pt x="13306" y="3210"/>
                  <a:pt x="13306" y="3210"/>
                  <a:pt x="13337" y="3210"/>
                </a:cubicBezTo>
                <a:cubicBezTo>
                  <a:pt x="13306" y="3242"/>
                  <a:pt x="13244" y="3210"/>
                  <a:pt x="13214" y="3210"/>
                </a:cubicBezTo>
                <a:cubicBezTo>
                  <a:pt x="13214" y="3210"/>
                  <a:pt x="13182" y="3210"/>
                  <a:pt x="13182" y="3180"/>
                </a:cubicBezTo>
                <a:cubicBezTo>
                  <a:pt x="13151" y="3180"/>
                  <a:pt x="13151" y="3180"/>
                  <a:pt x="13121" y="3180"/>
                </a:cubicBezTo>
                <a:cubicBezTo>
                  <a:pt x="13121" y="3180"/>
                  <a:pt x="13151" y="3242"/>
                  <a:pt x="13151" y="3272"/>
                </a:cubicBezTo>
                <a:cubicBezTo>
                  <a:pt x="13151" y="3303"/>
                  <a:pt x="13121" y="3303"/>
                  <a:pt x="13121" y="3303"/>
                </a:cubicBezTo>
                <a:cubicBezTo>
                  <a:pt x="13121" y="3272"/>
                  <a:pt x="13090" y="3303"/>
                  <a:pt x="13090" y="3303"/>
                </a:cubicBezTo>
                <a:lnTo>
                  <a:pt x="13090" y="3303"/>
                </a:lnTo>
                <a:cubicBezTo>
                  <a:pt x="13059" y="3303"/>
                  <a:pt x="13059" y="3303"/>
                  <a:pt x="13059" y="3272"/>
                </a:cubicBezTo>
                <a:cubicBezTo>
                  <a:pt x="13028" y="3272"/>
                  <a:pt x="13028" y="3272"/>
                  <a:pt x="13028" y="3272"/>
                </a:cubicBezTo>
                <a:lnTo>
                  <a:pt x="12967" y="3272"/>
                </a:lnTo>
                <a:cubicBezTo>
                  <a:pt x="12935" y="3303"/>
                  <a:pt x="12935" y="3303"/>
                  <a:pt x="12935" y="3303"/>
                </a:cubicBezTo>
                <a:cubicBezTo>
                  <a:pt x="12904" y="3272"/>
                  <a:pt x="12874" y="3303"/>
                  <a:pt x="12874" y="3334"/>
                </a:cubicBezTo>
                <a:lnTo>
                  <a:pt x="12874" y="3334"/>
                </a:lnTo>
                <a:cubicBezTo>
                  <a:pt x="12843" y="3334"/>
                  <a:pt x="12874" y="3365"/>
                  <a:pt x="12874" y="3365"/>
                </a:cubicBezTo>
                <a:cubicBezTo>
                  <a:pt x="12843" y="3396"/>
                  <a:pt x="12874" y="3396"/>
                  <a:pt x="12904" y="3396"/>
                </a:cubicBezTo>
                <a:cubicBezTo>
                  <a:pt x="12967" y="3396"/>
                  <a:pt x="12967" y="3396"/>
                  <a:pt x="12997" y="3426"/>
                </a:cubicBezTo>
                <a:cubicBezTo>
                  <a:pt x="13028" y="3457"/>
                  <a:pt x="13059" y="3457"/>
                  <a:pt x="13090" y="3457"/>
                </a:cubicBezTo>
                <a:lnTo>
                  <a:pt x="13090" y="3489"/>
                </a:lnTo>
                <a:lnTo>
                  <a:pt x="13090" y="3489"/>
                </a:lnTo>
                <a:lnTo>
                  <a:pt x="13121" y="3519"/>
                </a:lnTo>
                <a:lnTo>
                  <a:pt x="13182" y="3550"/>
                </a:lnTo>
                <a:cubicBezTo>
                  <a:pt x="13182" y="3550"/>
                  <a:pt x="13214" y="3612"/>
                  <a:pt x="13151" y="3612"/>
                </a:cubicBezTo>
                <a:lnTo>
                  <a:pt x="13151" y="3612"/>
                </a:lnTo>
                <a:cubicBezTo>
                  <a:pt x="13151" y="3612"/>
                  <a:pt x="13182" y="3612"/>
                  <a:pt x="13182" y="3643"/>
                </a:cubicBezTo>
                <a:lnTo>
                  <a:pt x="13151" y="3736"/>
                </a:lnTo>
                <a:cubicBezTo>
                  <a:pt x="13151" y="3766"/>
                  <a:pt x="13121" y="3797"/>
                  <a:pt x="13121" y="3828"/>
                </a:cubicBezTo>
                <a:cubicBezTo>
                  <a:pt x="13121" y="3859"/>
                  <a:pt x="13121" y="3859"/>
                  <a:pt x="13090" y="3859"/>
                </a:cubicBezTo>
                <a:cubicBezTo>
                  <a:pt x="13059" y="3859"/>
                  <a:pt x="12874" y="3859"/>
                  <a:pt x="12812" y="3859"/>
                </a:cubicBezTo>
                <a:cubicBezTo>
                  <a:pt x="12750" y="3828"/>
                  <a:pt x="12688" y="3828"/>
                  <a:pt x="12658" y="3828"/>
                </a:cubicBezTo>
                <a:cubicBezTo>
                  <a:pt x="12627" y="3828"/>
                  <a:pt x="12627" y="3828"/>
                  <a:pt x="12596" y="3828"/>
                </a:cubicBezTo>
                <a:cubicBezTo>
                  <a:pt x="12596" y="3828"/>
                  <a:pt x="12596" y="3828"/>
                  <a:pt x="12565" y="3828"/>
                </a:cubicBezTo>
                <a:cubicBezTo>
                  <a:pt x="12565" y="3828"/>
                  <a:pt x="12565" y="3828"/>
                  <a:pt x="12534" y="3828"/>
                </a:cubicBezTo>
                <a:cubicBezTo>
                  <a:pt x="12534" y="3828"/>
                  <a:pt x="12534" y="3828"/>
                  <a:pt x="12503" y="3828"/>
                </a:cubicBezTo>
                <a:cubicBezTo>
                  <a:pt x="12503" y="3859"/>
                  <a:pt x="12473" y="3859"/>
                  <a:pt x="12473" y="3859"/>
                </a:cubicBezTo>
                <a:cubicBezTo>
                  <a:pt x="12441" y="3859"/>
                  <a:pt x="12441" y="3890"/>
                  <a:pt x="12441" y="3890"/>
                </a:cubicBezTo>
                <a:lnTo>
                  <a:pt x="12441" y="3890"/>
                </a:lnTo>
                <a:cubicBezTo>
                  <a:pt x="12441" y="3890"/>
                  <a:pt x="12411" y="3920"/>
                  <a:pt x="12441" y="3920"/>
                </a:cubicBezTo>
                <a:lnTo>
                  <a:pt x="12441" y="3920"/>
                </a:lnTo>
                <a:cubicBezTo>
                  <a:pt x="12441" y="3920"/>
                  <a:pt x="12473" y="3951"/>
                  <a:pt x="12441" y="3951"/>
                </a:cubicBezTo>
                <a:cubicBezTo>
                  <a:pt x="12441" y="3983"/>
                  <a:pt x="12441" y="3983"/>
                  <a:pt x="12441" y="4013"/>
                </a:cubicBezTo>
                <a:lnTo>
                  <a:pt x="12441" y="4074"/>
                </a:lnTo>
                <a:lnTo>
                  <a:pt x="12380" y="4291"/>
                </a:lnTo>
                <a:lnTo>
                  <a:pt x="12380" y="4321"/>
                </a:lnTo>
                <a:cubicBezTo>
                  <a:pt x="12380" y="4321"/>
                  <a:pt x="12380" y="4353"/>
                  <a:pt x="12380" y="4384"/>
                </a:cubicBezTo>
                <a:lnTo>
                  <a:pt x="12411" y="4414"/>
                </a:lnTo>
                <a:cubicBezTo>
                  <a:pt x="12411" y="4414"/>
                  <a:pt x="12411" y="4414"/>
                  <a:pt x="12411" y="4445"/>
                </a:cubicBezTo>
                <a:cubicBezTo>
                  <a:pt x="12411" y="4476"/>
                  <a:pt x="12411" y="4507"/>
                  <a:pt x="12411" y="4507"/>
                </a:cubicBezTo>
                <a:cubicBezTo>
                  <a:pt x="12411" y="4538"/>
                  <a:pt x="12411" y="4538"/>
                  <a:pt x="12411" y="4568"/>
                </a:cubicBezTo>
                <a:cubicBezTo>
                  <a:pt x="12441" y="4538"/>
                  <a:pt x="12503" y="4568"/>
                  <a:pt x="12503" y="4538"/>
                </a:cubicBezTo>
                <a:cubicBezTo>
                  <a:pt x="12534" y="4538"/>
                  <a:pt x="12534" y="4538"/>
                  <a:pt x="12565" y="4538"/>
                </a:cubicBezTo>
                <a:cubicBezTo>
                  <a:pt x="12596" y="4538"/>
                  <a:pt x="12658" y="4568"/>
                  <a:pt x="12627" y="4568"/>
                </a:cubicBezTo>
                <a:cubicBezTo>
                  <a:pt x="12658" y="4600"/>
                  <a:pt x="12688" y="4631"/>
                  <a:pt x="12688" y="4661"/>
                </a:cubicBezTo>
                <a:cubicBezTo>
                  <a:pt x="12750" y="4692"/>
                  <a:pt x="12720" y="4631"/>
                  <a:pt x="12750" y="4631"/>
                </a:cubicBezTo>
                <a:cubicBezTo>
                  <a:pt x="12812" y="4600"/>
                  <a:pt x="12874" y="4568"/>
                  <a:pt x="12935" y="4568"/>
                </a:cubicBezTo>
                <a:cubicBezTo>
                  <a:pt x="12997" y="4600"/>
                  <a:pt x="13028" y="4600"/>
                  <a:pt x="13059" y="4538"/>
                </a:cubicBezTo>
                <a:cubicBezTo>
                  <a:pt x="13059" y="4507"/>
                  <a:pt x="13151" y="4476"/>
                  <a:pt x="13151" y="4476"/>
                </a:cubicBezTo>
                <a:lnTo>
                  <a:pt x="13151" y="4476"/>
                </a:lnTo>
                <a:lnTo>
                  <a:pt x="13151" y="4476"/>
                </a:lnTo>
                <a:cubicBezTo>
                  <a:pt x="13151" y="4445"/>
                  <a:pt x="13182" y="4445"/>
                  <a:pt x="13182" y="4414"/>
                </a:cubicBezTo>
                <a:cubicBezTo>
                  <a:pt x="13182" y="4414"/>
                  <a:pt x="13214" y="4384"/>
                  <a:pt x="13244" y="4384"/>
                </a:cubicBezTo>
                <a:lnTo>
                  <a:pt x="13244" y="4353"/>
                </a:lnTo>
                <a:cubicBezTo>
                  <a:pt x="13214" y="4353"/>
                  <a:pt x="13214" y="4321"/>
                  <a:pt x="13214" y="4291"/>
                </a:cubicBezTo>
                <a:cubicBezTo>
                  <a:pt x="13214" y="4260"/>
                  <a:pt x="13306" y="4167"/>
                  <a:pt x="13306" y="4167"/>
                </a:cubicBezTo>
                <a:cubicBezTo>
                  <a:pt x="13306" y="4167"/>
                  <a:pt x="13337" y="4106"/>
                  <a:pt x="13398" y="4106"/>
                </a:cubicBezTo>
                <a:cubicBezTo>
                  <a:pt x="13429" y="4074"/>
                  <a:pt x="13429" y="4074"/>
                  <a:pt x="13461" y="4074"/>
                </a:cubicBezTo>
                <a:cubicBezTo>
                  <a:pt x="13461" y="4044"/>
                  <a:pt x="13522" y="4044"/>
                  <a:pt x="13522" y="4013"/>
                </a:cubicBezTo>
                <a:cubicBezTo>
                  <a:pt x="13553" y="3983"/>
                  <a:pt x="13553" y="3951"/>
                  <a:pt x="13553" y="3951"/>
                </a:cubicBezTo>
                <a:cubicBezTo>
                  <a:pt x="13553" y="3920"/>
                  <a:pt x="13553" y="3890"/>
                  <a:pt x="13584" y="3859"/>
                </a:cubicBezTo>
                <a:cubicBezTo>
                  <a:pt x="13615" y="3859"/>
                  <a:pt x="13645" y="3859"/>
                  <a:pt x="13676" y="3859"/>
                </a:cubicBezTo>
                <a:cubicBezTo>
                  <a:pt x="13708" y="3890"/>
                  <a:pt x="13738" y="3890"/>
                  <a:pt x="13769" y="3890"/>
                </a:cubicBezTo>
                <a:cubicBezTo>
                  <a:pt x="13799" y="3890"/>
                  <a:pt x="13831" y="3890"/>
                  <a:pt x="13862" y="3859"/>
                </a:cubicBezTo>
                <a:cubicBezTo>
                  <a:pt x="13892" y="3828"/>
                  <a:pt x="13955" y="3828"/>
                  <a:pt x="13985" y="3797"/>
                </a:cubicBezTo>
                <a:cubicBezTo>
                  <a:pt x="13985" y="3797"/>
                  <a:pt x="13985" y="3766"/>
                  <a:pt x="14015" y="3766"/>
                </a:cubicBezTo>
                <a:cubicBezTo>
                  <a:pt x="14045" y="3766"/>
                  <a:pt x="14077" y="3766"/>
                  <a:pt x="14077" y="3797"/>
                </a:cubicBezTo>
                <a:cubicBezTo>
                  <a:pt x="14108" y="3797"/>
                  <a:pt x="14108" y="3797"/>
                  <a:pt x="14138" y="3828"/>
                </a:cubicBezTo>
                <a:cubicBezTo>
                  <a:pt x="14169" y="3828"/>
                  <a:pt x="14169" y="3859"/>
                  <a:pt x="14169" y="3890"/>
                </a:cubicBezTo>
                <a:cubicBezTo>
                  <a:pt x="14169" y="3890"/>
                  <a:pt x="14169" y="3890"/>
                  <a:pt x="14169" y="3920"/>
                </a:cubicBezTo>
                <a:cubicBezTo>
                  <a:pt x="14169" y="3890"/>
                  <a:pt x="14169" y="3920"/>
                  <a:pt x="14201" y="3920"/>
                </a:cubicBezTo>
                <a:cubicBezTo>
                  <a:pt x="14201" y="3920"/>
                  <a:pt x="14201" y="3951"/>
                  <a:pt x="14231" y="3951"/>
                </a:cubicBezTo>
                <a:cubicBezTo>
                  <a:pt x="14231" y="3983"/>
                  <a:pt x="14292" y="3983"/>
                  <a:pt x="14292" y="4013"/>
                </a:cubicBezTo>
                <a:cubicBezTo>
                  <a:pt x="14324" y="4044"/>
                  <a:pt x="14385" y="4106"/>
                  <a:pt x="14416" y="4106"/>
                </a:cubicBezTo>
                <a:cubicBezTo>
                  <a:pt x="14448" y="4106"/>
                  <a:pt x="14478" y="4106"/>
                  <a:pt x="14509" y="4106"/>
                </a:cubicBezTo>
                <a:cubicBezTo>
                  <a:pt x="14509" y="4137"/>
                  <a:pt x="14509" y="4137"/>
                  <a:pt x="14509" y="4137"/>
                </a:cubicBezTo>
                <a:cubicBezTo>
                  <a:pt x="14539" y="4167"/>
                  <a:pt x="14571" y="4167"/>
                  <a:pt x="14571" y="4198"/>
                </a:cubicBezTo>
                <a:cubicBezTo>
                  <a:pt x="14571" y="4230"/>
                  <a:pt x="14663" y="4230"/>
                  <a:pt x="14663" y="4230"/>
                </a:cubicBezTo>
                <a:cubicBezTo>
                  <a:pt x="14663" y="4260"/>
                  <a:pt x="14694" y="4353"/>
                  <a:pt x="14694" y="4353"/>
                </a:cubicBezTo>
                <a:cubicBezTo>
                  <a:pt x="14694" y="4384"/>
                  <a:pt x="14663" y="4353"/>
                  <a:pt x="14663" y="4384"/>
                </a:cubicBezTo>
                <a:cubicBezTo>
                  <a:pt x="14663" y="4414"/>
                  <a:pt x="14632" y="4414"/>
                  <a:pt x="14632" y="4445"/>
                </a:cubicBezTo>
                <a:cubicBezTo>
                  <a:pt x="14632" y="4476"/>
                  <a:pt x="14725" y="4414"/>
                  <a:pt x="14725" y="4384"/>
                </a:cubicBezTo>
                <a:cubicBezTo>
                  <a:pt x="14725" y="4321"/>
                  <a:pt x="14786" y="4353"/>
                  <a:pt x="14786" y="4321"/>
                </a:cubicBezTo>
                <a:cubicBezTo>
                  <a:pt x="14786" y="4321"/>
                  <a:pt x="14786" y="4291"/>
                  <a:pt x="14756" y="4291"/>
                </a:cubicBezTo>
                <a:cubicBezTo>
                  <a:pt x="14756" y="4260"/>
                  <a:pt x="14725" y="4260"/>
                  <a:pt x="14725" y="4260"/>
                </a:cubicBezTo>
                <a:cubicBezTo>
                  <a:pt x="14725" y="4260"/>
                  <a:pt x="14725" y="4230"/>
                  <a:pt x="14725" y="4198"/>
                </a:cubicBezTo>
                <a:cubicBezTo>
                  <a:pt x="14756" y="4198"/>
                  <a:pt x="14786" y="4167"/>
                  <a:pt x="14786" y="4167"/>
                </a:cubicBezTo>
                <a:cubicBezTo>
                  <a:pt x="14786" y="4167"/>
                  <a:pt x="14786" y="4167"/>
                  <a:pt x="14786" y="4198"/>
                </a:cubicBezTo>
                <a:cubicBezTo>
                  <a:pt x="14786" y="4198"/>
                  <a:pt x="14849" y="4167"/>
                  <a:pt x="14849" y="4230"/>
                </a:cubicBezTo>
                <a:cubicBezTo>
                  <a:pt x="14849" y="4260"/>
                  <a:pt x="14910" y="4230"/>
                  <a:pt x="14910" y="4198"/>
                </a:cubicBezTo>
                <a:cubicBezTo>
                  <a:pt x="14879" y="4167"/>
                  <a:pt x="14818" y="4167"/>
                  <a:pt x="14786" y="4137"/>
                </a:cubicBezTo>
                <a:cubicBezTo>
                  <a:pt x="14786" y="4106"/>
                  <a:pt x="14632" y="4074"/>
                  <a:pt x="14663" y="4044"/>
                </a:cubicBezTo>
                <a:cubicBezTo>
                  <a:pt x="14725" y="4013"/>
                  <a:pt x="14602" y="4013"/>
                  <a:pt x="14571" y="4013"/>
                </a:cubicBezTo>
                <a:cubicBezTo>
                  <a:pt x="14539" y="3983"/>
                  <a:pt x="14478" y="3951"/>
                  <a:pt x="14478" y="3920"/>
                </a:cubicBezTo>
                <a:cubicBezTo>
                  <a:pt x="14448" y="3828"/>
                  <a:pt x="14448" y="3828"/>
                  <a:pt x="14385" y="3797"/>
                </a:cubicBezTo>
                <a:cubicBezTo>
                  <a:pt x="14355" y="3766"/>
                  <a:pt x="14355" y="3766"/>
                  <a:pt x="14324" y="3736"/>
                </a:cubicBezTo>
                <a:cubicBezTo>
                  <a:pt x="14324" y="3704"/>
                  <a:pt x="14355" y="3704"/>
                  <a:pt x="14355" y="3704"/>
                </a:cubicBezTo>
                <a:lnTo>
                  <a:pt x="14355" y="3673"/>
                </a:lnTo>
                <a:lnTo>
                  <a:pt x="14324" y="3643"/>
                </a:lnTo>
                <a:cubicBezTo>
                  <a:pt x="14324" y="3643"/>
                  <a:pt x="14355" y="3643"/>
                  <a:pt x="14355" y="3612"/>
                </a:cubicBezTo>
                <a:cubicBezTo>
                  <a:pt x="14355" y="3643"/>
                  <a:pt x="14416" y="3612"/>
                  <a:pt x="14416" y="3612"/>
                </a:cubicBezTo>
                <a:cubicBezTo>
                  <a:pt x="14416" y="3612"/>
                  <a:pt x="14448" y="3612"/>
                  <a:pt x="14416" y="3612"/>
                </a:cubicBezTo>
                <a:cubicBezTo>
                  <a:pt x="14448" y="3612"/>
                  <a:pt x="14448" y="3643"/>
                  <a:pt x="14448" y="3643"/>
                </a:cubicBezTo>
                <a:lnTo>
                  <a:pt x="14448" y="3673"/>
                </a:lnTo>
                <a:cubicBezTo>
                  <a:pt x="14448" y="3673"/>
                  <a:pt x="14478" y="3704"/>
                  <a:pt x="14478" y="3673"/>
                </a:cubicBezTo>
                <a:cubicBezTo>
                  <a:pt x="14478" y="3673"/>
                  <a:pt x="14539" y="3643"/>
                  <a:pt x="14571" y="3673"/>
                </a:cubicBezTo>
                <a:cubicBezTo>
                  <a:pt x="14571" y="3704"/>
                  <a:pt x="14571" y="3704"/>
                  <a:pt x="14571" y="3736"/>
                </a:cubicBezTo>
                <a:lnTo>
                  <a:pt x="14602" y="3766"/>
                </a:lnTo>
                <a:cubicBezTo>
                  <a:pt x="14602" y="3766"/>
                  <a:pt x="14694" y="3859"/>
                  <a:pt x="14972" y="4013"/>
                </a:cubicBezTo>
                <a:lnTo>
                  <a:pt x="15003" y="4044"/>
                </a:lnTo>
                <a:cubicBezTo>
                  <a:pt x="14941" y="4106"/>
                  <a:pt x="15003" y="4198"/>
                  <a:pt x="14972" y="4198"/>
                </a:cubicBezTo>
                <a:cubicBezTo>
                  <a:pt x="15003" y="4230"/>
                  <a:pt x="15033" y="4260"/>
                  <a:pt x="15033" y="4291"/>
                </a:cubicBezTo>
                <a:cubicBezTo>
                  <a:pt x="15065" y="4260"/>
                  <a:pt x="15096" y="4321"/>
                  <a:pt x="15096" y="4353"/>
                </a:cubicBezTo>
                <a:cubicBezTo>
                  <a:pt x="15096" y="4353"/>
                  <a:pt x="15096" y="4321"/>
                  <a:pt x="15126" y="4321"/>
                </a:cubicBezTo>
                <a:cubicBezTo>
                  <a:pt x="15126" y="4321"/>
                  <a:pt x="15157" y="4321"/>
                  <a:pt x="15157" y="4353"/>
                </a:cubicBezTo>
                <a:lnTo>
                  <a:pt x="15126" y="4353"/>
                </a:lnTo>
                <a:cubicBezTo>
                  <a:pt x="15126" y="4353"/>
                  <a:pt x="15126" y="4384"/>
                  <a:pt x="15157" y="4384"/>
                </a:cubicBezTo>
                <a:cubicBezTo>
                  <a:pt x="15126" y="4384"/>
                  <a:pt x="15157" y="4414"/>
                  <a:pt x="15157" y="4414"/>
                </a:cubicBezTo>
                <a:lnTo>
                  <a:pt x="15157" y="4414"/>
                </a:lnTo>
                <a:cubicBezTo>
                  <a:pt x="15219" y="4384"/>
                  <a:pt x="15280" y="4414"/>
                  <a:pt x="15280" y="4414"/>
                </a:cubicBezTo>
                <a:lnTo>
                  <a:pt x="15280" y="4414"/>
                </a:lnTo>
                <a:lnTo>
                  <a:pt x="15312" y="4414"/>
                </a:lnTo>
                <a:lnTo>
                  <a:pt x="15280" y="4445"/>
                </a:lnTo>
                <a:cubicBezTo>
                  <a:pt x="15280" y="4445"/>
                  <a:pt x="15280" y="4445"/>
                  <a:pt x="15250" y="4445"/>
                </a:cubicBezTo>
                <a:cubicBezTo>
                  <a:pt x="15250" y="4414"/>
                  <a:pt x="15250" y="4414"/>
                  <a:pt x="15219" y="4414"/>
                </a:cubicBezTo>
                <a:lnTo>
                  <a:pt x="15157" y="4445"/>
                </a:lnTo>
                <a:cubicBezTo>
                  <a:pt x="15157" y="4445"/>
                  <a:pt x="15126" y="4476"/>
                  <a:pt x="15157" y="4476"/>
                </a:cubicBezTo>
                <a:lnTo>
                  <a:pt x="15188" y="4507"/>
                </a:lnTo>
                <a:cubicBezTo>
                  <a:pt x="15219" y="4538"/>
                  <a:pt x="15188" y="4568"/>
                  <a:pt x="15219" y="4600"/>
                </a:cubicBezTo>
                <a:cubicBezTo>
                  <a:pt x="15250" y="4600"/>
                  <a:pt x="15219" y="4538"/>
                  <a:pt x="15250" y="4568"/>
                </a:cubicBezTo>
                <a:lnTo>
                  <a:pt x="15250" y="4568"/>
                </a:lnTo>
                <a:cubicBezTo>
                  <a:pt x="15250" y="4600"/>
                  <a:pt x="15280" y="4631"/>
                  <a:pt x="15280" y="4631"/>
                </a:cubicBezTo>
                <a:lnTo>
                  <a:pt x="15312" y="4600"/>
                </a:lnTo>
                <a:cubicBezTo>
                  <a:pt x="15343" y="4631"/>
                  <a:pt x="15343" y="4600"/>
                  <a:pt x="15343" y="4600"/>
                </a:cubicBezTo>
                <a:lnTo>
                  <a:pt x="15343" y="4600"/>
                </a:lnTo>
                <a:lnTo>
                  <a:pt x="15343" y="4600"/>
                </a:lnTo>
                <a:cubicBezTo>
                  <a:pt x="15343" y="4568"/>
                  <a:pt x="15312" y="4568"/>
                  <a:pt x="15312" y="4538"/>
                </a:cubicBezTo>
                <a:cubicBezTo>
                  <a:pt x="15343" y="4538"/>
                  <a:pt x="15343" y="4538"/>
                  <a:pt x="15343" y="4538"/>
                </a:cubicBezTo>
                <a:lnTo>
                  <a:pt x="15373" y="4507"/>
                </a:lnTo>
                <a:lnTo>
                  <a:pt x="15373" y="4507"/>
                </a:lnTo>
                <a:cubicBezTo>
                  <a:pt x="15343" y="4476"/>
                  <a:pt x="15312" y="4476"/>
                  <a:pt x="15343" y="4476"/>
                </a:cubicBezTo>
                <a:cubicBezTo>
                  <a:pt x="15373" y="4445"/>
                  <a:pt x="15404" y="4476"/>
                  <a:pt x="15404" y="4476"/>
                </a:cubicBezTo>
                <a:lnTo>
                  <a:pt x="15404" y="4414"/>
                </a:lnTo>
                <a:lnTo>
                  <a:pt x="15343" y="4384"/>
                </a:lnTo>
                <a:lnTo>
                  <a:pt x="15280" y="4353"/>
                </a:lnTo>
                <a:cubicBezTo>
                  <a:pt x="15280" y="4353"/>
                  <a:pt x="15312" y="4353"/>
                  <a:pt x="15312" y="4321"/>
                </a:cubicBezTo>
                <a:cubicBezTo>
                  <a:pt x="15312" y="4321"/>
                  <a:pt x="15280" y="4321"/>
                  <a:pt x="15312" y="4291"/>
                </a:cubicBezTo>
                <a:cubicBezTo>
                  <a:pt x="15312" y="4291"/>
                  <a:pt x="15343" y="4291"/>
                  <a:pt x="15343" y="4321"/>
                </a:cubicBezTo>
                <a:cubicBezTo>
                  <a:pt x="15343" y="4321"/>
                  <a:pt x="15343" y="4321"/>
                  <a:pt x="15312" y="4291"/>
                </a:cubicBezTo>
                <a:cubicBezTo>
                  <a:pt x="15312" y="4260"/>
                  <a:pt x="15250" y="4230"/>
                  <a:pt x="15250" y="4198"/>
                </a:cubicBezTo>
                <a:lnTo>
                  <a:pt x="15280" y="4167"/>
                </a:lnTo>
                <a:lnTo>
                  <a:pt x="15280" y="4167"/>
                </a:lnTo>
                <a:lnTo>
                  <a:pt x="15280" y="4167"/>
                </a:lnTo>
                <a:lnTo>
                  <a:pt x="15280" y="4167"/>
                </a:lnTo>
                <a:cubicBezTo>
                  <a:pt x="15280" y="4167"/>
                  <a:pt x="15280" y="4198"/>
                  <a:pt x="15312" y="4198"/>
                </a:cubicBezTo>
                <a:lnTo>
                  <a:pt x="15312" y="4198"/>
                </a:lnTo>
                <a:cubicBezTo>
                  <a:pt x="15343" y="4230"/>
                  <a:pt x="15373" y="4230"/>
                  <a:pt x="15373" y="4230"/>
                </a:cubicBezTo>
                <a:lnTo>
                  <a:pt x="15373" y="4230"/>
                </a:lnTo>
                <a:lnTo>
                  <a:pt x="15373" y="4230"/>
                </a:lnTo>
                <a:cubicBezTo>
                  <a:pt x="15404" y="4230"/>
                  <a:pt x="15404" y="4230"/>
                  <a:pt x="15404" y="4230"/>
                </a:cubicBezTo>
                <a:cubicBezTo>
                  <a:pt x="15435" y="4230"/>
                  <a:pt x="15435" y="4198"/>
                  <a:pt x="15435" y="4198"/>
                </a:cubicBezTo>
                <a:cubicBezTo>
                  <a:pt x="15404" y="4167"/>
                  <a:pt x="15373" y="4167"/>
                  <a:pt x="15373" y="4167"/>
                </a:cubicBezTo>
                <a:cubicBezTo>
                  <a:pt x="15373" y="4137"/>
                  <a:pt x="15373" y="4137"/>
                  <a:pt x="15373" y="4137"/>
                </a:cubicBezTo>
                <a:cubicBezTo>
                  <a:pt x="15373" y="4137"/>
                  <a:pt x="15373" y="4137"/>
                  <a:pt x="15404" y="4137"/>
                </a:cubicBezTo>
                <a:cubicBezTo>
                  <a:pt x="15404" y="4167"/>
                  <a:pt x="15404" y="4137"/>
                  <a:pt x="15435" y="4137"/>
                </a:cubicBezTo>
                <a:cubicBezTo>
                  <a:pt x="15435" y="4106"/>
                  <a:pt x="15435" y="4137"/>
                  <a:pt x="15466" y="4137"/>
                </a:cubicBezTo>
                <a:cubicBezTo>
                  <a:pt x="15497" y="4106"/>
                  <a:pt x="15527" y="4137"/>
                  <a:pt x="15559" y="4137"/>
                </a:cubicBezTo>
                <a:cubicBezTo>
                  <a:pt x="15559" y="4137"/>
                  <a:pt x="15559" y="4137"/>
                  <a:pt x="15589" y="4167"/>
                </a:cubicBezTo>
                <a:cubicBezTo>
                  <a:pt x="15589" y="4167"/>
                  <a:pt x="15620" y="4137"/>
                  <a:pt x="15651" y="4167"/>
                </a:cubicBezTo>
                <a:lnTo>
                  <a:pt x="15589" y="4198"/>
                </a:lnTo>
                <a:cubicBezTo>
                  <a:pt x="15589" y="4230"/>
                  <a:pt x="15559" y="4230"/>
                  <a:pt x="15559" y="4260"/>
                </a:cubicBezTo>
                <a:cubicBezTo>
                  <a:pt x="15559" y="4291"/>
                  <a:pt x="15589" y="4291"/>
                  <a:pt x="15620" y="4291"/>
                </a:cubicBezTo>
                <a:cubicBezTo>
                  <a:pt x="15651" y="4321"/>
                  <a:pt x="15620" y="4353"/>
                  <a:pt x="15620" y="4353"/>
                </a:cubicBezTo>
                <a:cubicBezTo>
                  <a:pt x="15589" y="4384"/>
                  <a:pt x="15620" y="4414"/>
                  <a:pt x="15620" y="4445"/>
                </a:cubicBezTo>
                <a:cubicBezTo>
                  <a:pt x="15620" y="4445"/>
                  <a:pt x="15651" y="4476"/>
                  <a:pt x="15682" y="4507"/>
                </a:cubicBezTo>
                <a:cubicBezTo>
                  <a:pt x="15682" y="4538"/>
                  <a:pt x="15682" y="4568"/>
                  <a:pt x="15713" y="4568"/>
                </a:cubicBezTo>
                <a:cubicBezTo>
                  <a:pt x="15713" y="4600"/>
                  <a:pt x="15744" y="4600"/>
                  <a:pt x="15774" y="4600"/>
                </a:cubicBezTo>
                <a:lnTo>
                  <a:pt x="15774" y="4600"/>
                </a:lnTo>
                <a:cubicBezTo>
                  <a:pt x="15806" y="4600"/>
                  <a:pt x="15836" y="4631"/>
                  <a:pt x="15867" y="4661"/>
                </a:cubicBezTo>
                <a:cubicBezTo>
                  <a:pt x="15898" y="4692"/>
                  <a:pt x="15991" y="4661"/>
                  <a:pt x="15991" y="4631"/>
                </a:cubicBezTo>
                <a:cubicBezTo>
                  <a:pt x="16021" y="4631"/>
                  <a:pt x="15991" y="4568"/>
                  <a:pt x="16021" y="4568"/>
                </a:cubicBezTo>
                <a:cubicBezTo>
                  <a:pt x="16083" y="4600"/>
                  <a:pt x="16114" y="4600"/>
                  <a:pt x="16176" y="4631"/>
                </a:cubicBezTo>
                <a:cubicBezTo>
                  <a:pt x="16207" y="4661"/>
                  <a:pt x="16238" y="4661"/>
                  <a:pt x="16268" y="4661"/>
                </a:cubicBezTo>
                <a:cubicBezTo>
                  <a:pt x="16300" y="4661"/>
                  <a:pt x="16330" y="4631"/>
                  <a:pt x="16330" y="4631"/>
                </a:cubicBezTo>
                <a:cubicBezTo>
                  <a:pt x="16361" y="4631"/>
                  <a:pt x="16361" y="4568"/>
                  <a:pt x="16392" y="4568"/>
                </a:cubicBezTo>
                <a:cubicBezTo>
                  <a:pt x="16423" y="4568"/>
                  <a:pt x="16423" y="4600"/>
                  <a:pt x="16454" y="4600"/>
                </a:cubicBezTo>
                <a:lnTo>
                  <a:pt x="16484" y="4600"/>
                </a:lnTo>
                <a:lnTo>
                  <a:pt x="16484" y="4600"/>
                </a:lnTo>
                <a:cubicBezTo>
                  <a:pt x="16484" y="4600"/>
                  <a:pt x="16484" y="4631"/>
                  <a:pt x="16515" y="4631"/>
                </a:cubicBezTo>
                <a:cubicBezTo>
                  <a:pt x="16484" y="4631"/>
                  <a:pt x="16484" y="4631"/>
                  <a:pt x="16484" y="4631"/>
                </a:cubicBezTo>
                <a:lnTo>
                  <a:pt x="16515" y="4661"/>
                </a:lnTo>
                <a:lnTo>
                  <a:pt x="16515" y="4661"/>
                </a:lnTo>
                <a:cubicBezTo>
                  <a:pt x="16515" y="4692"/>
                  <a:pt x="16515" y="4692"/>
                  <a:pt x="16484" y="4692"/>
                </a:cubicBezTo>
                <a:lnTo>
                  <a:pt x="16484" y="4692"/>
                </a:lnTo>
                <a:cubicBezTo>
                  <a:pt x="16484" y="4692"/>
                  <a:pt x="16484" y="4692"/>
                  <a:pt x="16484" y="4723"/>
                </a:cubicBezTo>
                <a:cubicBezTo>
                  <a:pt x="16484" y="4723"/>
                  <a:pt x="16515" y="4754"/>
                  <a:pt x="16515" y="4785"/>
                </a:cubicBezTo>
                <a:cubicBezTo>
                  <a:pt x="16515" y="4847"/>
                  <a:pt x="16484" y="4847"/>
                  <a:pt x="16484" y="4908"/>
                </a:cubicBezTo>
                <a:cubicBezTo>
                  <a:pt x="16454" y="4970"/>
                  <a:pt x="16423" y="4970"/>
                  <a:pt x="16423" y="5001"/>
                </a:cubicBezTo>
                <a:lnTo>
                  <a:pt x="16423" y="5001"/>
                </a:lnTo>
                <a:cubicBezTo>
                  <a:pt x="16392" y="5032"/>
                  <a:pt x="16392" y="5032"/>
                  <a:pt x="16423" y="5032"/>
                </a:cubicBezTo>
                <a:lnTo>
                  <a:pt x="16423" y="5062"/>
                </a:lnTo>
                <a:cubicBezTo>
                  <a:pt x="16392" y="5124"/>
                  <a:pt x="16392" y="5155"/>
                  <a:pt x="16361" y="5155"/>
                </a:cubicBezTo>
                <a:cubicBezTo>
                  <a:pt x="16330" y="5155"/>
                  <a:pt x="16268" y="5155"/>
                  <a:pt x="16238" y="5155"/>
                </a:cubicBezTo>
                <a:cubicBezTo>
                  <a:pt x="16238" y="5155"/>
                  <a:pt x="16207" y="5124"/>
                  <a:pt x="16176" y="5124"/>
                </a:cubicBezTo>
                <a:cubicBezTo>
                  <a:pt x="16145" y="5124"/>
                  <a:pt x="16114" y="5124"/>
                  <a:pt x="16083" y="5124"/>
                </a:cubicBezTo>
                <a:cubicBezTo>
                  <a:pt x="16053" y="5155"/>
                  <a:pt x="16021" y="5155"/>
                  <a:pt x="15991" y="5155"/>
                </a:cubicBezTo>
                <a:cubicBezTo>
                  <a:pt x="15960" y="5186"/>
                  <a:pt x="15929" y="5217"/>
                  <a:pt x="15898" y="5217"/>
                </a:cubicBezTo>
                <a:cubicBezTo>
                  <a:pt x="15898" y="5186"/>
                  <a:pt x="15806" y="5155"/>
                  <a:pt x="15744" y="5155"/>
                </a:cubicBezTo>
                <a:cubicBezTo>
                  <a:pt x="15682" y="5124"/>
                  <a:pt x="15589" y="5094"/>
                  <a:pt x="15497" y="5094"/>
                </a:cubicBezTo>
                <a:cubicBezTo>
                  <a:pt x="15435" y="5094"/>
                  <a:pt x="15404" y="5032"/>
                  <a:pt x="15343" y="5032"/>
                </a:cubicBezTo>
                <a:cubicBezTo>
                  <a:pt x="15312" y="5032"/>
                  <a:pt x="15219" y="4970"/>
                  <a:pt x="15219" y="5001"/>
                </a:cubicBezTo>
                <a:cubicBezTo>
                  <a:pt x="15188" y="5032"/>
                  <a:pt x="15157" y="5032"/>
                  <a:pt x="15126" y="5032"/>
                </a:cubicBezTo>
                <a:cubicBezTo>
                  <a:pt x="15096" y="5062"/>
                  <a:pt x="15065" y="5094"/>
                  <a:pt x="15065" y="5124"/>
                </a:cubicBezTo>
                <a:cubicBezTo>
                  <a:pt x="15065" y="5155"/>
                  <a:pt x="15096" y="5186"/>
                  <a:pt x="15065" y="5217"/>
                </a:cubicBezTo>
                <a:cubicBezTo>
                  <a:pt x="15065" y="5248"/>
                  <a:pt x="15033" y="5309"/>
                  <a:pt x="14972" y="5279"/>
                </a:cubicBezTo>
                <a:cubicBezTo>
                  <a:pt x="14941" y="5279"/>
                  <a:pt x="14879" y="5217"/>
                  <a:pt x="14849" y="5217"/>
                </a:cubicBezTo>
                <a:cubicBezTo>
                  <a:pt x="14786" y="5186"/>
                  <a:pt x="14663" y="5217"/>
                  <a:pt x="14632" y="5124"/>
                </a:cubicBezTo>
                <a:cubicBezTo>
                  <a:pt x="14632" y="5094"/>
                  <a:pt x="14632" y="5062"/>
                  <a:pt x="14602" y="5062"/>
                </a:cubicBezTo>
                <a:cubicBezTo>
                  <a:pt x="14571" y="5032"/>
                  <a:pt x="14539" y="5032"/>
                  <a:pt x="14509" y="5032"/>
                </a:cubicBezTo>
                <a:cubicBezTo>
                  <a:pt x="14478" y="5001"/>
                  <a:pt x="14448" y="5001"/>
                  <a:pt x="14416" y="5001"/>
                </a:cubicBezTo>
                <a:cubicBezTo>
                  <a:pt x="14355" y="5032"/>
                  <a:pt x="14324" y="5001"/>
                  <a:pt x="14292" y="4970"/>
                </a:cubicBezTo>
                <a:lnTo>
                  <a:pt x="14231" y="4939"/>
                </a:lnTo>
                <a:cubicBezTo>
                  <a:pt x="14231" y="4908"/>
                  <a:pt x="14201" y="4970"/>
                  <a:pt x="14201" y="4939"/>
                </a:cubicBezTo>
                <a:lnTo>
                  <a:pt x="14201" y="4908"/>
                </a:lnTo>
                <a:cubicBezTo>
                  <a:pt x="14169" y="4908"/>
                  <a:pt x="14169" y="4908"/>
                  <a:pt x="14138" y="4878"/>
                </a:cubicBezTo>
                <a:cubicBezTo>
                  <a:pt x="14108" y="4847"/>
                  <a:pt x="14169" y="4847"/>
                  <a:pt x="14201" y="4815"/>
                </a:cubicBezTo>
                <a:cubicBezTo>
                  <a:pt x="14201" y="4815"/>
                  <a:pt x="14231" y="4754"/>
                  <a:pt x="14231" y="4723"/>
                </a:cubicBezTo>
                <a:lnTo>
                  <a:pt x="14231" y="4692"/>
                </a:lnTo>
                <a:cubicBezTo>
                  <a:pt x="14201" y="4692"/>
                  <a:pt x="14201" y="4661"/>
                  <a:pt x="14169" y="4661"/>
                </a:cubicBezTo>
                <a:cubicBezTo>
                  <a:pt x="14169" y="4631"/>
                  <a:pt x="14262" y="4568"/>
                  <a:pt x="14231" y="4538"/>
                </a:cubicBezTo>
                <a:cubicBezTo>
                  <a:pt x="14231" y="4538"/>
                  <a:pt x="14138" y="4600"/>
                  <a:pt x="14138" y="4568"/>
                </a:cubicBezTo>
                <a:lnTo>
                  <a:pt x="14169" y="4568"/>
                </a:lnTo>
                <a:cubicBezTo>
                  <a:pt x="14169" y="4568"/>
                  <a:pt x="14138" y="4538"/>
                  <a:pt x="14108" y="4538"/>
                </a:cubicBezTo>
                <a:cubicBezTo>
                  <a:pt x="14077" y="4507"/>
                  <a:pt x="14015" y="4568"/>
                  <a:pt x="13985" y="4568"/>
                </a:cubicBezTo>
                <a:cubicBezTo>
                  <a:pt x="13955" y="4568"/>
                  <a:pt x="13923" y="4600"/>
                  <a:pt x="13923" y="4568"/>
                </a:cubicBezTo>
                <a:lnTo>
                  <a:pt x="13892" y="4538"/>
                </a:lnTo>
                <a:lnTo>
                  <a:pt x="13862" y="4568"/>
                </a:lnTo>
                <a:cubicBezTo>
                  <a:pt x="13831" y="4568"/>
                  <a:pt x="13799" y="4538"/>
                  <a:pt x="13799" y="4568"/>
                </a:cubicBezTo>
                <a:cubicBezTo>
                  <a:pt x="13799" y="4568"/>
                  <a:pt x="13708" y="4600"/>
                  <a:pt x="13676" y="4568"/>
                </a:cubicBezTo>
                <a:cubicBezTo>
                  <a:pt x="13676" y="4538"/>
                  <a:pt x="13553" y="4568"/>
                  <a:pt x="13522" y="4568"/>
                </a:cubicBezTo>
                <a:cubicBezTo>
                  <a:pt x="13491" y="4568"/>
                  <a:pt x="13461" y="4600"/>
                  <a:pt x="13429" y="4600"/>
                </a:cubicBezTo>
                <a:cubicBezTo>
                  <a:pt x="13398" y="4568"/>
                  <a:pt x="13306" y="4631"/>
                  <a:pt x="13244" y="4631"/>
                </a:cubicBezTo>
                <a:cubicBezTo>
                  <a:pt x="13244" y="4661"/>
                  <a:pt x="13244" y="4661"/>
                  <a:pt x="13214" y="4692"/>
                </a:cubicBezTo>
                <a:cubicBezTo>
                  <a:pt x="13214" y="4692"/>
                  <a:pt x="13182" y="4661"/>
                  <a:pt x="13182" y="4692"/>
                </a:cubicBezTo>
                <a:cubicBezTo>
                  <a:pt x="13151" y="4692"/>
                  <a:pt x="13121" y="4692"/>
                  <a:pt x="13121" y="4723"/>
                </a:cubicBezTo>
                <a:cubicBezTo>
                  <a:pt x="13090" y="4723"/>
                  <a:pt x="13090" y="4754"/>
                  <a:pt x="13059" y="4754"/>
                </a:cubicBezTo>
                <a:cubicBezTo>
                  <a:pt x="13059" y="4754"/>
                  <a:pt x="12967" y="4785"/>
                  <a:pt x="12967" y="4754"/>
                </a:cubicBezTo>
                <a:cubicBezTo>
                  <a:pt x="12967" y="4723"/>
                  <a:pt x="12935" y="4754"/>
                  <a:pt x="12904" y="4754"/>
                </a:cubicBezTo>
                <a:cubicBezTo>
                  <a:pt x="12904" y="4754"/>
                  <a:pt x="12874" y="4754"/>
                  <a:pt x="12843" y="4754"/>
                </a:cubicBezTo>
                <a:cubicBezTo>
                  <a:pt x="12812" y="4754"/>
                  <a:pt x="12688" y="4723"/>
                  <a:pt x="12750" y="4692"/>
                </a:cubicBezTo>
                <a:cubicBezTo>
                  <a:pt x="12781" y="4661"/>
                  <a:pt x="12688" y="4692"/>
                  <a:pt x="12688" y="4692"/>
                </a:cubicBezTo>
                <a:cubicBezTo>
                  <a:pt x="12658" y="4692"/>
                  <a:pt x="12596" y="4878"/>
                  <a:pt x="12565" y="4878"/>
                </a:cubicBezTo>
                <a:cubicBezTo>
                  <a:pt x="12534" y="4908"/>
                  <a:pt x="12473" y="4939"/>
                  <a:pt x="12441" y="4970"/>
                </a:cubicBezTo>
                <a:cubicBezTo>
                  <a:pt x="12411" y="4970"/>
                  <a:pt x="12349" y="5032"/>
                  <a:pt x="12349" y="5062"/>
                </a:cubicBezTo>
                <a:cubicBezTo>
                  <a:pt x="12349" y="5094"/>
                  <a:pt x="12287" y="5155"/>
                  <a:pt x="12287" y="5186"/>
                </a:cubicBezTo>
                <a:cubicBezTo>
                  <a:pt x="12287" y="5186"/>
                  <a:pt x="12287" y="5279"/>
                  <a:pt x="12287" y="5309"/>
                </a:cubicBezTo>
                <a:cubicBezTo>
                  <a:pt x="12287" y="5341"/>
                  <a:pt x="12133" y="5495"/>
                  <a:pt x="12102" y="5495"/>
                </a:cubicBezTo>
                <a:cubicBezTo>
                  <a:pt x="12071" y="5526"/>
                  <a:pt x="12040" y="5526"/>
                  <a:pt x="12009" y="5526"/>
                </a:cubicBezTo>
                <a:cubicBezTo>
                  <a:pt x="11947" y="5556"/>
                  <a:pt x="11979" y="5588"/>
                  <a:pt x="11917" y="5618"/>
                </a:cubicBezTo>
                <a:cubicBezTo>
                  <a:pt x="11917" y="5649"/>
                  <a:pt x="11824" y="5742"/>
                  <a:pt x="11824" y="5742"/>
                </a:cubicBezTo>
                <a:cubicBezTo>
                  <a:pt x="11793" y="5803"/>
                  <a:pt x="11793" y="5835"/>
                  <a:pt x="11763" y="5896"/>
                </a:cubicBezTo>
                <a:cubicBezTo>
                  <a:pt x="11763" y="5927"/>
                  <a:pt x="11700" y="5989"/>
                  <a:pt x="11670" y="5989"/>
                </a:cubicBezTo>
                <a:cubicBezTo>
                  <a:pt x="11670" y="6019"/>
                  <a:pt x="11608" y="6143"/>
                  <a:pt x="11608" y="6174"/>
                </a:cubicBezTo>
                <a:cubicBezTo>
                  <a:pt x="11577" y="6205"/>
                  <a:pt x="11516" y="6266"/>
                  <a:pt x="11546" y="6329"/>
                </a:cubicBezTo>
                <a:cubicBezTo>
                  <a:pt x="11516" y="6420"/>
                  <a:pt x="11577" y="6667"/>
                  <a:pt x="11546" y="6760"/>
                </a:cubicBezTo>
                <a:cubicBezTo>
                  <a:pt x="11516" y="6823"/>
                  <a:pt x="11453" y="6946"/>
                  <a:pt x="11453" y="6946"/>
                </a:cubicBezTo>
                <a:cubicBezTo>
                  <a:pt x="11453" y="6946"/>
                  <a:pt x="11423" y="7038"/>
                  <a:pt x="11453" y="7100"/>
                </a:cubicBezTo>
                <a:cubicBezTo>
                  <a:pt x="11453" y="7131"/>
                  <a:pt x="11453" y="7161"/>
                  <a:pt x="11485" y="7193"/>
                </a:cubicBezTo>
                <a:cubicBezTo>
                  <a:pt x="11546" y="7254"/>
                  <a:pt x="11577" y="7224"/>
                  <a:pt x="11608" y="7254"/>
                </a:cubicBezTo>
                <a:cubicBezTo>
                  <a:pt x="11639" y="7315"/>
                  <a:pt x="11763" y="7407"/>
                  <a:pt x="11763" y="7439"/>
                </a:cubicBezTo>
                <a:cubicBezTo>
                  <a:pt x="11793" y="7470"/>
                  <a:pt x="11824" y="7470"/>
                  <a:pt x="11824" y="7470"/>
                </a:cubicBezTo>
                <a:cubicBezTo>
                  <a:pt x="11824" y="7470"/>
                  <a:pt x="11824" y="7470"/>
                  <a:pt x="11824" y="7500"/>
                </a:cubicBezTo>
                <a:lnTo>
                  <a:pt x="11824" y="7500"/>
                </a:lnTo>
                <a:cubicBezTo>
                  <a:pt x="11854" y="7500"/>
                  <a:pt x="11854" y="7500"/>
                  <a:pt x="11854" y="7531"/>
                </a:cubicBezTo>
                <a:cubicBezTo>
                  <a:pt x="11854" y="7593"/>
                  <a:pt x="11854" y="7593"/>
                  <a:pt x="11886" y="7686"/>
                </a:cubicBezTo>
                <a:cubicBezTo>
                  <a:pt x="11917" y="7747"/>
                  <a:pt x="12040" y="7871"/>
                  <a:pt x="12102" y="7901"/>
                </a:cubicBezTo>
                <a:cubicBezTo>
                  <a:pt x="12164" y="7933"/>
                  <a:pt x="12256" y="7994"/>
                  <a:pt x="12318" y="7994"/>
                </a:cubicBezTo>
                <a:lnTo>
                  <a:pt x="12349" y="8025"/>
                </a:lnTo>
                <a:cubicBezTo>
                  <a:pt x="12411" y="8056"/>
                  <a:pt x="12441" y="8056"/>
                  <a:pt x="12473" y="8025"/>
                </a:cubicBezTo>
                <a:cubicBezTo>
                  <a:pt x="12658" y="7994"/>
                  <a:pt x="12688" y="8056"/>
                  <a:pt x="12781" y="8056"/>
                </a:cubicBezTo>
                <a:cubicBezTo>
                  <a:pt x="12904" y="8087"/>
                  <a:pt x="12967" y="8118"/>
                  <a:pt x="13059" y="8087"/>
                </a:cubicBezTo>
                <a:cubicBezTo>
                  <a:pt x="13121" y="8056"/>
                  <a:pt x="13214" y="7994"/>
                  <a:pt x="13306" y="7963"/>
                </a:cubicBezTo>
                <a:cubicBezTo>
                  <a:pt x="13368" y="7933"/>
                  <a:pt x="13429" y="7933"/>
                  <a:pt x="13491" y="7933"/>
                </a:cubicBezTo>
                <a:cubicBezTo>
                  <a:pt x="13553" y="7963"/>
                  <a:pt x="13615" y="7963"/>
                  <a:pt x="13645" y="8025"/>
                </a:cubicBezTo>
                <a:cubicBezTo>
                  <a:pt x="13676" y="8087"/>
                  <a:pt x="13645" y="8118"/>
                  <a:pt x="13708" y="8118"/>
                </a:cubicBezTo>
                <a:cubicBezTo>
                  <a:pt x="13738" y="8118"/>
                  <a:pt x="13738" y="8118"/>
                  <a:pt x="13738" y="8148"/>
                </a:cubicBezTo>
                <a:lnTo>
                  <a:pt x="13769" y="8148"/>
                </a:lnTo>
                <a:cubicBezTo>
                  <a:pt x="13831" y="8179"/>
                  <a:pt x="13923" y="8118"/>
                  <a:pt x="13985" y="8148"/>
                </a:cubicBezTo>
                <a:cubicBezTo>
                  <a:pt x="14015" y="8179"/>
                  <a:pt x="14015" y="8179"/>
                  <a:pt x="14045" y="8210"/>
                </a:cubicBezTo>
                <a:lnTo>
                  <a:pt x="14045" y="8210"/>
                </a:lnTo>
                <a:cubicBezTo>
                  <a:pt x="14077" y="8303"/>
                  <a:pt x="14077" y="8457"/>
                  <a:pt x="14077" y="8550"/>
                </a:cubicBezTo>
                <a:cubicBezTo>
                  <a:pt x="14045" y="8611"/>
                  <a:pt x="14015" y="8611"/>
                  <a:pt x="14015" y="8674"/>
                </a:cubicBezTo>
                <a:cubicBezTo>
                  <a:pt x="14015" y="8735"/>
                  <a:pt x="13985" y="8766"/>
                  <a:pt x="14045" y="8828"/>
                </a:cubicBezTo>
                <a:cubicBezTo>
                  <a:pt x="14108" y="8921"/>
                  <a:pt x="14262" y="9105"/>
                  <a:pt x="14292" y="9198"/>
                </a:cubicBezTo>
                <a:cubicBezTo>
                  <a:pt x="14324" y="9291"/>
                  <a:pt x="14385" y="9352"/>
                  <a:pt x="14385" y="9415"/>
                </a:cubicBezTo>
                <a:cubicBezTo>
                  <a:pt x="14416" y="9445"/>
                  <a:pt x="14416" y="9506"/>
                  <a:pt x="14448" y="9506"/>
                </a:cubicBezTo>
                <a:cubicBezTo>
                  <a:pt x="14448" y="9538"/>
                  <a:pt x="14448" y="9538"/>
                  <a:pt x="14448" y="9538"/>
                </a:cubicBezTo>
                <a:cubicBezTo>
                  <a:pt x="14448" y="9569"/>
                  <a:pt x="14448" y="9569"/>
                  <a:pt x="14448" y="9569"/>
                </a:cubicBezTo>
                <a:cubicBezTo>
                  <a:pt x="14448" y="9569"/>
                  <a:pt x="14448" y="9599"/>
                  <a:pt x="14416" y="9599"/>
                </a:cubicBezTo>
                <a:cubicBezTo>
                  <a:pt x="14416" y="9661"/>
                  <a:pt x="14478" y="9753"/>
                  <a:pt x="14478" y="9753"/>
                </a:cubicBezTo>
                <a:cubicBezTo>
                  <a:pt x="14539" y="9816"/>
                  <a:pt x="14509" y="9908"/>
                  <a:pt x="14478" y="9970"/>
                </a:cubicBezTo>
                <a:cubicBezTo>
                  <a:pt x="14448" y="10000"/>
                  <a:pt x="14448" y="10000"/>
                  <a:pt x="14416" y="10000"/>
                </a:cubicBezTo>
                <a:cubicBezTo>
                  <a:pt x="14416" y="10032"/>
                  <a:pt x="14416" y="10063"/>
                  <a:pt x="14385" y="10063"/>
                </a:cubicBezTo>
                <a:cubicBezTo>
                  <a:pt x="14355" y="10093"/>
                  <a:pt x="14355" y="10186"/>
                  <a:pt x="14355" y="10217"/>
                </a:cubicBezTo>
                <a:cubicBezTo>
                  <a:pt x="14355" y="10279"/>
                  <a:pt x="14324" y="10309"/>
                  <a:pt x="14292" y="10340"/>
                </a:cubicBezTo>
                <a:cubicBezTo>
                  <a:pt x="14292" y="10371"/>
                  <a:pt x="14292" y="10433"/>
                  <a:pt x="14292" y="10464"/>
                </a:cubicBezTo>
                <a:cubicBezTo>
                  <a:pt x="14292" y="10494"/>
                  <a:pt x="14292" y="10494"/>
                  <a:pt x="14292" y="10526"/>
                </a:cubicBezTo>
                <a:cubicBezTo>
                  <a:pt x="14292" y="10587"/>
                  <a:pt x="14262" y="10587"/>
                  <a:pt x="14292" y="10618"/>
                </a:cubicBezTo>
                <a:cubicBezTo>
                  <a:pt x="14292" y="10649"/>
                  <a:pt x="14324" y="10680"/>
                  <a:pt x="14355" y="10711"/>
                </a:cubicBezTo>
                <a:cubicBezTo>
                  <a:pt x="14385" y="10773"/>
                  <a:pt x="14416" y="10834"/>
                  <a:pt x="14416" y="10865"/>
                </a:cubicBezTo>
                <a:cubicBezTo>
                  <a:pt x="14416" y="10896"/>
                  <a:pt x="14448" y="10927"/>
                  <a:pt x="14478" y="10988"/>
                </a:cubicBezTo>
                <a:cubicBezTo>
                  <a:pt x="14478" y="11020"/>
                  <a:pt x="14478" y="11050"/>
                  <a:pt x="14478" y="11081"/>
                </a:cubicBezTo>
                <a:cubicBezTo>
                  <a:pt x="14478" y="11112"/>
                  <a:pt x="14509" y="11174"/>
                  <a:pt x="14509" y="11235"/>
                </a:cubicBezTo>
                <a:cubicBezTo>
                  <a:pt x="14509" y="11267"/>
                  <a:pt x="14539" y="11297"/>
                  <a:pt x="14539" y="11297"/>
                </a:cubicBezTo>
                <a:cubicBezTo>
                  <a:pt x="14539" y="11328"/>
                  <a:pt x="14539" y="11359"/>
                  <a:pt x="14539" y="11390"/>
                </a:cubicBezTo>
                <a:cubicBezTo>
                  <a:pt x="14539" y="11421"/>
                  <a:pt x="14571" y="11451"/>
                  <a:pt x="14571" y="11482"/>
                </a:cubicBezTo>
                <a:cubicBezTo>
                  <a:pt x="14571" y="11544"/>
                  <a:pt x="14602" y="11668"/>
                  <a:pt x="14632" y="11729"/>
                </a:cubicBezTo>
                <a:cubicBezTo>
                  <a:pt x="14694" y="11761"/>
                  <a:pt x="14694" y="11729"/>
                  <a:pt x="14694" y="11791"/>
                </a:cubicBezTo>
                <a:cubicBezTo>
                  <a:pt x="14725" y="11852"/>
                  <a:pt x="14786" y="11976"/>
                  <a:pt x="14786" y="12007"/>
                </a:cubicBezTo>
                <a:cubicBezTo>
                  <a:pt x="14818" y="12007"/>
                  <a:pt x="14849" y="12069"/>
                  <a:pt x="14849" y="12099"/>
                </a:cubicBezTo>
                <a:cubicBezTo>
                  <a:pt x="14849" y="12131"/>
                  <a:pt x="14849" y="12192"/>
                  <a:pt x="14818" y="12192"/>
                </a:cubicBezTo>
                <a:lnTo>
                  <a:pt x="14818" y="12192"/>
                </a:lnTo>
                <a:cubicBezTo>
                  <a:pt x="14818" y="12223"/>
                  <a:pt x="14849" y="12316"/>
                  <a:pt x="14849" y="12316"/>
                </a:cubicBezTo>
                <a:lnTo>
                  <a:pt x="14879" y="12346"/>
                </a:lnTo>
                <a:cubicBezTo>
                  <a:pt x="14910" y="12378"/>
                  <a:pt x="14972" y="12409"/>
                  <a:pt x="15003" y="12439"/>
                </a:cubicBezTo>
                <a:lnTo>
                  <a:pt x="15003" y="12439"/>
                </a:lnTo>
                <a:cubicBezTo>
                  <a:pt x="15033" y="12439"/>
                  <a:pt x="15033" y="12439"/>
                  <a:pt x="15065" y="12409"/>
                </a:cubicBezTo>
                <a:cubicBezTo>
                  <a:pt x="15126" y="12378"/>
                  <a:pt x="15188" y="12378"/>
                  <a:pt x="15188" y="12378"/>
                </a:cubicBezTo>
                <a:cubicBezTo>
                  <a:pt x="15188" y="12346"/>
                  <a:pt x="15219" y="12346"/>
                  <a:pt x="15219" y="12346"/>
                </a:cubicBezTo>
                <a:lnTo>
                  <a:pt x="15312" y="12346"/>
                </a:lnTo>
                <a:cubicBezTo>
                  <a:pt x="15312" y="12346"/>
                  <a:pt x="15312" y="12378"/>
                  <a:pt x="15343" y="12378"/>
                </a:cubicBezTo>
                <a:cubicBezTo>
                  <a:pt x="15373" y="12378"/>
                  <a:pt x="15466" y="12378"/>
                  <a:pt x="15527" y="12378"/>
                </a:cubicBezTo>
                <a:cubicBezTo>
                  <a:pt x="15559" y="12346"/>
                  <a:pt x="15589" y="12378"/>
                  <a:pt x="15620" y="12346"/>
                </a:cubicBezTo>
                <a:cubicBezTo>
                  <a:pt x="15651" y="12316"/>
                  <a:pt x="15682" y="12316"/>
                  <a:pt x="15713" y="12285"/>
                </a:cubicBezTo>
                <a:cubicBezTo>
                  <a:pt x="15744" y="12254"/>
                  <a:pt x="15806" y="12223"/>
                  <a:pt x="15867" y="12162"/>
                </a:cubicBezTo>
                <a:cubicBezTo>
                  <a:pt x="15960" y="12099"/>
                  <a:pt x="16053" y="12007"/>
                  <a:pt x="16114" y="11884"/>
                </a:cubicBezTo>
                <a:cubicBezTo>
                  <a:pt x="16083" y="11884"/>
                  <a:pt x="16207" y="11761"/>
                  <a:pt x="16207" y="11761"/>
                </a:cubicBezTo>
                <a:lnTo>
                  <a:pt x="16268" y="11698"/>
                </a:lnTo>
                <a:cubicBezTo>
                  <a:pt x="16268" y="11637"/>
                  <a:pt x="16330" y="11544"/>
                  <a:pt x="16300" y="11482"/>
                </a:cubicBezTo>
                <a:lnTo>
                  <a:pt x="16300" y="11482"/>
                </a:lnTo>
                <a:cubicBezTo>
                  <a:pt x="16300" y="11451"/>
                  <a:pt x="16300" y="11421"/>
                  <a:pt x="16330" y="11421"/>
                </a:cubicBezTo>
                <a:cubicBezTo>
                  <a:pt x="16330" y="11390"/>
                  <a:pt x="16330" y="11390"/>
                  <a:pt x="16330" y="11390"/>
                </a:cubicBezTo>
                <a:cubicBezTo>
                  <a:pt x="16392" y="11359"/>
                  <a:pt x="16484" y="11328"/>
                  <a:pt x="16515" y="11297"/>
                </a:cubicBezTo>
                <a:cubicBezTo>
                  <a:pt x="16577" y="11267"/>
                  <a:pt x="16577" y="11050"/>
                  <a:pt x="16577" y="11050"/>
                </a:cubicBezTo>
                <a:lnTo>
                  <a:pt x="16547" y="11020"/>
                </a:lnTo>
                <a:cubicBezTo>
                  <a:pt x="16547" y="10988"/>
                  <a:pt x="16547" y="10927"/>
                  <a:pt x="16547" y="10927"/>
                </a:cubicBezTo>
                <a:cubicBezTo>
                  <a:pt x="16547" y="10927"/>
                  <a:pt x="16515" y="10865"/>
                  <a:pt x="16515" y="10834"/>
                </a:cubicBezTo>
                <a:lnTo>
                  <a:pt x="16515" y="10803"/>
                </a:lnTo>
                <a:cubicBezTo>
                  <a:pt x="16547" y="10773"/>
                  <a:pt x="16762" y="10556"/>
                  <a:pt x="16824" y="10526"/>
                </a:cubicBezTo>
                <a:cubicBezTo>
                  <a:pt x="16824" y="10526"/>
                  <a:pt x="16824" y="10526"/>
                  <a:pt x="16855" y="10526"/>
                </a:cubicBezTo>
                <a:cubicBezTo>
                  <a:pt x="16886" y="10494"/>
                  <a:pt x="16978" y="10464"/>
                  <a:pt x="17009" y="10402"/>
                </a:cubicBezTo>
                <a:cubicBezTo>
                  <a:pt x="17041" y="10371"/>
                  <a:pt x="17102" y="10309"/>
                  <a:pt x="17102" y="10279"/>
                </a:cubicBezTo>
                <a:cubicBezTo>
                  <a:pt x="17133" y="10247"/>
                  <a:pt x="17102" y="10155"/>
                  <a:pt x="17102" y="10093"/>
                </a:cubicBezTo>
                <a:cubicBezTo>
                  <a:pt x="17102" y="10063"/>
                  <a:pt x="17102" y="10000"/>
                  <a:pt x="17102" y="9970"/>
                </a:cubicBezTo>
                <a:lnTo>
                  <a:pt x="17102" y="9939"/>
                </a:lnTo>
                <a:cubicBezTo>
                  <a:pt x="17102" y="9908"/>
                  <a:pt x="17102" y="9846"/>
                  <a:pt x="17102" y="9846"/>
                </a:cubicBezTo>
                <a:lnTo>
                  <a:pt x="17102" y="9846"/>
                </a:lnTo>
                <a:cubicBezTo>
                  <a:pt x="17102" y="9816"/>
                  <a:pt x="17102" y="9816"/>
                  <a:pt x="17102" y="9785"/>
                </a:cubicBezTo>
                <a:cubicBezTo>
                  <a:pt x="17102" y="9753"/>
                  <a:pt x="17071" y="9723"/>
                  <a:pt x="17071" y="9692"/>
                </a:cubicBezTo>
                <a:cubicBezTo>
                  <a:pt x="17041" y="9692"/>
                  <a:pt x="17041" y="9661"/>
                  <a:pt x="17009" y="9630"/>
                </a:cubicBezTo>
                <a:lnTo>
                  <a:pt x="17009" y="9630"/>
                </a:lnTo>
                <a:cubicBezTo>
                  <a:pt x="17009" y="9599"/>
                  <a:pt x="17009" y="9506"/>
                  <a:pt x="17009" y="9476"/>
                </a:cubicBezTo>
                <a:lnTo>
                  <a:pt x="16978" y="9445"/>
                </a:lnTo>
                <a:cubicBezTo>
                  <a:pt x="16978" y="9445"/>
                  <a:pt x="16978" y="9415"/>
                  <a:pt x="17009" y="9383"/>
                </a:cubicBezTo>
                <a:cubicBezTo>
                  <a:pt x="17009" y="9383"/>
                  <a:pt x="16978" y="9322"/>
                  <a:pt x="16948" y="9322"/>
                </a:cubicBezTo>
                <a:cubicBezTo>
                  <a:pt x="16917" y="9291"/>
                  <a:pt x="16948" y="9229"/>
                  <a:pt x="16948" y="9198"/>
                </a:cubicBezTo>
                <a:cubicBezTo>
                  <a:pt x="16948" y="9198"/>
                  <a:pt x="16978" y="9168"/>
                  <a:pt x="16978" y="9136"/>
                </a:cubicBezTo>
                <a:cubicBezTo>
                  <a:pt x="16978" y="9136"/>
                  <a:pt x="17009" y="9105"/>
                  <a:pt x="17009" y="9075"/>
                </a:cubicBezTo>
                <a:cubicBezTo>
                  <a:pt x="17041" y="9075"/>
                  <a:pt x="17071" y="9044"/>
                  <a:pt x="17071" y="8982"/>
                </a:cubicBezTo>
                <a:cubicBezTo>
                  <a:pt x="17071" y="8951"/>
                  <a:pt x="17102" y="8921"/>
                  <a:pt x="17133" y="8889"/>
                </a:cubicBezTo>
                <a:cubicBezTo>
                  <a:pt x="17164" y="8858"/>
                  <a:pt x="17195" y="8828"/>
                  <a:pt x="17195" y="8797"/>
                </a:cubicBezTo>
                <a:lnTo>
                  <a:pt x="17225" y="8797"/>
                </a:lnTo>
                <a:lnTo>
                  <a:pt x="17225" y="8797"/>
                </a:lnTo>
                <a:cubicBezTo>
                  <a:pt x="17225" y="8797"/>
                  <a:pt x="17256" y="8735"/>
                  <a:pt x="17288" y="8674"/>
                </a:cubicBezTo>
                <a:lnTo>
                  <a:pt x="17288" y="8674"/>
                </a:lnTo>
                <a:cubicBezTo>
                  <a:pt x="17349" y="8611"/>
                  <a:pt x="17411" y="8550"/>
                  <a:pt x="17442" y="8488"/>
                </a:cubicBezTo>
                <a:cubicBezTo>
                  <a:pt x="17503" y="8427"/>
                  <a:pt x="17596" y="8395"/>
                  <a:pt x="17658" y="8334"/>
                </a:cubicBezTo>
                <a:cubicBezTo>
                  <a:pt x="17719" y="8272"/>
                  <a:pt x="17782" y="8210"/>
                  <a:pt x="17843" y="8118"/>
                </a:cubicBezTo>
                <a:cubicBezTo>
                  <a:pt x="17873" y="8087"/>
                  <a:pt x="17905" y="8025"/>
                  <a:pt x="17905" y="7963"/>
                </a:cubicBezTo>
                <a:cubicBezTo>
                  <a:pt x="17936" y="7933"/>
                  <a:pt x="17936" y="7871"/>
                  <a:pt x="17966" y="7840"/>
                </a:cubicBezTo>
                <a:cubicBezTo>
                  <a:pt x="17997" y="7809"/>
                  <a:pt x="17997" y="7747"/>
                  <a:pt x="18029" y="7716"/>
                </a:cubicBezTo>
                <a:cubicBezTo>
                  <a:pt x="18059" y="7716"/>
                  <a:pt x="18059" y="7686"/>
                  <a:pt x="18059" y="7654"/>
                </a:cubicBezTo>
                <a:cubicBezTo>
                  <a:pt x="18090" y="7593"/>
                  <a:pt x="18120" y="7562"/>
                  <a:pt x="18120" y="7500"/>
                </a:cubicBezTo>
                <a:lnTo>
                  <a:pt x="18120" y="7470"/>
                </a:lnTo>
                <a:cubicBezTo>
                  <a:pt x="18120" y="7470"/>
                  <a:pt x="18152" y="7407"/>
                  <a:pt x="18120" y="7377"/>
                </a:cubicBezTo>
                <a:cubicBezTo>
                  <a:pt x="18090" y="7377"/>
                  <a:pt x="18183" y="7284"/>
                  <a:pt x="18090" y="7284"/>
                </a:cubicBezTo>
                <a:cubicBezTo>
                  <a:pt x="18059" y="7284"/>
                  <a:pt x="18059" y="7315"/>
                  <a:pt x="18059" y="7346"/>
                </a:cubicBezTo>
                <a:cubicBezTo>
                  <a:pt x="18029" y="7346"/>
                  <a:pt x="17997" y="7346"/>
                  <a:pt x="17997" y="7346"/>
                </a:cubicBezTo>
                <a:cubicBezTo>
                  <a:pt x="17936" y="7377"/>
                  <a:pt x="17873" y="7377"/>
                  <a:pt x="17843" y="7377"/>
                </a:cubicBezTo>
                <a:cubicBezTo>
                  <a:pt x="17812" y="7407"/>
                  <a:pt x="17782" y="7377"/>
                  <a:pt x="17750" y="7377"/>
                </a:cubicBezTo>
                <a:cubicBezTo>
                  <a:pt x="17719" y="7407"/>
                  <a:pt x="17719" y="7439"/>
                  <a:pt x="17658" y="7439"/>
                </a:cubicBezTo>
                <a:lnTo>
                  <a:pt x="17626" y="7439"/>
                </a:lnTo>
                <a:cubicBezTo>
                  <a:pt x="17596" y="7407"/>
                  <a:pt x="17596" y="7439"/>
                  <a:pt x="17565" y="7439"/>
                </a:cubicBezTo>
                <a:cubicBezTo>
                  <a:pt x="17535" y="7439"/>
                  <a:pt x="17503" y="7500"/>
                  <a:pt x="17442" y="7470"/>
                </a:cubicBezTo>
                <a:cubicBezTo>
                  <a:pt x="17442" y="7439"/>
                  <a:pt x="17411" y="7407"/>
                  <a:pt x="17379" y="7377"/>
                </a:cubicBezTo>
                <a:cubicBezTo>
                  <a:pt x="17379" y="7377"/>
                  <a:pt x="17379" y="7346"/>
                  <a:pt x="17349" y="7346"/>
                </a:cubicBezTo>
                <a:cubicBezTo>
                  <a:pt x="17349" y="7346"/>
                  <a:pt x="17318" y="7346"/>
                  <a:pt x="17288" y="7346"/>
                </a:cubicBezTo>
                <a:cubicBezTo>
                  <a:pt x="17318" y="7346"/>
                  <a:pt x="17318" y="7315"/>
                  <a:pt x="17349" y="7315"/>
                </a:cubicBezTo>
                <a:cubicBezTo>
                  <a:pt x="17379" y="7284"/>
                  <a:pt x="17349" y="7224"/>
                  <a:pt x="17318" y="7224"/>
                </a:cubicBezTo>
                <a:cubicBezTo>
                  <a:pt x="17349" y="7224"/>
                  <a:pt x="17349" y="7193"/>
                  <a:pt x="17318" y="7193"/>
                </a:cubicBezTo>
                <a:cubicBezTo>
                  <a:pt x="17318" y="7193"/>
                  <a:pt x="17318" y="7193"/>
                  <a:pt x="17288" y="7161"/>
                </a:cubicBezTo>
                <a:cubicBezTo>
                  <a:pt x="17288" y="7161"/>
                  <a:pt x="17102" y="7007"/>
                  <a:pt x="17102" y="6977"/>
                </a:cubicBezTo>
                <a:cubicBezTo>
                  <a:pt x="17071" y="6946"/>
                  <a:pt x="17071" y="6977"/>
                  <a:pt x="17041" y="6946"/>
                </a:cubicBezTo>
                <a:cubicBezTo>
                  <a:pt x="17009" y="6884"/>
                  <a:pt x="17041" y="6946"/>
                  <a:pt x="17009" y="6946"/>
                </a:cubicBezTo>
                <a:cubicBezTo>
                  <a:pt x="17009" y="6977"/>
                  <a:pt x="16917" y="6637"/>
                  <a:pt x="16886" y="6637"/>
                </a:cubicBezTo>
                <a:cubicBezTo>
                  <a:pt x="16886" y="6637"/>
                  <a:pt x="16794" y="6544"/>
                  <a:pt x="16762" y="6513"/>
                </a:cubicBezTo>
                <a:cubicBezTo>
                  <a:pt x="16731" y="6483"/>
                  <a:pt x="16731" y="6420"/>
                  <a:pt x="16731" y="6390"/>
                </a:cubicBezTo>
                <a:cubicBezTo>
                  <a:pt x="16731" y="6359"/>
                  <a:pt x="16731" y="6329"/>
                  <a:pt x="16731" y="6297"/>
                </a:cubicBezTo>
                <a:cubicBezTo>
                  <a:pt x="16731" y="6236"/>
                  <a:pt x="16701" y="6174"/>
                  <a:pt x="16701" y="6174"/>
                </a:cubicBezTo>
                <a:cubicBezTo>
                  <a:pt x="16670" y="6174"/>
                  <a:pt x="16577" y="6112"/>
                  <a:pt x="16577" y="6112"/>
                </a:cubicBezTo>
                <a:cubicBezTo>
                  <a:pt x="16577" y="6082"/>
                  <a:pt x="16577" y="6082"/>
                  <a:pt x="16577" y="6082"/>
                </a:cubicBezTo>
                <a:cubicBezTo>
                  <a:pt x="16577" y="6050"/>
                  <a:pt x="16547" y="5958"/>
                  <a:pt x="16515" y="5927"/>
                </a:cubicBezTo>
                <a:cubicBezTo>
                  <a:pt x="16484" y="5896"/>
                  <a:pt x="16423" y="5711"/>
                  <a:pt x="16392" y="5680"/>
                </a:cubicBezTo>
                <a:cubicBezTo>
                  <a:pt x="16392" y="5680"/>
                  <a:pt x="16300" y="5495"/>
                  <a:pt x="16268" y="5433"/>
                </a:cubicBezTo>
                <a:cubicBezTo>
                  <a:pt x="16238" y="5433"/>
                  <a:pt x="16268" y="5402"/>
                  <a:pt x="16238" y="5371"/>
                </a:cubicBezTo>
                <a:cubicBezTo>
                  <a:pt x="16207" y="5371"/>
                  <a:pt x="16238" y="5371"/>
                  <a:pt x="16268" y="5371"/>
                </a:cubicBezTo>
                <a:cubicBezTo>
                  <a:pt x="16300" y="5402"/>
                  <a:pt x="16330" y="5464"/>
                  <a:pt x="16330" y="5495"/>
                </a:cubicBezTo>
                <a:cubicBezTo>
                  <a:pt x="16330" y="5495"/>
                  <a:pt x="16392" y="5556"/>
                  <a:pt x="16454" y="5526"/>
                </a:cubicBezTo>
                <a:lnTo>
                  <a:pt x="16484" y="5526"/>
                </a:lnTo>
                <a:cubicBezTo>
                  <a:pt x="16515" y="5526"/>
                  <a:pt x="16515" y="5588"/>
                  <a:pt x="16547" y="5588"/>
                </a:cubicBezTo>
                <a:cubicBezTo>
                  <a:pt x="16547" y="5649"/>
                  <a:pt x="16639" y="5742"/>
                  <a:pt x="16670" y="5772"/>
                </a:cubicBezTo>
                <a:cubicBezTo>
                  <a:pt x="16670" y="5803"/>
                  <a:pt x="16701" y="5835"/>
                  <a:pt x="16731" y="5865"/>
                </a:cubicBezTo>
                <a:lnTo>
                  <a:pt x="16701" y="5896"/>
                </a:lnTo>
                <a:cubicBezTo>
                  <a:pt x="16731" y="5927"/>
                  <a:pt x="16731" y="5927"/>
                  <a:pt x="16762" y="5958"/>
                </a:cubicBezTo>
                <a:cubicBezTo>
                  <a:pt x="16794" y="6019"/>
                  <a:pt x="16855" y="6112"/>
                  <a:pt x="16886" y="6143"/>
                </a:cubicBezTo>
                <a:cubicBezTo>
                  <a:pt x="16917" y="6143"/>
                  <a:pt x="16917" y="6174"/>
                  <a:pt x="16917" y="6174"/>
                </a:cubicBezTo>
                <a:cubicBezTo>
                  <a:pt x="16917" y="6236"/>
                  <a:pt x="16948" y="6329"/>
                  <a:pt x="16948" y="6329"/>
                </a:cubicBezTo>
                <a:cubicBezTo>
                  <a:pt x="16948" y="6329"/>
                  <a:pt x="16978" y="6390"/>
                  <a:pt x="17009" y="6390"/>
                </a:cubicBezTo>
                <a:lnTo>
                  <a:pt x="17041" y="6420"/>
                </a:lnTo>
                <a:lnTo>
                  <a:pt x="17041" y="6420"/>
                </a:lnTo>
                <a:cubicBezTo>
                  <a:pt x="17102" y="6544"/>
                  <a:pt x="17164" y="6637"/>
                  <a:pt x="17164" y="6667"/>
                </a:cubicBezTo>
                <a:cubicBezTo>
                  <a:pt x="17195" y="6667"/>
                  <a:pt x="17256" y="6760"/>
                  <a:pt x="17256" y="6791"/>
                </a:cubicBezTo>
                <a:cubicBezTo>
                  <a:pt x="17288" y="6823"/>
                  <a:pt x="17256" y="6884"/>
                  <a:pt x="17288" y="6946"/>
                </a:cubicBezTo>
                <a:cubicBezTo>
                  <a:pt x="17288" y="6946"/>
                  <a:pt x="17318" y="7069"/>
                  <a:pt x="17349" y="7100"/>
                </a:cubicBezTo>
                <a:lnTo>
                  <a:pt x="17349" y="7100"/>
                </a:lnTo>
                <a:cubicBezTo>
                  <a:pt x="17349" y="7161"/>
                  <a:pt x="17379" y="7224"/>
                  <a:pt x="17379" y="7224"/>
                </a:cubicBezTo>
                <a:cubicBezTo>
                  <a:pt x="17472" y="7254"/>
                  <a:pt x="17535" y="7193"/>
                  <a:pt x="17596" y="7161"/>
                </a:cubicBezTo>
                <a:cubicBezTo>
                  <a:pt x="17658" y="7161"/>
                  <a:pt x="17689" y="7131"/>
                  <a:pt x="17719" y="7131"/>
                </a:cubicBezTo>
                <a:cubicBezTo>
                  <a:pt x="17719" y="7131"/>
                  <a:pt x="17719" y="7131"/>
                  <a:pt x="17750" y="7131"/>
                </a:cubicBezTo>
                <a:cubicBezTo>
                  <a:pt x="17750" y="7100"/>
                  <a:pt x="17782" y="7100"/>
                  <a:pt x="17782" y="7100"/>
                </a:cubicBezTo>
                <a:cubicBezTo>
                  <a:pt x="17812" y="7100"/>
                  <a:pt x="17843" y="7069"/>
                  <a:pt x="17843" y="7069"/>
                </a:cubicBezTo>
                <a:cubicBezTo>
                  <a:pt x="17873" y="7069"/>
                  <a:pt x="17873" y="7069"/>
                  <a:pt x="17873" y="7069"/>
                </a:cubicBezTo>
                <a:cubicBezTo>
                  <a:pt x="17873" y="7069"/>
                  <a:pt x="17905" y="7069"/>
                  <a:pt x="17905" y="7038"/>
                </a:cubicBezTo>
                <a:cubicBezTo>
                  <a:pt x="17905" y="7038"/>
                  <a:pt x="17966" y="7007"/>
                  <a:pt x="17997" y="6977"/>
                </a:cubicBezTo>
                <a:cubicBezTo>
                  <a:pt x="18059" y="6977"/>
                  <a:pt x="18152" y="6946"/>
                  <a:pt x="18152" y="6946"/>
                </a:cubicBezTo>
                <a:lnTo>
                  <a:pt x="18213" y="6914"/>
                </a:lnTo>
                <a:cubicBezTo>
                  <a:pt x="18213" y="6884"/>
                  <a:pt x="18213" y="6884"/>
                  <a:pt x="18213" y="6884"/>
                </a:cubicBezTo>
                <a:cubicBezTo>
                  <a:pt x="18244" y="6853"/>
                  <a:pt x="18244" y="6823"/>
                  <a:pt x="18244" y="6823"/>
                </a:cubicBezTo>
                <a:cubicBezTo>
                  <a:pt x="18275" y="6791"/>
                  <a:pt x="18306" y="6791"/>
                  <a:pt x="18367" y="6760"/>
                </a:cubicBezTo>
                <a:cubicBezTo>
                  <a:pt x="18399" y="6730"/>
                  <a:pt x="18430" y="6760"/>
                  <a:pt x="18460" y="6760"/>
                </a:cubicBezTo>
                <a:cubicBezTo>
                  <a:pt x="18491" y="6760"/>
                  <a:pt x="18491" y="6730"/>
                  <a:pt x="18491" y="6699"/>
                </a:cubicBezTo>
                <a:cubicBezTo>
                  <a:pt x="18460" y="6637"/>
                  <a:pt x="18584" y="6667"/>
                  <a:pt x="18584" y="6637"/>
                </a:cubicBezTo>
                <a:cubicBezTo>
                  <a:pt x="18646" y="6606"/>
                  <a:pt x="18584" y="6544"/>
                  <a:pt x="18677" y="6544"/>
                </a:cubicBezTo>
                <a:cubicBezTo>
                  <a:pt x="18738" y="6513"/>
                  <a:pt x="18707" y="6544"/>
                  <a:pt x="18707" y="6483"/>
                </a:cubicBezTo>
                <a:cubicBezTo>
                  <a:pt x="18707" y="6452"/>
                  <a:pt x="18707" y="6420"/>
                  <a:pt x="18738" y="6390"/>
                </a:cubicBezTo>
                <a:cubicBezTo>
                  <a:pt x="18738" y="6390"/>
                  <a:pt x="18738" y="6329"/>
                  <a:pt x="18769" y="6359"/>
                </a:cubicBezTo>
                <a:cubicBezTo>
                  <a:pt x="18769" y="6359"/>
                  <a:pt x="18738" y="6390"/>
                  <a:pt x="18769" y="6390"/>
                </a:cubicBezTo>
                <a:cubicBezTo>
                  <a:pt x="18769" y="6359"/>
                  <a:pt x="18800" y="6329"/>
                  <a:pt x="18800" y="6329"/>
                </a:cubicBezTo>
                <a:lnTo>
                  <a:pt x="18800" y="6329"/>
                </a:lnTo>
                <a:cubicBezTo>
                  <a:pt x="18800" y="6329"/>
                  <a:pt x="18924" y="6143"/>
                  <a:pt x="18893" y="6143"/>
                </a:cubicBezTo>
                <a:cubicBezTo>
                  <a:pt x="18831" y="6143"/>
                  <a:pt x="18800" y="5989"/>
                  <a:pt x="18738" y="6019"/>
                </a:cubicBezTo>
                <a:cubicBezTo>
                  <a:pt x="18738" y="6019"/>
                  <a:pt x="18646" y="5989"/>
                  <a:pt x="18614" y="5989"/>
                </a:cubicBezTo>
                <a:cubicBezTo>
                  <a:pt x="18584" y="5958"/>
                  <a:pt x="18553" y="5927"/>
                  <a:pt x="18553" y="5896"/>
                </a:cubicBezTo>
                <a:lnTo>
                  <a:pt x="18553" y="5896"/>
                </a:lnTo>
                <a:cubicBezTo>
                  <a:pt x="18553" y="5865"/>
                  <a:pt x="18553" y="5835"/>
                  <a:pt x="18522" y="5835"/>
                </a:cubicBezTo>
                <a:cubicBezTo>
                  <a:pt x="18522" y="5772"/>
                  <a:pt x="18522" y="5772"/>
                  <a:pt x="18522" y="5742"/>
                </a:cubicBezTo>
                <a:lnTo>
                  <a:pt x="18522" y="5742"/>
                </a:lnTo>
                <a:lnTo>
                  <a:pt x="18522" y="5742"/>
                </a:lnTo>
                <a:cubicBezTo>
                  <a:pt x="18491" y="5742"/>
                  <a:pt x="18491" y="5742"/>
                  <a:pt x="18491" y="5742"/>
                </a:cubicBezTo>
                <a:cubicBezTo>
                  <a:pt x="18491" y="5742"/>
                  <a:pt x="18491" y="5803"/>
                  <a:pt x="18460" y="5803"/>
                </a:cubicBezTo>
                <a:lnTo>
                  <a:pt x="18460" y="5803"/>
                </a:lnTo>
                <a:cubicBezTo>
                  <a:pt x="18430" y="5835"/>
                  <a:pt x="18399" y="5865"/>
                  <a:pt x="18399" y="5865"/>
                </a:cubicBezTo>
                <a:cubicBezTo>
                  <a:pt x="18367" y="5896"/>
                  <a:pt x="18367" y="5927"/>
                  <a:pt x="18337" y="5927"/>
                </a:cubicBezTo>
                <a:cubicBezTo>
                  <a:pt x="18337" y="5958"/>
                  <a:pt x="18306" y="5958"/>
                  <a:pt x="18244" y="5958"/>
                </a:cubicBezTo>
                <a:cubicBezTo>
                  <a:pt x="18213" y="5958"/>
                  <a:pt x="18183" y="5958"/>
                  <a:pt x="18120" y="5958"/>
                </a:cubicBezTo>
                <a:lnTo>
                  <a:pt x="18120" y="5958"/>
                </a:lnTo>
                <a:cubicBezTo>
                  <a:pt x="18120" y="5958"/>
                  <a:pt x="18120" y="5958"/>
                  <a:pt x="18090" y="5958"/>
                </a:cubicBezTo>
                <a:lnTo>
                  <a:pt x="18090" y="5958"/>
                </a:lnTo>
                <a:lnTo>
                  <a:pt x="18090" y="5958"/>
                </a:lnTo>
                <a:lnTo>
                  <a:pt x="18090" y="5958"/>
                </a:lnTo>
                <a:cubicBezTo>
                  <a:pt x="18090" y="5958"/>
                  <a:pt x="18090" y="5958"/>
                  <a:pt x="18059" y="5958"/>
                </a:cubicBezTo>
                <a:lnTo>
                  <a:pt x="18059" y="5927"/>
                </a:lnTo>
                <a:lnTo>
                  <a:pt x="18090" y="5927"/>
                </a:lnTo>
                <a:cubicBezTo>
                  <a:pt x="18059" y="5896"/>
                  <a:pt x="18059" y="5772"/>
                  <a:pt x="18090" y="5772"/>
                </a:cubicBezTo>
                <a:cubicBezTo>
                  <a:pt x="18090" y="5772"/>
                  <a:pt x="18029" y="5711"/>
                  <a:pt x="18029" y="5772"/>
                </a:cubicBezTo>
                <a:lnTo>
                  <a:pt x="18029" y="5772"/>
                </a:lnTo>
                <a:cubicBezTo>
                  <a:pt x="18029" y="5803"/>
                  <a:pt x="18029" y="5803"/>
                  <a:pt x="18029" y="5803"/>
                </a:cubicBezTo>
                <a:lnTo>
                  <a:pt x="17997" y="5835"/>
                </a:lnTo>
                <a:cubicBezTo>
                  <a:pt x="18029" y="5835"/>
                  <a:pt x="18029" y="5865"/>
                  <a:pt x="18029" y="5896"/>
                </a:cubicBezTo>
                <a:lnTo>
                  <a:pt x="17997" y="5865"/>
                </a:lnTo>
                <a:cubicBezTo>
                  <a:pt x="17966" y="5865"/>
                  <a:pt x="17966" y="5803"/>
                  <a:pt x="17936" y="5772"/>
                </a:cubicBezTo>
                <a:lnTo>
                  <a:pt x="17936" y="5772"/>
                </a:lnTo>
                <a:lnTo>
                  <a:pt x="17936" y="5772"/>
                </a:lnTo>
                <a:cubicBezTo>
                  <a:pt x="17936" y="5742"/>
                  <a:pt x="17936" y="5742"/>
                  <a:pt x="17936" y="5742"/>
                </a:cubicBezTo>
                <a:lnTo>
                  <a:pt x="17936" y="5711"/>
                </a:lnTo>
                <a:cubicBezTo>
                  <a:pt x="17936" y="5711"/>
                  <a:pt x="17936" y="5711"/>
                  <a:pt x="17905" y="5680"/>
                </a:cubicBezTo>
                <a:lnTo>
                  <a:pt x="17905" y="5680"/>
                </a:lnTo>
                <a:cubicBezTo>
                  <a:pt x="17873" y="5649"/>
                  <a:pt x="17873" y="5649"/>
                  <a:pt x="17843" y="5618"/>
                </a:cubicBezTo>
                <a:lnTo>
                  <a:pt x="17812" y="5618"/>
                </a:lnTo>
                <a:cubicBezTo>
                  <a:pt x="17812" y="5588"/>
                  <a:pt x="17812" y="5588"/>
                  <a:pt x="17812" y="5588"/>
                </a:cubicBezTo>
                <a:cubicBezTo>
                  <a:pt x="17782" y="5588"/>
                  <a:pt x="17782" y="5588"/>
                  <a:pt x="17782" y="5556"/>
                </a:cubicBezTo>
                <a:lnTo>
                  <a:pt x="17782" y="5556"/>
                </a:lnTo>
                <a:cubicBezTo>
                  <a:pt x="17782" y="5526"/>
                  <a:pt x="17750" y="5526"/>
                  <a:pt x="17750" y="5495"/>
                </a:cubicBezTo>
                <a:cubicBezTo>
                  <a:pt x="17750" y="5464"/>
                  <a:pt x="17750" y="5495"/>
                  <a:pt x="17750" y="5495"/>
                </a:cubicBezTo>
                <a:cubicBezTo>
                  <a:pt x="17750" y="5464"/>
                  <a:pt x="17719" y="5464"/>
                  <a:pt x="17719" y="5433"/>
                </a:cubicBezTo>
                <a:cubicBezTo>
                  <a:pt x="17689" y="5402"/>
                  <a:pt x="17689" y="5402"/>
                  <a:pt x="17689" y="5402"/>
                </a:cubicBezTo>
                <a:lnTo>
                  <a:pt x="17689" y="5402"/>
                </a:lnTo>
                <a:lnTo>
                  <a:pt x="17689" y="5402"/>
                </a:lnTo>
                <a:lnTo>
                  <a:pt x="17689" y="5402"/>
                </a:lnTo>
                <a:cubicBezTo>
                  <a:pt x="17689" y="5371"/>
                  <a:pt x="17689" y="5371"/>
                  <a:pt x="17689" y="5371"/>
                </a:cubicBezTo>
                <a:lnTo>
                  <a:pt x="17689" y="5371"/>
                </a:lnTo>
                <a:cubicBezTo>
                  <a:pt x="17689" y="5341"/>
                  <a:pt x="17689" y="5341"/>
                  <a:pt x="17689" y="5341"/>
                </a:cubicBezTo>
                <a:cubicBezTo>
                  <a:pt x="17689" y="5341"/>
                  <a:pt x="17689" y="5341"/>
                  <a:pt x="17689" y="5309"/>
                </a:cubicBezTo>
                <a:cubicBezTo>
                  <a:pt x="17689" y="5309"/>
                  <a:pt x="17689" y="5309"/>
                  <a:pt x="17719" y="5309"/>
                </a:cubicBezTo>
                <a:lnTo>
                  <a:pt x="17719" y="5309"/>
                </a:lnTo>
                <a:lnTo>
                  <a:pt x="17750" y="5309"/>
                </a:lnTo>
                <a:cubicBezTo>
                  <a:pt x="17750" y="5341"/>
                  <a:pt x="17782" y="5309"/>
                  <a:pt x="17812" y="5309"/>
                </a:cubicBezTo>
                <a:cubicBezTo>
                  <a:pt x="17812" y="5309"/>
                  <a:pt x="17843" y="5309"/>
                  <a:pt x="17873" y="5309"/>
                </a:cubicBezTo>
                <a:cubicBezTo>
                  <a:pt x="17905" y="5309"/>
                  <a:pt x="17905" y="5341"/>
                  <a:pt x="17936" y="5371"/>
                </a:cubicBezTo>
                <a:cubicBezTo>
                  <a:pt x="17936" y="5402"/>
                  <a:pt x="17966" y="5433"/>
                  <a:pt x="17997" y="5495"/>
                </a:cubicBezTo>
                <a:lnTo>
                  <a:pt x="17997" y="5495"/>
                </a:lnTo>
                <a:cubicBezTo>
                  <a:pt x="18029" y="5526"/>
                  <a:pt x="18029" y="5526"/>
                  <a:pt x="18029" y="5526"/>
                </a:cubicBezTo>
                <a:cubicBezTo>
                  <a:pt x="18029" y="5556"/>
                  <a:pt x="18120" y="5556"/>
                  <a:pt x="18152" y="5588"/>
                </a:cubicBezTo>
                <a:cubicBezTo>
                  <a:pt x="18183" y="5618"/>
                  <a:pt x="18152" y="5618"/>
                  <a:pt x="18183" y="5649"/>
                </a:cubicBezTo>
                <a:cubicBezTo>
                  <a:pt x="18213" y="5649"/>
                  <a:pt x="18275" y="5680"/>
                  <a:pt x="18275" y="5680"/>
                </a:cubicBezTo>
                <a:cubicBezTo>
                  <a:pt x="18337" y="5680"/>
                  <a:pt x="18367" y="5742"/>
                  <a:pt x="18399" y="5680"/>
                </a:cubicBezTo>
                <a:lnTo>
                  <a:pt x="18460" y="5649"/>
                </a:lnTo>
                <a:cubicBezTo>
                  <a:pt x="18491" y="5649"/>
                  <a:pt x="18522" y="5618"/>
                  <a:pt x="18553" y="5649"/>
                </a:cubicBezTo>
                <a:cubicBezTo>
                  <a:pt x="18584" y="5649"/>
                  <a:pt x="18584" y="5680"/>
                  <a:pt x="18584" y="5742"/>
                </a:cubicBezTo>
                <a:cubicBezTo>
                  <a:pt x="18584" y="5742"/>
                  <a:pt x="18614" y="5772"/>
                  <a:pt x="18614" y="5803"/>
                </a:cubicBezTo>
                <a:cubicBezTo>
                  <a:pt x="18614" y="5803"/>
                  <a:pt x="18707" y="5803"/>
                  <a:pt x="18738" y="5835"/>
                </a:cubicBezTo>
                <a:cubicBezTo>
                  <a:pt x="18800" y="5865"/>
                  <a:pt x="18861" y="5835"/>
                  <a:pt x="18924" y="5835"/>
                </a:cubicBezTo>
                <a:cubicBezTo>
                  <a:pt x="18985" y="5865"/>
                  <a:pt x="19140" y="5896"/>
                  <a:pt x="19170" y="5896"/>
                </a:cubicBezTo>
                <a:cubicBezTo>
                  <a:pt x="19201" y="5896"/>
                  <a:pt x="19232" y="5865"/>
                  <a:pt x="19263" y="5835"/>
                </a:cubicBezTo>
                <a:lnTo>
                  <a:pt x="19294" y="5835"/>
                </a:lnTo>
                <a:lnTo>
                  <a:pt x="19325" y="5865"/>
                </a:lnTo>
                <a:cubicBezTo>
                  <a:pt x="19325" y="5835"/>
                  <a:pt x="19355" y="5835"/>
                  <a:pt x="19387" y="5835"/>
                </a:cubicBezTo>
                <a:cubicBezTo>
                  <a:pt x="19387" y="5835"/>
                  <a:pt x="19448" y="5835"/>
                  <a:pt x="19479" y="5835"/>
                </a:cubicBezTo>
                <a:lnTo>
                  <a:pt x="19510" y="5835"/>
                </a:lnTo>
                <a:cubicBezTo>
                  <a:pt x="19510" y="5865"/>
                  <a:pt x="19510" y="5865"/>
                  <a:pt x="19510" y="5896"/>
                </a:cubicBezTo>
                <a:cubicBezTo>
                  <a:pt x="19510" y="5927"/>
                  <a:pt x="19541" y="5927"/>
                  <a:pt x="19541" y="5927"/>
                </a:cubicBezTo>
                <a:cubicBezTo>
                  <a:pt x="19572" y="5927"/>
                  <a:pt x="19541" y="5958"/>
                  <a:pt x="19572" y="5958"/>
                </a:cubicBezTo>
                <a:cubicBezTo>
                  <a:pt x="19572" y="5958"/>
                  <a:pt x="19602" y="5989"/>
                  <a:pt x="19634" y="5989"/>
                </a:cubicBezTo>
                <a:cubicBezTo>
                  <a:pt x="19634" y="5989"/>
                  <a:pt x="19664" y="5989"/>
                  <a:pt x="19664" y="6019"/>
                </a:cubicBezTo>
                <a:cubicBezTo>
                  <a:pt x="19664" y="6019"/>
                  <a:pt x="19664" y="6019"/>
                  <a:pt x="19695" y="6019"/>
                </a:cubicBezTo>
                <a:lnTo>
                  <a:pt x="19695" y="6019"/>
                </a:lnTo>
                <a:cubicBezTo>
                  <a:pt x="19726" y="6019"/>
                  <a:pt x="19726" y="6112"/>
                  <a:pt x="19788" y="6112"/>
                </a:cubicBezTo>
                <a:cubicBezTo>
                  <a:pt x="19788" y="6112"/>
                  <a:pt x="19881" y="6112"/>
                  <a:pt x="19881" y="6082"/>
                </a:cubicBezTo>
                <a:cubicBezTo>
                  <a:pt x="19881" y="6112"/>
                  <a:pt x="19881" y="6082"/>
                  <a:pt x="19881" y="6082"/>
                </a:cubicBezTo>
                <a:lnTo>
                  <a:pt x="19881" y="6082"/>
                </a:lnTo>
                <a:cubicBezTo>
                  <a:pt x="19881" y="6112"/>
                  <a:pt x="19849" y="6143"/>
                  <a:pt x="19849" y="6143"/>
                </a:cubicBezTo>
                <a:cubicBezTo>
                  <a:pt x="19849" y="6143"/>
                  <a:pt x="19788" y="6143"/>
                  <a:pt x="19757" y="6143"/>
                </a:cubicBezTo>
                <a:cubicBezTo>
                  <a:pt x="19757" y="6143"/>
                  <a:pt x="19757" y="6143"/>
                  <a:pt x="19757" y="6174"/>
                </a:cubicBezTo>
                <a:lnTo>
                  <a:pt x="19757" y="6205"/>
                </a:lnTo>
                <a:cubicBezTo>
                  <a:pt x="19788" y="6236"/>
                  <a:pt x="19788" y="6266"/>
                  <a:pt x="19819" y="6266"/>
                </a:cubicBezTo>
                <a:cubicBezTo>
                  <a:pt x="19819" y="6297"/>
                  <a:pt x="19881" y="6297"/>
                  <a:pt x="19911" y="6329"/>
                </a:cubicBezTo>
                <a:cubicBezTo>
                  <a:pt x="19942" y="6329"/>
                  <a:pt x="19942" y="6329"/>
                  <a:pt x="19973" y="6329"/>
                </a:cubicBezTo>
                <a:cubicBezTo>
                  <a:pt x="19973" y="6329"/>
                  <a:pt x="20004" y="6329"/>
                  <a:pt x="20035" y="6297"/>
                </a:cubicBezTo>
                <a:cubicBezTo>
                  <a:pt x="20035" y="6297"/>
                  <a:pt x="20065" y="6297"/>
                  <a:pt x="20065" y="6266"/>
                </a:cubicBezTo>
                <a:cubicBezTo>
                  <a:pt x="20096" y="6266"/>
                  <a:pt x="20096" y="6236"/>
                  <a:pt x="20096" y="6236"/>
                </a:cubicBezTo>
                <a:cubicBezTo>
                  <a:pt x="20096" y="6236"/>
                  <a:pt x="20096" y="6236"/>
                  <a:pt x="20096" y="6205"/>
                </a:cubicBezTo>
                <a:cubicBezTo>
                  <a:pt x="20096" y="6174"/>
                  <a:pt x="20096" y="6174"/>
                  <a:pt x="20096" y="6174"/>
                </a:cubicBezTo>
                <a:lnTo>
                  <a:pt x="20096" y="6174"/>
                </a:lnTo>
                <a:cubicBezTo>
                  <a:pt x="20096" y="6174"/>
                  <a:pt x="20096" y="6174"/>
                  <a:pt x="20128" y="6174"/>
                </a:cubicBezTo>
                <a:cubicBezTo>
                  <a:pt x="20128" y="6174"/>
                  <a:pt x="20096" y="6174"/>
                  <a:pt x="20096" y="6205"/>
                </a:cubicBezTo>
                <a:lnTo>
                  <a:pt x="20096" y="6205"/>
                </a:lnTo>
                <a:lnTo>
                  <a:pt x="20128" y="6205"/>
                </a:lnTo>
                <a:cubicBezTo>
                  <a:pt x="20096" y="6236"/>
                  <a:pt x="20096" y="6236"/>
                  <a:pt x="20128" y="6236"/>
                </a:cubicBezTo>
                <a:lnTo>
                  <a:pt x="20128" y="6236"/>
                </a:lnTo>
                <a:cubicBezTo>
                  <a:pt x="20128" y="6266"/>
                  <a:pt x="20096" y="6266"/>
                  <a:pt x="20128" y="6266"/>
                </a:cubicBezTo>
                <a:lnTo>
                  <a:pt x="20128" y="6297"/>
                </a:lnTo>
                <a:cubicBezTo>
                  <a:pt x="20128" y="6297"/>
                  <a:pt x="20128" y="6329"/>
                  <a:pt x="20128" y="6359"/>
                </a:cubicBezTo>
                <a:cubicBezTo>
                  <a:pt x="20128" y="6390"/>
                  <a:pt x="20128" y="6452"/>
                  <a:pt x="20128" y="6452"/>
                </a:cubicBezTo>
                <a:cubicBezTo>
                  <a:pt x="20128" y="6483"/>
                  <a:pt x="20189" y="6576"/>
                  <a:pt x="20189" y="6606"/>
                </a:cubicBezTo>
                <a:lnTo>
                  <a:pt x="20189" y="6637"/>
                </a:lnTo>
                <a:cubicBezTo>
                  <a:pt x="20220" y="6667"/>
                  <a:pt x="20220" y="6699"/>
                  <a:pt x="20220" y="6730"/>
                </a:cubicBezTo>
                <a:cubicBezTo>
                  <a:pt x="20220" y="6760"/>
                  <a:pt x="20220" y="6760"/>
                  <a:pt x="20220" y="6791"/>
                </a:cubicBezTo>
                <a:lnTo>
                  <a:pt x="20251" y="6853"/>
                </a:lnTo>
                <a:cubicBezTo>
                  <a:pt x="20251" y="6853"/>
                  <a:pt x="20282" y="6884"/>
                  <a:pt x="20282" y="6914"/>
                </a:cubicBezTo>
                <a:lnTo>
                  <a:pt x="20312" y="6977"/>
                </a:lnTo>
                <a:lnTo>
                  <a:pt x="20343" y="7007"/>
                </a:lnTo>
                <a:cubicBezTo>
                  <a:pt x="20375" y="7038"/>
                  <a:pt x="20375" y="7100"/>
                  <a:pt x="20375" y="7100"/>
                </a:cubicBezTo>
                <a:cubicBezTo>
                  <a:pt x="20375" y="7131"/>
                  <a:pt x="20405" y="7131"/>
                  <a:pt x="20405" y="7161"/>
                </a:cubicBezTo>
                <a:cubicBezTo>
                  <a:pt x="20405" y="7161"/>
                  <a:pt x="20405" y="7224"/>
                  <a:pt x="20436" y="7224"/>
                </a:cubicBezTo>
                <a:lnTo>
                  <a:pt x="20436" y="7254"/>
                </a:lnTo>
                <a:cubicBezTo>
                  <a:pt x="20436" y="7284"/>
                  <a:pt x="20436" y="7284"/>
                  <a:pt x="20467" y="7284"/>
                </a:cubicBezTo>
                <a:lnTo>
                  <a:pt x="20467" y="7315"/>
                </a:lnTo>
                <a:cubicBezTo>
                  <a:pt x="20467" y="7315"/>
                  <a:pt x="20529" y="7407"/>
                  <a:pt x="20529" y="7439"/>
                </a:cubicBezTo>
                <a:lnTo>
                  <a:pt x="20559" y="7500"/>
                </a:lnTo>
                <a:cubicBezTo>
                  <a:pt x="20559" y="7531"/>
                  <a:pt x="20559" y="7562"/>
                  <a:pt x="20590" y="7593"/>
                </a:cubicBezTo>
                <a:cubicBezTo>
                  <a:pt x="20590" y="7624"/>
                  <a:pt x="20590" y="7654"/>
                  <a:pt x="20622" y="7654"/>
                </a:cubicBezTo>
                <a:cubicBezTo>
                  <a:pt x="20622" y="7686"/>
                  <a:pt x="20683" y="7716"/>
                  <a:pt x="20683" y="7716"/>
                </a:cubicBezTo>
                <a:cubicBezTo>
                  <a:pt x="20714" y="7716"/>
                  <a:pt x="20745" y="7716"/>
                  <a:pt x="20745" y="7686"/>
                </a:cubicBezTo>
                <a:cubicBezTo>
                  <a:pt x="20776" y="7654"/>
                  <a:pt x="20745" y="7654"/>
                  <a:pt x="20776" y="7624"/>
                </a:cubicBezTo>
                <a:cubicBezTo>
                  <a:pt x="20806" y="7593"/>
                  <a:pt x="20899" y="7624"/>
                  <a:pt x="20869" y="7593"/>
                </a:cubicBezTo>
                <a:cubicBezTo>
                  <a:pt x="20837" y="7562"/>
                  <a:pt x="20869" y="7531"/>
                  <a:pt x="20869" y="7500"/>
                </a:cubicBezTo>
                <a:cubicBezTo>
                  <a:pt x="20869" y="7500"/>
                  <a:pt x="20869" y="7470"/>
                  <a:pt x="20899" y="7470"/>
                </a:cubicBezTo>
                <a:lnTo>
                  <a:pt x="20899" y="7470"/>
                </a:lnTo>
                <a:lnTo>
                  <a:pt x="20899" y="7470"/>
                </a:lnTo>
                <a:cubicBezTo>
                  <a:pt x="20930" y="7470"/>
                  <a:pt x="20930" y="7470"/>
                  <a:pt x="20930" y="7470"/>
                </a:cubicBezTo>
                <a:cubicBezTo>
                  <a:pt x="20930" y="7439"/>
                  <a:pt x="20930" y="7439"/>
                  <a:pt x="20930" y="7407"/>
                </a:cubicBezTo>
                <a:cubicBezTo>
                  <a:pt x="20930" y="7407"/>
                  <a:pt x="20930" y="7377"/>
                  <a:pt x="20899" y="7377"/>
                </a:cubicBezTo>
                <a:lnTo>
                  <a:pt x="20899" y="7377"/>
                </a:lnTo>
                <a:cubicBezTo>
                  <a:pt x="20899" y="7346"/>
                  <a:pt x="20899" y="7346"/>
                  <a:pt x="20899" y="7346"/>
                </a:cubicBezTo>
                <a:cubicBezTo>
                  <a:pt x="20899" y="7315"/>
                  <a:pt x="20930" y="7284"/>
                  <a:pt x="20930" y="7284"/>
                </a:cubicBezTo>
                <a:cubicBezTo>
                  <a:pt x="20930" y="7254"/>
                  <a:pt x="20960" y="7161"/>
                  <a:pt x="20930" y="7131"/>
                </a:cubicBezTo>
                <a:lnTo>
                  <a:pt x="20930" y="7131"/>
                </a:lnTo>
                <a:lnTo>
                  <a:pt x="20930" y="7100"/>
                </a:lnTo>
                <a:cubicBezTo>
                  <a:pt x="20930" y="7069"/>
                  <a:pt x="20930" y="7069"/>
                  <a:pt x="20899" y="7069"/>
                </a:cubicBezTo>
                <a:cubicBezTo>
                  <a:pt x="20930" y="7038"/>
                  <a:pt x="20899" y="7007"/>
                  <a:pt x="20899" y="7007"/>
                </a:cubicBezTo>
                <a:cubicBezTo>
                  <a:pt x="20899" y="6977"/>
                  <a:pt x="20899" y="6914"/>
                  <a:pt x="20930" y="6884"/>
                </a:cubicBezTo>
                <a:cubicBezTo>
                  <a:pt x="20930" y="6884"/>
                  <a:pt x="20960" y="6884"/>
                  <a:pt x="20992" y="6884"/>
                </a:cubicBezTo>
                <a:cubicBezTo>
                  <a:pt x="20992" y="6884"/>
                  <a:pt x="20992" y="6791"/>
                  <a:pt x="21023" y="6823"/>
                </a:cubicBezTo>
                <a:cubicBezTo>
                  <a:pt x="21053" y="6823"/>
                  <a:pt x="21084" y="6823"/>
                  <a:pt x="21116" y="6791"/>
                </a:cubicBezTo>
                <a:lnTo>
                  <a:pt x="21084" y="6760"/>
                </a:lnTo>
                <a:cubicBezTo>
                  <a:pt x="21116" y="6699"/>
                  <a:pt x="21177" y="6699"/>
                  <a:pt x="21177" y="6667"/>
                </a:cubicBezTo>
                <a:lnTo>
                  <a:pt x="21177" y="6667"/>
                </a:lnTo>
                <a:cubicBezTo>
                  <a:pt x="21177" y="6667"/>
                  <a:pt x="21207" y="6667"/>
                  <a:pt x="21207" y="6637"/>
                </a:cubicBezTo>
                <a:cubicBezTo>
                  <a:pt x="21207" y="6637"/>
                  <a:pt x="21239" y="6637"/>
                  <a:pt x="21239" y="6606"/>
                </a:cubicBezTo>
                <a:cubicBezTo>
                  <a:pt x="21270" y="6606"/>
                  <a:pt x="21270" y="6606"/>
                  <a:pt x="21300" y="6576"/>
                </a:cubicBezTo>
                <a:cubicBezTo>
                  <a:pt x="21300" y="6576"/>
                  <a:pt x="21300" y="6544"/>
                  <a:pt x="21331" y="6513"/>
                </a:cubicBezTo>
                <a:cubicBezTo>
                  <a:pt x="21331" y="6513"/>
                  <a:pt x="21331" y="6513"/>
                  <a:pt x="21331" y="6483"/>
                </a:cubicBezTo>
                <a:cubicBezTo>
                  <a:pt x="21363" y="6483"/>
                  <a:pt x="21363" y="6483"/>
                  <a:pt x="21363" y="6452"/>
                </a:cubicBezTo>
                <a:cubicBezTo>
                  <a:pt x="21393" y="6452"/>
                  <a:pt x="21393" y="6452"/>
                  <a:pt x="21424" y="6452"/>
                </a:cubicBezTo>
                <a:cubicBezTo>
                  <a:pt x="21424" y="6420"/>
                  <a:pt x="21424" y="6420"/>
                  <a:pt x="21454" y="6420"/>
                </a:cubicBezTo>
                <a:cubicBezTo>
                  <a:pt x="21486" y="6420"/>
                  <a:pt x="21486" y="6420"/>
                  <a:pt x="21486" y="6390"/>
                </a:cubicBezTo>
                <a:cubicBezTo>
                  <a:pt x="21486" y="6359"/>
                  <a:pt x="21486" y="6359"/>
                  <a:pt x="21517" y="6359"/>
                </a:cubicBezTo>
                <a:cubicBezTo>
                  <a:pt x="21517" y="6329"/>
                  <a:pt x="21517" y="6329"/>
                  <a:pt x="21517" y="6329"/>
                </a:cubicBezTo>
                <a:lnTo>
                  <a:pt x="21486" y="6329"/>
                </a:lnTo>
                <a:lnTo>
                  <a:pt x="21486" y="6297"/>
                </a:lnTo>
                <a:cubicBezTo>
                  <a:pt x="21454" y="6266"/>
                  <a:pt x="21517" y="6236"/>
                  <a:pt x="21547" y="6236"/>
                </a:cubicBezTo>
                <a:cubicBezTo>
                  <a:pt x="21610" y="6236"/>
                  <a:pt x="21610" y="6174"/>
                  <a:pt x="21578" y="6143"/>
                </a:cubicBezTo>
                <a:cubicBezTo>
                  <a:pt x="21610" y="6143"/>
                  <a:pt x="21610" y="6236"/>
                  <a:pt x="21610" y="6236"/>
                </a:cubicBezTo>
                <a:cubicBezTo>
                  <a:pt x="21610" y="6266"/>
                  <a:pt x="21610" y="6236"/>
                  <a:pt x="21610" y="6236"/>
                </a:cubicBezTo>
                <a:cubicBezTo>
                  <a:pt x="21610" y="6236"/>
                  <a:pt x="21610" y="6266"/>
                  <a:pt x="21640" y="6266"/>
                </a:cubicBezTo>
                <a:cubicBezTo>
                  <a:pt x="21640" y="6266"/>
                  <a:pt x="21671" y="6266"/>
                  <a:pt x="21671" y="6236"/>
                </a:cubicBezTo>
                <a:lnTo>
                  <a:pt x="21671" y="6236"/>
                </a:lnTo>
                <a:lnTo>
                  <a:pt x="21701" y="6236"/>
                </a:lnTo>
                <a:cubicBezTo>
                  <a:pt x="21701" y="6236"/>
                  <a:pt x="21701" y="6236"/>
                  <a:pt x="21733" y="6236"/>
                </a:cubicBezTo>
                <a:cubicBezTo>
                  <a:pt x="21764" y="6236"/>
                  <a:pt x="21794" y="6236"/>
                  <a:pt x="21794" y="6236"/>
                </a:cubicBezTo>
                <a:cubicBezTo>
                  <a:pt x="21794" y="6236"/>
                  <a:pt x="21794" y="6236"/>
                  <a:pt x="21794" y="6205"/>
                </a:cubicBezTo>
                <a:lnTo>
                  <a:pt x="21794" y="6236"/>
                </a:lnTo>
                <a:lnTo>
                  <a:pt x="21794" y="6205"/>
                </a:lnTo>
                <a:cubicBezTo>
                  <a:pt x="21825" y="6205"/>
                  <a:pt x="21825" y="6205"/>
                  <a:pt x="21825" y="6205"/>
                </a:cubicBezTo>
                <a:cubicBezTo>
                  <a:pt x="21825" y="6205"/>
                  <a:pt x="21825" y="6174"/>
                  <a:pt x="21825" y="6143"/>
                </a:cubicBezTo>
                <a:lnTo>
                  <a:pt x="21825" y="6143"/>
                </a:lnTo>
                <a:cubicBezTo>
                  <a:pt x="21825" y="6112"/>
                  <a:pt x="21825" y="6082"/>
                  <a:pt x="21794" y="6082"/>
                </a:cubicBezTo>
                <a:lnTo>
                  <a:pt x="21825" y="6082"/>
                </a:lnTo>
                <a:cubicBezTo>
                  <a:pt x="21825" y="6050"/>
                  <a:pt x="21764" y="6050"/>
                  <a:pt x="21794" y="6050"/>
                </a:cubicBezTo>
                <a:lnTo>
                  <a:pt x="21794" y="6050"/>
                </a:lnTo>
                <a:cubicBezTo>
                  <a:pt x="21825" y="6050"/>
                  <a:pt x="21794" y="6019"/>
                  <a:pt x="21825" y="6019"/>
                </a:cubicBezTo>
                <a:lnTo>
                  <a:pt x="21825" y="6019"/>
                </a:lnTo>
                <a:cubicBezTo>
                  <a:pt x="21825" y="6050"/>
                  <a:pt x="21794" y="6050"/>
                  <a:pt x="21825" y="6050"/>
                </a:cubicBezTo>
                <a:cubicBezTo>
                  <a:pt x="21825" y="6082"/>
                  <a:pt x="21825" y="6112"/>
                  <a:pt x="21825" y="6112"/>
                </a:cubicBezTo>
                <a:cubicBezTo>
                  <a:pt x="21856" y="6112"/>
                  <a:pt x="21887" y="6112"/>
                  <a:pt x="21887" y="6112"/>
                </a:cubicBezTo>
                <a:lnTo>
                  <a:pt x="21918" y="6112"/>
                </a:lnTo>
                <a:lnTo>
                  <a:pt x="21948" y="6143"/>
                </a:lnTo>
                <a:cubicBezTo>
                  <a:pt x="21948" y="6174"/>
                  <a:pt x="21980" y="6236"/>
                  <a:pt x="21980" y="6266"/>
                </a:cubicBezTo>
                <a:cubicBezTo>
                  <a:pt x="21980" y="6297"/>
                  <a:pt x="21980" y="6297"/>
                  <a:pt x="21980" y="6297"/>
                </a:cubicBezTo>
                <a:cubicBezTo>
                  <a:pt x="22011" y="6329"/>
                  <a:pt x="22011" y="6329"/>
                  <a:pt x="22011" y="6329"/>
                </a:cubicBezTo>
                <a:cubicBezTo>
                  <a:pt x="22011" y="6359"/>
                  <a:pt x="22041" y="6359"/>
                  <a:pt x="22041" y="6359"/>
                </a:cubicBezTo>
                <a:cubicBezTo>
                  <a:pt x="22041" y="6390"/>
                  <a:pt x="22041" y="6390"/>
                  <a:pt x="22072" y="6390"/>
                </a:cubicBezTo>
                <a:lnTo>
                  <a:pt x="22072" y="6390"/>
                </a:lnTo>
                <a:lnTo>
                  <a:pt x="22072" y="6390"/>
                </a:lnTo>
                <a:cubicBezTo>
                  <a:pt x="22072" y="6420"/>
                  <a:pt x="22103" y="6420"/>
                  <a:pt x="22103" y="6420"/>
                </a:cubicBezTo>
                <a:cubicBezTo>
                  <a:pt x="22103" y="6452"/>
                  <a:pt x="22134" y="6452"/>
                  <a:pt x="22165" y="6483"/>
                </a:cubicBezTo>
                <a:lnTo>
                  <a:pt x="22165" y="6483"/>
                </a:lnTo>
                <a:lnTo>
                  <a:pt x="22134" y="6483"/>
                </a:lnTo>
                <a:cubicBezTo>
                  <a:pt x="22134" y="6483"/>
                  <a:pt x="22165" y="6544"/>
                  <a:pt x="22195" y="6513"/>
                </a:cubicBezTo>
                <a:cubicBezTo>
                  <a:pt x="22195" y="6544"/>
                  <a:pt x="22195" y="6544"/>
                  <a:pt x="22195" y="6576"/>
                </a:cubicBezTo>
                <a:cubicBezTo>
                  <a:pt x="22227" y="6576"/>
                  <a:pt x="22227" y="6606"/>
                  <a:pt x="22258" y="6606"/>
                </a:cubicBezTo>
                <a:cubicBezTo>
                  <a:pt x="22258" y="6637"/>
                  <a:pt x="22288" y="6699"/>
                  <a:pt x="22288" y="6699"/>
                </a:cubicBezTo>
                <a:cubicBezTo>
                  <a:pt x="22288" y="6699"/>
                  <a:pt x="22227" y="6823"/>
                  <a:pt x="22258" y="6853"/>
                </a:cubicBezTo>
                <a:lnTo>
                  <a:pt x="22350" y="6884"/>
                </a:lnTo>
                <a:lnTo>
                  <a:pt x="22350" y="6884"/>
                </a:lnTo>
                <a:cubicBezTo>
                  <a:pt x="22381" y="6884"/>
                  <a:pt x="22442" y="6823"/>
                  <a:pt x="22442" y="6823"/>
                </a:cubicBezTo>
                <a:cubicBezTo>
                  <a:pt x="22474" y="6823"/>
                  <a:pt x="22442" y="6791"/>
                  <a:pt x="22474" y="6791"/>
                </a:cubicBezTo>
                <a:close/>
                <a:moveTo>
                  <a:pt x="26240" y="1266"/>
                </a:moveTo>
                <a:lnTo>
                  <a:pt x="26240" y="1266"/>
                </a:lnTo>
                <a:cubicBezTo>
                  <a:pt x="26240" y="1266"/>
                  <a:pt x="26240" y="1266"/>
                  <a:pt x="26240" y="1235"/>
                </a:cubicBezTo>
                <a:lnTo>
                  <a:pt x="26209" y="1235"/>
                </a:lnTo>
                <a:cubicBezTo>
                  <a:pt x="26209" y="1235"/>
                  <a:pt x="26240" y="1235"/>
                  <a:pt x="26240" y="1266"/>
                </a:cubicBezTo>
                <a:close/>
                <a:moveTo>
                  <a:pt x="22968" y="1050"/>
                </a:moveTo>
                <a:lnTo>
                  <a:pt x="22968" y="1050"/>
                </a:lnTo>
                <a:close/>
                <a:moveTo>
                  <a:pt x="14201" y="1667"/>
                </a:moveTo>
                <a:lnTo>
                  <a:pt x="14201" y="1667"/>
                </a:lnTo>
                <a:cubicBezTo>
                  <a:pt x="14201" y="1667"/>
                  <a:pt x="14201" y="1667"/>
                  <a:pt x="14201" y="1698"/>
                </a:cubicBezTo>
                <a:lnTo>
                  <a:pt x="14201" y="1667"/>
                </a:lnTo>
                <a:close/>
                <a:moveTo>
                  <a:pt x="14015" y="1821"/>
                </a:moveTo>
                <a:lnTo>
                  <a:pt x="14015" y="1821"/>
                </a:lnTo>
                <a:lnTo>
                  <a:pt x="14015" y="1821"/>
                </a:lnTo>
                <a:cubicBezTo>
                  <a:pt x="14015" y="1821"/>
                  <a:pt x="14015" y="1821"/>
                  <a:pt x="14045" y="1821"/>
                </a:cubicBezTo>
                <a:cubicBezTo>
                  <a:pt x="14015" y="1821"/>
                  <a:pt x="14045" y="1821"/>
                  <a:pt x="14045" y="1821"/>
                </a:cubicBezTo>
                <a:lnTo>
                  <a:pt x="14015" y="1821"/>
                </a:lnTo>
                <a:close/>
                <a:moveTo>
                  <a:pt x="21948" y="833"/>
                </a:moveTo>
                <a:lnTo>
                  <a:pt x="21948" y="833"/>
                </a:lnTo>
                <a:close/>
                <a:moveTo>
                  <a:pt x="17905" y="10000"/>
                </a:moveTo>
                <a:lnTo>
                  <a:pt x="17905" y="10000"/>
                </a:lnTo>
                <a:cubicBezTo>
                  <a:pt x="17905" y="9970"/>
                  <a:pt x="17873" y="9970"/>
                  <a:pt x="17843" y="9970"/>
                </a:cubicBezTo>
                <a:cubicBezTo>
                  <a:pt x="17843" y="9939"/>
                  <a:pt x="17905" y="9970"/>
                  <a:pt x="17873" y="9908"/>
                </a:cubicBezTo>
                <a:cubicBezTo>
                  <a:pt x="17843" y="9939"/>
                  <a:pt x="17782" y="9908"/>
                  <a:pt x="17812" y="9970"/>
                </a:cubicBezTo>
                <a:cubicBezTo>
                  <a:pt x="17812" y="10000"/>
                  <a:pt x="17812" y="10124"/>
                  <a:pt x="17782" y="10093"/>
                </a:cubicBezTo>
                <a:lnTo>
                  <a:pt x="17750" y="10124"/>
                </a:lnTo>
                <a:lnTo>
                  <a:pt x="17750" y="10093"/>
                </a:lnTo>
                <a:cubicBezTo>
                  <a:pt x="17719" y="10124"/>
                  <a:pt x="17750" y="10155"/>
                  <a:pt x="17719" y="10186"/>
                </a:cubicBezTo>
                <a:lnTo>
                  <a:pt x="17719" y="10155"/>
                </a:lnTo>
                <a:cubicBezTo>
                  <a:pt x="17719" y="10124"/>
                  <a:pt x="17689" y="10279"/>
                  <a:pt x="17689" y="10279"/>
                </a:cubicBezTo>
                <a:cubicBezTo>
                  <a:pt x="17658" y="10279"/>
                  <a:pt x="17689" y="10217"/>
                  <a:pt x="17689" y="10217"/>
                </a:cubicBezTo>
                <a:cubicBezTo>
                  <a:pt x="17658" y="10217"/>
                  <a:pt x="17658" y="10279"/>
                  <a:pt x="17658" y="10309"/>
                </a:cubicBezTo>
                <a:lnTo>
                  <a:pt x="17626" y="10309"/>
                </a:lnTo>
                <a:lnTo>
                  <a:pt x="17626" y="10279"/>
                </a:lnTo>
                <a:cubicBezTo>
                  <a:pt x="17565" y="10279"/>
                  <a:pt x="17565" y="10340"/>
                  <a:pt x="17565" y="10371"/>
                </a:cubicBezTo>
                <a:cubicBezTo>
                  <a:pt x="17565" y="10340"/>
                  <a:pt x="17565" y="10340"/>
                  <a:pt x="17535" y="10340"/>
                </a:cubicBezTo>
                <a:lnTo>
                  <a:pt x="17503" y="10371"/>
                </a:lnTo>
                <a:lnTo>
                  <a:pt x="17503" y="10371"/>
                </a:lnTo>
                <a:cubicBezTo>
                  <a:pt x="17503" y="10371"/>
                  <a:pt x="17472" y="10371"/>
                  <a:pt x="17442" y="10371"/>
                </a:cubicBezTo>
                <a:cubicBezTo>
                  <a:pt x="17442" y="10371"/>
                  <a:pt x="17472" y="10371"/>
                  <a:pt x="17442" y="10371"/>
                </a:cubicBezTo>
                <a:cubicBezTo>
                  <a:pt x="17411" y="10309"/>
                  <a:pt x="17318" y="10556"/>
                  <a:pt x="17318" y="10587"/>
                </a:cubicBezTo>
                <a:cubicBezTo>
                  <a:pt x="17349" y="10711"/>
                  <a:pt x="17379" y="10773"/>
                  <a:pt x="17318" y="10865"/>
                </a:cubicBezTo>
                <a:cubicBezTo>
                  <a:pt x="17288" y="10957"/>
                  <a:pt x="17195" y="11020"/>
                  <a:pt x="17225" y="11112"/>
                </a:cubicBezTo>
                <a:cubicBezTo>
                  <a:pt x="17256" y="11143"/>
                  <a:pt x="17256" y="11390"/>
                  <a:pt x="17318" y="11390"/>
                </a:cubicBezTo>
                <a:lnTo>
                  <a:pt x="17318" y="11390"/>
                </a:lnTo>
                <a:lnTo>
                  <a:pt x="17318" y="11390"/>
                </a:lnTo>
                <a:lnTo>
                  <a:pt x="17318" y="11390"/>
                </a:lnTo>
                <a:lnTo>
                  <a:pt x="17318" y="11390"/>
                </a:lnTo>
                <a:cubicBezTo>
                  <a:pt x="17318" y="11359"/>
                  <a:pt x="17349" y="11390"/>
                  <a:pt x="17349" y="11390"/>
                </a:cubicBezTo>
                <a:cubicBezTo>
                  <a:pt x="17442" y="11421"/>
                  <a:pt x="17472" y="11359"/>
                  <a:pt x="17535" y="11359"/>
                </a:cubicBezTo>
                <a:cubicBezTo>
                  <a:pt x="17596" y="11390"/>
                  <a:pt x="17719" y="10988"/>
                  <a:pt x="17719" y="10927"/>
                </a:cubicBezTo>
                <a:cubicBezTo>
                  <a:pt x="17782" y="10803"/>
                  <a:pt x="17812" y="10649"/>
                  <a:pt x="17843" y="10494"/>
                </a:cubicBezTo>
                <a:cubicBezTo>
                  <a:pt x="17873" y="10464"/>
                  <a:pt x="17905" y="10433"/>
                  <a:pt x="17905" y="10402"/>
                </a:cubicBezTo>
                <a:cubicBezTo>
                  <a:pt x="17905" y="10371"/>
                  <a:pt x="17843" y="10279"/>
                  <a:pt x="17905" y="10309"/>
                </a:cubicBezTo>
                <a:cubicBezTo>
                  <a:pt x="17905" y="10309"/>
                  <a:pt x="17905" y="10340"/>
                  <a:pt x="17936" y="10371"/>
                </a:cubicBezTo>
                <a:lnTo>
                  <a:pt x="17936" y="10217"/>
                </a:lnTo>
                <a:cubicBezTo>
                  <a:pt x="17936" y="10155"/>
                  <a:pt x="17966" y="10032"/>
                  <a:pt x="17905" y="10000"/>
                </a:cubicBezTo>
                <a:close/>
                <a:moveTo>
                  <a:pt x="9848" y="2068"/>
                </a:moveTo>
                <a:lnTo>
                  <a:pt x="9848" y="2068"/>
                </a:lnTo>
                <a:lnTo>
                  <a:pt x="9848" y="2068"/>
                </a:lnTo>
                <a:cubicBezTo>
                  <a:pt x="9817" y="2099"/>
                  <a:pt x="9817" y="2099"/>
                  <a:pt x="9817" y="2099"/>
                </a:cubicBezTo>
                <a:cubicBezTo>
                  <a:pt x="9817" y="2099"/>
                  <a:pt x="9848" y="2099"/>
                  <a:pt x="9848" y="2068"/>
                </a:cubicBezTo>
                <a:close/>
                <a:moveTo>
                  <a:pt x="6175" y="6576"/>
                </a:moveTo>
                <a:lnTo>
                  <a:pt x="6175" y="6576"/>
                </a:lnTo>
                <a:cubicBezTo>
                  <a:pt x="6206" y="6544"/>
                  <a:pt x="6144" y="6513"/>
                  <a:pt x="6144" y="6544"/>
                </a:cubicBezTo>
                <a:lnTo>
                  <a:pt x="6144" y="6544"/>
                </a:lnTo>
                <a:lnTo>
                  <a:pt x="6175" y="6576"/>
                </a:lnTo>
                <a:close/>
                <a:moveTo>
                  <a:pt x="14201" y="2593"/>
                </a:moveTo>
                <a:lnTo>
                  <a:pt x="14201" y="2593"/>
                </a:lnTo>
                <a:lnTo>
                  <a:pt x="14201" y="2593"/>
                </a:lnTo>
                <a:lnTo>
                  <a:pt x="14169" y="2593"/>
                </a:lnTo>
                <a:cubicBezTo>
                  <a:pt x="14169" y="2562"/>
                  <a:pt x="14201" y="2593"/>
                  <a:pt x="14201" y="2562"/>
                </a:cubicBezTo>
                <a:lnTo>
                  <a:pt x="14201" y="2562"/>
                </a:lnTo>
                <a:lnTo>
                  <a:pt x="14169" y="2562"/>
                </a:lnTo>
                <a:lnTo>
                  <a:pt x="14169" y="2562"/>
                </a:lnTo>
                <a:cubicBezTo>
                  <a:pt x="14169" y="2562"/>
                  <a:pt x="14201" y="2562"/>
                  <a:pt x="14169" y="2562"/>
                </a:cubicBezTo>
                <a:lnTo>
                  <a:pt x="14169" y="2562"/>
                </a:lnTo>
                <a:lnTo>
                  <a:pt x="14169" y="2593"/>
                </a:lnTo>
                <a:cubicBezTo>
                  <a:pt x="14169" y="2593"/>
                  <a:pt x="14169" y="2593"/>
                  <a:pt x="14169" y="2562"/>
                </a:cubicBezTo>
                <a:lnTo>
                  <a:pt x="14169" y="2562"/>
                </a:lnTo>
                <a:lnTo>
                  <a:pt x="14169" y="2562"/>
                </a:lnTo>
                <a:lnTo>
                  <a:pt x="14169" y="2562"/>
                </a:lnTo>
                <a:cubicBezTo>
                  <a:pt x="14138" y="2562"/>
                  <a:pt x="14138" y="2562"/>
                  <a:pt x="14138" y="2562"/>
                </a:cubicBezTo>
                <a:cubicBezTo>
                  <a:pt x="14108" y="2562"/>
                  <a:pt x="14108" y="2562"/>
                  <a:pt x="14108" y="2562"/>
                </a:cubicBezTo>
                <a:lnTo>
                  <a:pt x="14108" y="2562"/>
                </a:lnTo>
                <a:lnTo>
                  <a:pt x="14108" y="2593"/>
                </a:lnTo>
                <a:lnTo>
                  <a:pt x="14108" y="2593"/>
                </a:lnTo>
                <a:lnTo>
                  <a:pt x="14108" y="2593"/>
                </a:lnTo>
                <a:lnTo>
                  <a:pt x="14108" y="2593"/>
                </a:lnTo>
                <a:cubicBezTo>
                  <a:pt x="14138" y="2593"/>
                  <a:pt x="14108" y="2593"/>
                  <a:pt x="14108" y="2593"/>
                </a:cubicBezTo>
                <a:cubicBezTo>
                  <a:pt x="14108" y="2593"/>
                  <a:pt x="14108" y="2593"/>
                  <a:pt x="14138" y="2593"/>
                </a:cubicBezTo>
                <a:lnTo>
                  <a:pt x="14138" y="2593"/>
                </a:lnTo>
                <a:lnTo>
                  <a:pt x="14138" y="2624"/>
                </a:lnTo>
                <a:lnTo>
                  <a:pt x="14138" y="2624"/>
                </a:lnTo>
                <a:cubicBezTo>
                  <a:pt x="14138" y="2593"/>
                  <a:pt x="14138" y="2593"/>
                  <a:pt x="14138" y="2593"/>
                </a:cubicBezTo>
                <a:cubicBezTo>
                  <a:pt x="14138" y="2593"/>
                  <a:pt x="14138" y="2593"/>
                  <a:pt x="14138" y="2624"/>
                </a:cubicBezTo>
                <a:lnTo>
                  <a:pt x="14138" y="2624"/>
                </a:lnTo>
                <a:lnTo>
                  <a:pt x="14138" y="2624"/>
                </a:lnTo>
                <a:lnTo>
                  <a:pt x="14138" y="2624"/>
                </a:lnTo>
                <a:lnTo>
                  <a:pt x="14169" y="2624"/>
                </a:lnTo>
                <a:lnTo>
                  <a:pt x="14169" y="2624"/>
                </a:lnTo>
                <a:cubicBezTo>
                  <a:pt x="14201" y="2624"/>
                  <a:pt x="14201" y="2624"/>
                  <a:pt x="14201" y="2624"/>
                </a:cubicBezTo>
                <a:lnTo>
                  <a:pt x="14201" y="2593"/>
                </a:lnTo>
                <a:close/>
                <a:moveTo>
                  <a:pt x="14292" y="2655"/>
                </a:moveTo>
                <a:lnTo>
                  <a:pt x="14292" y="2655"/>
                </a:lnTo>
                <a:lnTo>
                  <a:pt x="14292" y="2655"/>
                </a:lnTo>
                <a:lnTo>
                  <a:pt x="14292" y="2655"/>
                </a:lnTo>
                <a:cubicBezTo>
                  <a:pt x="14262" y="2655"/>
                  <a:pt x="14262" y="2624"/>
                  <a:pt x="14262" y="2655"/>
                </a:cubicBezTo>
                <a:lnTo>
                  <a:pt x="14262" y="2655"/>
                </a:lnTo>
                <a:lnTo>
                  <a:pt x="14262" y="2655"/>
                </a:lnTo>
                <a:cubicBezTo>
                  <a:pt x="14262" y="2655"/>
                  <a:pt x="14262" y="2655"/>
                  <a:pt x="14231" y="2624"/>
                </a:cubicBezTo>
                <a:lnTo>
                  <a:pt x="14231" y="2624"/>
                </a:lnTo>
                <a:cubicBezTo>
                  <a:pt x="14231" y="2624"/>
                  <a:pt x="14201" y="2624"/>
                  <a:pt x="14231" y="2655"/>
                </a:cubicBezTo>
                <a:lnTo>
                  <a:pt x="14231" y="2655"/>
                </a:lnTo>
                <a:cubicBezTo>
                  <a:pt x="14201" y="2655"/>
                  <a:pt x="14231" y="2655"/>
                  <a:pt x="14231" y="2655"/>
                </a:cubicBezTo>
                <a:lnTo>
                  <a:pt x="14231" y="2655"/>
                </a:lnTo>
                <a:lnTo>
                  <a:pt x="14262" y="2655"/>
                </a:lnTo>
                <a:lnTo>
                  <a:pt x="14262" y="2655"/>
                </a:lnTo>
                <a:cubicBezTo>
                  <a:pt x="14262" y="2655"/>
                  <a:pt x="14262" y="2655"/>
                  <a:pt x="14292" y="2655"/>
                </a:cubicBezTo>
                <a:close/>
                <a:moveTo>
                  <a:pt x="27691" y="11451"/>
                </a:moveTo>
                <a:lnTo>
                  <a:pt x="27691" y="11451"/>
                </a:lnTo>
                <a:cubicBezTo>
                  <a:pt x="27691" y="11421"/>
                  <a:pt x="27691" y="11390"/>
                  <a:pt x="27691" y="11390"/>
                </a:cubicBezTo>
                <a:lnTo>
                  <a:pt x="27691" y="11390"/>
                </a:lnTo>
                <a:cubicBezTo>
                  <a:pt x="27691" y="11390"/>
                  <a:pt x="27629" y="11235"/>
                  <a:pt x="27598" y="11235"/>
                </a:cubicBezTo>
                <a:lnTo>
                  <a:pt x="27598" y="11235"/>
                </a:lnTo>
                <a:cubicBezTo>
                  <a:pt x="27598" y="11204"/>
                  <a:pt x="27536" y="11143"/>
                  <a:pt x="27567" y="11081"/>
                </a:cubicBezTo>
                <a:cubicBezTo>
                  <a:pt x="27567" y="11050"/>
                  <a:pt x="27567" y="11050"/>
                  <a:pt x="27567" y="11050"/>
                </a:cubicBezTo>
                <a:cubicBezTo>
                  <a:pt x="27567" y="11050"/>
                  <a:pt x="27536" y="11050"/>
                  <a:pt x="27536" y="11081"/>
                </a:cubicBezTo>
                <a:cubicBezTo>
                  <a:pt x="27505" y="11050"/>
                  <a:pt x="27505" y="11050"/>
                  <a:pt x="27505" y="11020"/>
                </a:cubicBezTo>
                <a:cubicBezTo>
                  <a:pt x="27505" y="10988"/>
                  <a:pt x="27505" y="11081"/>
                  <a:pt x="27505" y="11081"/>
                </a:cubicBezTo>
                <a:cubicBezTo>
                  <a:pt x="27474" y="11081"/>
                  <a:pt x="27474" y="11050"/>
                  <a:pt x="27474" y="11050"/>
                </a:cubicBezTo>
                <a:lnTo>
                  <a:pt x="27474" y="11050"/>
                </a:lnTo>
                <a:cubicBezTo>
                  <a:pt x="27474" y="11050"/>
                  <a:pt x="27444" y="10957"/>
                  <a:pt x="27474" y="10957"/>
                </a:cubicBezTo>
                <a:cubicBezTo>
                  <a:pt x="27444" y="10957"/>
                  <a:pt x="27444" y="10927"/>
                  <a:pt x="27444" y="10896"/>
                </a:cubicBezTo>
                <a:cubicBezTo>
                  <a:pt x="27444" y="10896"/>
                  <a:pt x="27444" y="10834"/>
                  <a:pt x="27413" y="10803"/>
                </a:cubicBezTo>
                <a:cubicBezTo>
                  <a:pt x="27413" y="10834"/>
                  <a:pt x="27351" y="10741"/>
                  <a:pt x="27351" y="10773"/>
                </a:cubicBezTo>
                <a:cubicBezTo>
                  <a:pt x="27320" y="10773"/>
                  <a:pt x="27320" y="10711"/>
                  <a:pt x="27320" y="10711"/>
                </a:cubicBezTo>
                <a:lnTo>
                  <a:pt x="27320" y="10711"/>
                </a:lnTo>
                <a:cubicBezTo>
                  <a:pt x="27258" y="10711"/>
                  <a:pt x="27290" y="10711"/>
                  <a:pt x="27290" y="10680"/>
                </a:cubicBezTo>
                <a:cubicBezTo>
                  <a:pt x="27290" y="10711"/>
                  <a:pt x="27258" y="10711"/>
                  <a:pt x="27227" y="10680"/>
                </a:cubicBezTo>
                <a:cubicBezTo>
                  <a:pt x="27227" y="10680"/>
                  <a:pt x="27227" y="10618"/>
                  <a:pt x="27227" y="10587"/>
                </a:cubicBezTo>
                <a:cubicBezTo>
                  <a:pt x="27227" y="10526"/>
                  <a:pt x="27227" y="10494"/>
                  <a:pt x="27227" y="10433"/>
                </a:cubicBezTo>
                <a:lnTo>
                  <a:pt x="27227" y="10433"/>
                </a:lnTo>
                <a:cubicBezTo>
                  <a:pt x="27197" y="10402"/>
                  <a:pt x="27197" y="10371"/>
                  <a:pt x="27197" y="10309"/>
                </a:cubicBezTo>
                <a:cubicBezTo>
                  <a:pt x="27197" y="10279"/>
                  <a:pt x="27227" y="10247"/>
                  <a:pt x="27197" y="10217"/>
                </a:cubicBezTo>
                <a:cubicBezTo>
                  <a:pt x="27197" y="10217"/>
                  <a:pt x="27166" y="10186"/>
                  <a:pt x="27135" y="10186"/>
                </a:cubicBezTo>
                <a:cubicBezTo>
                  <a:pt x="27135" y="10155"/>
                  <a:pt x="27166" y="10124"/>
                  <a:pt x="27104" y="10155"/>
                </a:cubicBezTo>
                <a:cubicBezTo>
                  <a:pt x="27104" y="10155"/>
                  <a:pt x="27104" y="10186"/>
                  <a:pt x="27073" y="10186"/>
                </a:cubicBezTo>
                <a:cubicBezTo>
                  <a:pt x="27073" y="10155"/>
                  <a:pt x="27043" y="9908"/>
                  <a:pt x="27043" y="9908"/>
                </a:cubicBezTo>
                <a:cubicBezTo>
                  <a:pt x="27011" y="9908"/>
                  <a:pt x="27011" y="9846"/>
                  <a:pt x="27011" y="9816"/>
                </a:cubicBezTo>
                <a:cubicBezTo>
                  <a:pt x="27011" y="9785"/>
                  <a:pt x="27011" y="9753"/>
                  <a:pt x="27011" y="9753"/>
                </a:cubicBezTo>
                <a:cubicBezTo>
                  <a:pt x="26950" y="9753"/>
                  <a:pt x="26918" y="9908"/>
                  <a:pt x="26918" y="9908"/>
                </a:cubicBezTo>
                <a:cubicBezTo>
                  <a:pt x="26888" y="9877"/>
                  <a:pt x="26888" y="10032"/>
                  <a:pt x="26857" y="10063"/>
                </a:cubicBezTo>
                <a:cubicBezTo>
                  <a:pt x="26857" y="10093"/>
                  <a:pt x="26857" y="10124"/>
                  <a:pt x="26857" y="10155"/>
                </a:cubicBezTo>
                <a:cubicBezTo>
                  <a:pt x="26826" y="10186"/>
                  <a:pt x="26826" y="10217"/>
                  <a:pt x="26826" y="10247"/>
                </a:cubicBezTo>
                <a:cubicBezTo>
                  <a:pt x="26826" y="10279"/>
                  <a:pt x="26796" y="10309"/>
                  <a:pt x="26796" y="10340"/>
                </a:cubicBezTo>
                <a:cubicBezTo>
                  <a:pt x="26796" y="10402"/>
                  <a:pt x="26703" y="10526"/>
                  <a:pt x="26672" y="10526"/>
                </a:cubicBezTo>
                <a:cubicBezTo>
                  <a:pt x="26610" y="10526"/>
                  <a:pt x="26610" y="10494"/>
                  <a:pt x="26579" y="10494"/>
                </a:cubicBezTo>
                <a:cubicBezTo>
                  <a:pt x="26549" y="10494"/>
                  <a:pt x="26579" y="10433"/>
                  <a:pt x="26549" y="10433"/>
                </a:cubicBezTo>
                <a:cubicBezTo>
                  <a:pt x="26517" y="10433"/>
                  <a:pt x="26456" y="10402"/>
                  <a:pt x="26456" y="10371"/>
                </a:cubicBezTo>
                <a:cubicBezTo>
                  <a:pt x="26456" y="10371"/>
                  <a:pt x="26394" y="10340"/>
                  <a:pt x="26363" y="10340"/>
                </a:cubicBezTo>
                <a:lnTo>
                  <a:pt x="26332" y="10309"/>
                </a:lnTo>
                <a:cubicBezTo>
                  <a:pt x="26270" y="10247"/>
                  <a:pt x="26332" y="10124"/>
                  <a:pt x="26363" y="10063"/>
                </a:cubicBezTo>
                <a:lnTo>
                  <a:pt x="26394" y="10032"/>
                </a:lnTo>
                <a:lnTo>
                  <a:pt x="26394" y="10032"/>
                </a:lnTo>
                <a:lnTo>
                  <a:pt x="26394" y="10032"/>
                </a:lnTo>
                <a:cubicBezTo>
                  <a:pt x="26425" y="10000"/>
                  <a:pt x="26425" y="10000"/>
                  <a:pt x="26456" y="9970"/>
                </a:cubicBezTo>
                <a:cubicBezTo>
                  <a:pt x="26456" y="9877"/>
                  <a:pt x="26394" y="9877"/>
                  <a:pt x="26332" y="9877"/>
                </a:cubicBezTo>
                <a:lnTo>
                  <a:pt x="26332" y="9877"/>
                </a:lnTo>
                <a:lnTo>
                  <a:pt x="26209" y="9908"/>
                </a:lnTo>
                <a:cubicBezTo>
                  <a:pt x="26178" y="9908"/>
                  <a:pt x="26147" y="9877"/>
                  <a:pt x="26116" y="9877"/>
                </a:cubicBezTo>
                <a:cubicBezTo>
                  <a:pt x="26147" y="9877"/>
                  <a:pt x="26055" y="9846"/>
                  <a:pt x="26055" y="9816"/>
                </a:cubicBezTo>
                <a:cubicBezTo>
                  <a:pt x="26023" y="9816"/>
                  <a:pt x="25900" y="9753"/>
                  <a:pt x="25931" y="9816"/>
                </a:cubicBezTo>
                <a:cubicBezTo>
                  <a:pt x="25931" y="9816"/>
                  <a:pt x="26023" y="9877"/>
                  <a:pt x="25931" y="9939"/>
                </a:cubicBezTo>
                <a:cubicBezTo>
                  <a:pt x="25900" y="9939"/>
                  <a:pt x="25776" y="9970"/>
                  <a:pt x="25808" y="9970"/>
                </a:cubicBezTo>
                <a:cubicBezTo>
                  <a:pt x="25776" y="9970"/>
                  <a:pt x="25715" y="10063"/>
                  <a:pt x="25715" y="10093"/>
                </a:cubicBezTo>
                <a:cubicBezTo>
                  <a:pt x="25683" y="10124"/>
                  <a:pt x="25683" y="10155"/>
                  <a:pt x="25653" y="10155"/>
                </a:cubicBezTo>
                <a:cubicBezTo>
                  <a:pt x="25622" y="10186"/>
                  <a:pt x="25622" y="10217"/>
                  <a:pt x="25561" y="10217"/>
                </a:cubicBezTo>
                <a:cubicBezTo>
                  <a:pt x="25529" y="10217"/>
                  <a:pt x="25592" y="10247"/>
                  <a:pt x="25561" y="10247"/>
                </a:cubicBezTo>
                <a:cubicBezTo>
                  <a:pt x="25561" y="10217"/>
                  <a:pt x="25529" y="10217"/>
                  <a:pt x="25529" y="10247"/>
                </a:cubicBezTo>
                <a:cubicBezTo>
                  <a:pt x="25499" y="10063"/>
                  <a:pt x="25375" y="10124"/>
                  <a:pt x="25345" y="10155"/>
                </a:cubicBezTo>
                <a:lnTo>
                  <a:pt x="25345" y="10124"/>
                </a:lnTo>
                <a:cubicBezTo>
                  <a:pt x="25314" y="10063"/>
                  <a:pt x="25252" y="10217"/>
                  <a:pt x="25252" y="10186"/>
                </a:cubicBezTo>
                <a:cubicBezTo>
                  <a:pt x="25221" y="10217"/>
                  <a:pt x="25221" y="10247"/>
                  <a:pt x="25190" y="10247"/>
                </a:cubicBezTo>
                <a:cubicBezTo>
                  <a:pt x="25190" y="10279"/>
                  <a:pt x="25190" y="10279"/>
                  <a:pt x="25159" y="10279"/>
                </a:cubicBezTo>
                <a:cubicBezTo>
                  <a:pt x="25159" y="10309"/>
                  <a:pt x="25159" y="10371"/>
                  <a:pt x="25098" y="10371"/>
                </a:cubicBezTo>
                <a:cubicBezTo>
                  <a:pt x="25098" y="10402"/>
                  <a:pt x="25067" y="10371"/>
                  <a:pt x="25098" y="10371"/>
                </a:cubicBezTo>
                <a:cubicBezTo>
                  <a:pt x="25035" y="10340"/>
                  <a:pt x="25067" y="10371"/>
                  <a:pt x="25067" y="10371"/>
                </a:cubicBezTo>
                <a:cubicBezTo>
                  <a:pt x="25067" y="10402"/>
                  <a:pt x="24944" y="10433"/>
                  <a:pt x="24944" y="10464"/>
                </a:cubicBezTo>
                <a:cubicBezTo>
                  <a:pt x="24912" y="10433"/>
                  <a:pt x="24881" y="10526"/>
                  <a:pt x="24912" y="10556"/>
                </a:cubicBezTo>
                <a:lnTo>
                  <a:pt x="24912" y="10556"/>
                </a:lnTo>
                <a:cubicBezTo>
                  <a:pt x="24912" y="10587"/>
                  <a:pt x="24820" y="10618"/>
                  <a:pt x="24820" y="10649"/>
                </a:cubicBezTo>
                <a:cubicBezTo>
                  <a:pt x="24820" y="10711"/>
                  <a:pt x="24665" y="10803"/>
                  <a:pt x="24604" y="10773"/>
                </a:cubicBezTo>
                <a:cubicBezTo>
                  <a:pt x="24572" y="10773"/>
                  <a:pt x="24541" y="10803"/>
                  <a:pt x="24541" y="10803"/>
                </a:cubicBezTo>
                <a:cubicBezTo>
                  <a:pt x="24511" y="10834"/>
                  <a:pt x="24480" y="10834"/>
                  <a:pt x="24450" y="10834"/>
                </a:cubicBezTo>
                <a:cubicBezTo>
                  <a:pt x="24418" y="10865"/>
                  <a:pt x="24295" y="10865"/>
                  <a:pt x="24326" y="10834"/>
                </a:cubicBezTo>
                <a:cubicBezTo>
                  <a:pt x="24326" y="10834"/>
                  <a:pt x="24233" y="10896"/>
                  <a:pt x="24233" y="10927"/>
                </a:cubicBezTo>
                <a:cubicBezTo>
                  <a:pt x="24171" y="10957"/>
                  <a:pt x="24079" y="10988"/>
                  <a:pt x="24048" y="11020"/>
                </a:cubicBezTo>
                <a:lnTo>
                  <a:pt x="24048" y="10988"/>
                </a:lnTo>
                <a:cubicBezTo>
                  <a:pt x="23986" y="10957"/>
                  <a:pt x="24017" y="11112"/>
                  <a:pt x="23986" y="11112"/>
                </a:cubicBezTo>
                <a:cubicBezTo>
                  <a:pt x="23986" y="11174"/>
                  <a:pt x="23956" y="11174"/>
                  <a:pt x="23956" y="11204"/>
                </a:cubicBezTo>
                <a:cubicBezTo>
                  <a:pt x="23924" y="11267"/>
                  <a:pt x="23924" y="11297"/>
                  <a:pt x="23956" y="11328"/>
                </a:cubicBezTo>
                <a:cubicBezTo>
                  <a:pt x="23956" y="11328"/>
                  <a:pt x="23956" y="11359"/>
                  <a:pt x="23956" y="11390"/>
                </a:cubicBezTo>
                <a:cubicBezTo>
                  <a:pt x="23956" y="11421"/>
                  <a:pt x="23956" y="11390"/>
                  <a:pt x="23924" y="11421"/>
                </a:cubicBezTo>
                <a:lnTo>
                  <a:pt x="23924" y="11390"/>
                </a:lnTo>
                <a:cubicBezTo>
                  <a:pt x="23924" y="11421"/>
                  <a:pt x="23893" y="11482"/>
                  <a:pt x="23893" y="11482"/>
                </a:cubicBezTo>
                <a:cubicBezTo>
                  <a:pt x="23893" y="11482"/>
                  <a:pt x="23893" y="11482"/>
                  <a:pt x="23893" y="11514"/>
                </a:cubicBezTo>
                <a:lnTo>
                  <a:pt x="23893" y="11514"/>
                </a:lnTo>
                <a:lnTo>
                  <a:pt x="23893" y="11514"/>
                </a:lnTo>
                <a:cubicBezTo>
                  <a:pt x="23893" y="11544"/>
                  <a:pt x="23924" y="11544"/>
                  <a:pt x="23924" y="11575"/>
                </a:cubicBezTo>
                <a:cubicBezTo>
                  <a:pt x="23924" y="11605"/>
                  <a:pt x="23893" y="11668"/>
                  <a:pt x="23924" y="11698"/>
                </a:cubicBezTo>
                <a:cubicBezTo>
                  <a:pt x="23986" y="11761"/>
                  <a:pt x="23924" y="11852"/>
                  <a:pt x="23924" y="11915"/>
                </a:cubicBezTo>
                <a:cubicBezTo>
                  <a:pt x="23924" y="11976"/>
                  <a:pt x="23956" y="12069"/>
                  <a:pt x="23924" y="12131"/>
                </a:cubicBezTo>
                <a:cubicBezTo>
                  <a:pt x="23924" y="12162"/>
                  <a:pt x="23893" y="12254"/>
                  <a:pt x="23863" y="12285"/>
                </a:cubicBezTo>
                <a:cubicBezTo>
                  <a:pt x="23832" y="12316"/>
                  <a:pt x="23832" y="12285"/>
                  <a:pt x="23832" y="12285"/>
                </a:cubicBezTo>
                <a:cubicBezTo>
                  <a:pt x="23801" y="12285"/>
                  <a:pt x="23801" y="12346"/>
                  <a:pt x="23801" y="12346"/>
                </a:cubicBezTo>
                <a:cubicBezTo>
                  <a:pt x="23770" y="12378"/>
                  <a:pt x="23801" y="12346"/>
                  <a:pt x="23832" y="12378"/>
                </a:cubicBezTo>
                <a:cubicBezTo>
                  <a:pt x="23832" y="12378"/>
                  <a:pt x="23863" y="12409"/>
                  <a:pt x="23863" y="12439"/>
                </a:cubicBezTo>
                <a:lnTo>
                  <a:pt x="23956" y="12439"/>
                </a:lnTo>
                <a:cubicBezTo>
                  <a:pt x="23986" y="12439"/>
                  <a:pt x="23986" y="12470"/>
                  <a:pt x="24017" y="12470"/>
                </a:cubicBezTo>
                <a:cubicBezTo>
                  <a:pt x="24048" y="12470"/>
                  <a:pt x="24079" y="12470"/>
                  <a:pt x="24048" y="12439"/>
                </a:cubicBezTo>
                <a:cubicBezTo>
                  <a:pt x="24110" y="12409"/>
                  <a:pt x="24171" y="12378"/>
                  <a:pt x="24203" y="12378"/>
                </a:cubicBezTo>
                <a:cubicBezTo>
                  <a:pt x="24171" y="12346"/>
                  <a:pt x="24295" y="12346"/>
                  <a:pt x="24326" y="12346"/>
                </a:cubicBezTo>
                <a:cubicBezTo>
                  <a:pt x="24357" y="12346"/>
                  <a:pt x="24450" y="12346"/>
                  <a:pt x="24480" y="12346"/>
                </a:cubicBezTo>
                <a:cubicBezTo>
                  <a:pt x="24604" y="12346"/>
                  <a:pt x="24788" y="12192"/>
                  <a:pt x="24820" y="12192"/>
                </a:cubicBezTo>
                <a:cubicBezTo>
                  <a:pt x="25005" y="12192"/>
                  <a:pt x="25221" y="12099"/>
                  <a:pt x="25282" y="12069"/>
                </a:cubicBezTo>
                <a:cubicBezTo>
                  <a:pt x="25345" y="12069"/>
                  <a:pt x="25375" y="12069"/>
                  <a:pt x="25406" y="12069"/>
                </a:cubicBezTo>
                <a:cubicBezTo>
                  <a:pt x="25437" y="12069"/>
                  <a:pt x="25561" y="12131"/>
                  <a:pt x="25561" y="12131"/>
                </a:cubicBezTo>
                <a:cubicBezTo>
                  <a:pt x="25592" y="12131"/>
                  <a:pt x="25622" y="12131"/>
                  <a:pt x="25622" y="12131"/>
                </a:cubicBezTo>
                <a:lnTo>
                  <a:pt x="25622" y="12162"/>
                </a:lnTo>
                <a:cubicBezTo>
                  <a:pt x="25683" y="12162"/>
                  <a:pt x="25622" y="12192"/>
                  <a:pt x="25622" y="12223"/>
                </a:cubicBezTo>
                <a:cubicBezTo>
                  <a:pt x="25622" y="12223"/>
                  <a:pt x="25653" y="12192"/>
                  <a:pt x="25622" y="12223"/>
                </a:cubicBezTo>
                <a:lnTo>
                  <a:pt x="25622" y="12254"/>
                </a:lnTo>
                <a:cubicBezTo>
                  <a:pt x="25653" y="12223"/>
                  <a:pt x="25683" y="12254"/>
                  <a:pt x="25683" y="12285"/>
                </a:cubicBezTo>
                <a:cubicBezTo>
                  <a:pt x="25653" y="12316"/>
                  <a:pt x="25683" y="12346"/>
                  <a:pt x="25653" y="12409"/>
                </a:cubicBezTo>
                <a:lnTo>
                  <a:pt x="25653" y="12378"/>
                </a:lnTo>
                <a:cubicBezTo>
                  <a:pt x="25653" y="12378"/>
                  <a:pt x="25653" y="12378"/>
                  <a:pt x="25653" y="12409"/>
                </a:cubicBezTo>
                <a:cubicBezTo>
                  <a:pt x="25683" y="12409"/>
                  <a:pt x="25653" y="12409"/>
                  <a:pt x="25683" y="12439"/>
                </a:cubicBezTo>
                <a:lnTo>
                  <a:pt x="25715" y="12439"/>
                </a:lnTo>
                <a:cubicBezTo>
                  <a:pt x="25715" y="12439"/>
                  <a:pt x="25776" y="12409"/>
                  <a:pt x="25715" y="12439"/>
                </a:cubicBezTo>
                <a:cubicBezTo>
                  <a:pt x="25715" y="12409"/>
                  <a:pt x="25869" y="12316"/>
                  <a:pt x="25869" y="12316"/>
                </a:cubicBezTo>
                <a:cubicBezTo>
                  <a:pt x="25869" y="12285"/>
                  <a:pt x="25962" y="12223"/>
                  <a:pt x="25993" y="12192"/>
                </a:cubicBezTo>
                <a:cubicBezTo>
                  <a:pt x="25962" y="12285"/>
                  <a:pt x="25900" y="12316"/>
                  <a:pt x="25869" y="12378"/>
                </a:cubicBezTo>
                <a:cubicBezTo>
                  <a:pt x="25869" y="12378"/>
                  <a:pt x="25869" y="12439"/>
                  <a:pt x="25808" y="12439"/>
                </a:cubicBezTo>
                <a:lnTo>
                  <a:pt x="25776" y="12470"/>
                </a:lnTo>
                <a:lnTo>
                  <a:pt x="25839" y="12470"/>
                </a:lnTo>
                <a:cubicBezTo>
                  <a:pt x="25839" y="12470"/>
                  <a:pt x="25808" y="12470"/>
                  <a:pt x="25776" y="12470"/>
                </a:cubicBezTo>
                <a:cubicBezTo>
                  <a:pt x="25869" y="12532"/>
                  <a:pt x="25900" y="12409"/>
                  <a:pt x="25931" y="12346"/>
                </a:cubicBezTo>
                <a:cubicBezTo>
                  <a:pt x="25931" y="12378"/>
                  <a:pt x="25962" y="12409"/>
                  <a:pt x="25962" y="12409"/>
                </a:cubicBezTo>
                <a:cubicBezTo>
                  <a:pt x="25962" y="12439"/>
                  <a:pt x="25839" y="12501"/>
                  <a:pt x="25962" y="12532"/>
                </a:cubicBezTo>
                <a:cubicBezTo>
                  <a:pt x="25993" y="12532"/>
                  <a:pt x="25993" y="12625"/>
                  <a:pt x="25962" y="12655"/>
                </a:cubicBezTo>
                <a:cubicBezTo>
                  <a:pt x="25962" y="12655"/>
                  <a:pt x="25931" y="12686"/>
                  <a:pt x="25962" y="12717"/>
                </a:cubicBezTo>
                <a:cubicBezTo>
                  <a:pt x="25962" y="12748"/>
                  <a:pt x="25993" y="12810"/>
                  <a:pt x="26055" y="12810"/>
                </a:cubicBezTo>
                <a:lnTo>
                  <a:pt x="26116" y="12810"/>
                </a:lnTo>
                <a:cubicBezTo>
                  <a:pt x="26147" y="12810"/>
                  <a:pt x="26178" y="12840"/>
                  <a:pt x="26178" y="12872"/>
                </a:cubicBezTo>
                <a:cubicBezTo>
                  <a:pt x="26178" y="12872"/>
                  <a:pt x="26240" y="12840"/>
                  <a:pt x="26270" y="12840"/>
                </a:cubicBezTo>
                <a:cubicBezTo>
                  <a:pt x="26332" y="12872"/>
                  <a:pt x="26363" y="12810"/>
                  <a:pt x="26425" y="12810"/>
                </a:cubicBezTo>
                <a:lnTo>
                  <a:pt x="26394" y="12840"/>
                </a:lnTo>
                <a:cubicBezTo>
                  <a:pt x="26394" y="12840"/>
                  <a:pt x="26394" y="12840"/>
                  <a:pt x="26425" y="12840"/>
                </a:cubicBezTo>
                <a:lnTo>
                  <a:pt x="26425" y="12840"/>
                </a:lnTo>
                <a:cubicBezTo>
                  <a:pt x="26425" y="12872"/>
                  <a:pt x="26425" y="12872"/>
                  <a:pt x="26425" y="12872"/>
                </a:cubicBezTo>
                <a:lnTo>
                  <a:pt x="26425" y="12902"/>
                </a:lnTo>
                <a:cubicBezTo>
                  <a:pt x="26456" y="12902"/>
                  <a:pt x="26610" y="12810"/>
                  <a:pt x="26610" y="12810"/>
                </a:cubicBezTo>
                <a:cubicBezTo>
                  <a:pt x="26703" y="12748"/>
                  <a:pt x="26796" y="12779"/>
                  <a:pt x="26857" y="12717"/>
                </a:cubicBezTo>
                <a:cubicBezTo>
                  <a:pt x="26857" y="12717"/>
                  <a:pt x="26888" y="12717"/>
                  <a:pt x="26888" y="12686"/>
                </a:cubicBezTo>
                <a:cubicBezTo>
                  <a:pt x="26918" y="12655"/>
                  <a:pt x="26950" y="12593"/>
                  <a:pt x="26981" y="12563"/>
                </a:cubicBezTo>
                <a:cubicBezTo>
                  <a:pt x="27011" y="12532"/>
                  <a:pt x="27104" y="12378"/>
                  <a:pt x="27104" y="12409"/>
                </a:cubicBezTo>
                <a:cubicBezTo>
                  <a:pt x="27135" y="12378"/>
                  <a:pt x="27135" y="12346"/>
                  <a:pt x="27166" y="12346"/>
                </a:cubicBezTo>
                <a:cubicBezTo>
                  <a:pt x="27166" y="12346"/>
                  <a:pt x="27258" y="12254"/>
                  <a:pt x="27290" y="12223"/>
                </a:cubicBezTo>
                <a:cubicBezTo>
                  <a:pt x="27382" y="12162"/>
                  <a:pt x="27444" y="12131"/>
                  <a:pt x="27505" y="12038"/>
                </a:cubicBezTo>
                <a:cubicBezTo>
                  <a:pt x="27536" y="11945"/>
                  <a:pt x="27598" y="11852"/>
                  <a:pt x="27629" y="11761"/>
                </a:cubicBezTo>
                <a:cubicBezTo>
                  <a:pt x="27691" y="11668"/>
                  <a:pt x="27660" y="11544"/>
                  <a:pt x="27691" y="11451"/>
                </a:cubicBezTo>
                <a:close/>
                <a:moveTo>
                  <a:pt x="27938" y="9075"/>
                </a:moveTo>
                <a:lnTo>
                  <a:pt x="27938" y="9075"/>
                </a:lnTo>
                <a:cubicBezTo>
                  <a:pt x="27907" y="9075"/>
                  <a:pt x="27968" y="9136"/>
                  <a:pt x="27938" y="9168"/>
                </a:cubicBezTo>
                <a:cubicBezTo>
                  <a:pt x="27938" y="9168"/>
                  <a:pt x="27814" y="9259"/>
                  <a:pt x="27784" y="9198"/>
                </a:cubicBezTo>
                <a:lnTo>
                  <a:pt x="27784" y="9168"/>
                </a:lnTo>
                <a:cubicBezTo>
                  <a:pt x="27721" y="9229"/>
                  <a:pt x="27721" y="9229"/>
                  <a:pt x="27629" y="9198"/>
                </a:cubicBezTo>
                <a:cubicBezTo>
                  <a:pt x="27598" y="9198"/>
                  <a:pt x="27660" y="9291"/>
                  <a:pt x="27691" y="9291"/>
                </a:cubicBezTo>
                <a:cubicBezTo>
                  <a:pt x="27691" y="9291"/>
                  <a:pt x="27784" y="9291"/>
                  <a:pt x="27814" y="9291"/>
                </a:cubicBezTo>
                <a:cubicBezTo>
                  <a:pt x="27845" y="9291"/>
                  <a:pt x="27876" y="9229"/>
                  <a:pt x="27907" y="9229"/>
                </a:cubicBezTo>
                <a:cubicBezTo>
                  <a:pt x="27938" y="9198"/>
                  <a:pt x="27968" y="9229"/>
                  <a:pt x="27968" y="9198"/>
                </a:cubicBezTo>
                <a:cubicBezTo>
                  <a:pt x="27999" y="9198"/>
                  <a:pt x="27938" y="9168"/>
                  <a:pt x="27999" y="9168"/>
                </a:cubicBezTo>
                <a:cubicBezTo>
                  <a:pt x="28030" y="9168"/>
                  <a:pt x="28030" y="9075"/>
                  <a:pt x="27938" y="9075"/>
                </a:cubicBezTo>
                <a:close/>
                <a:moveTo>
                  <a:pt x="27752" y="9692"/>
                </a:moveTo>
                <a:lnTo>
                  <a:pt x="27752" y="9692"/>
                </a:lnTo>
                <a:cubicBezTo>
                  <a:pt x="27721" y="9661"/>
                  <a:pt x="27691" y="9599"/>
                  <a:pt x="27629" y="9599"/>
                </a:cubicBezTo>
                <a:cubicBezTo>
                  <a:pt x="27567" y="9599"/>
                  <a:pt x="27598" y="9569"/>
                  <a:pt x="27567" y="9506"/>
                </a:cubicBezTo>
                <a:cubicBezTo>
                  <a:pt x="27567" y="9476"/>
                  <a:pt x="27382" y="9352"/>
                  <a:pt x="27505" y="9352"/>
                </a:cubicBezTo>
                <a:cubicBezTo>
                  <a:pt x="27660" y="9322"/>
                  <a:pt x="27382" y="9229"/>
                  <a:pt x="27351" y="9198"/>
                </a:cubicBezTo>
                <a:cubicBezTo>
                  <a:pt x="27351" y="9198"/>
                  <a:pt x="27382" y="9136"/>
                  <a:pt x="27351" y="9136"/>
                </a:cubicBezTo>
                <a:cubicBezTo>
                  <a:pt x="27320" y="9075"/>
                  <a:pt x="27258" y="9044"/>
                  <a:pt x="27227" y="9012"/>
                </a:cubicBezTo>
                <a:cubicBezTo>
                  <a:pt x="27043" y="8921"/>
                  <a:pt x="26826" y="8889"/>
                  <a:pt x="26641" y="8797"/>
                </a:cubicBezTo>
                <a:cubicBezTo>
                  <a:pt x="26549" y="8735"/>
                  <a:pt x="26456" y="8921"/>
                  <a:pt x="26394" y="8951"/>
                </a:cubicBezTo>
                <a:cubicBezTo>
                  <a:pt x="26301" y="9012"/>
                  <a:pt x="26332" y="8889"/>
                  <a:pt x="26270" y="8889"/>
                </a:cubicBezTo>
                <a:lnTo>
                  <a:pt x="26270" y="8921"/>
                </a:lnTo>
                <a:cubicBezTo>
                  <a:pt x="26209" y="8858"/>
                  <a:pt x="26301" y="8766"/>
                  <a:pt x="26240" y="8704"/>
                </a:cubicBezTo>
                <a:cubicBezTo>
                  <a:pt x="26209" y="8674"/>
                  <a:pt x="26086" y="8642"/>
                  <a:pt x="26055" y="8674"/>
                </a:cubicBezTo>
                <a:cubicBezTo>
                  <a:pt x="26023" y="8704"/>
                  <a:pt x="25962" y="8704"/>
                  <a:pt x="25931" y="8766"/>
                </a:cubicBezTo>
                <a:cubicBezTo>
                  <a:pt x="25931" y="8766"/>
                  <a:pt x="25931" y="8828"/>
                  <a:pt x="25962" y="8797"/>
                </a:cubicBezTo>
                <a:cubicBezTo>
                  <a:pt x="26023" y="8766"/>
                  <a:pt x="26023" y="8766"/>
                  <a:pt x="26023" y="8828"/>
                </a:cubicBezTo>
                <a:cubicBezTo>
                  <a:pt x="26055" y="8858"/>
                  <a:pt x="26147" y="8858"/>
                  <a:pt x="26178" y="8858"/>
                </a:cubicBezTo>
                <a:cubicBezTo>
                  <a:pt x="26178" y="8889"/>
                  <a:pt x="26055" y="8921"/>
                  <a:pt x="26023" y="8921"/>
                </a:cubicBezTo>
                <a:cubicBezTo>
                  <a:pt x="26055" y="8951"/>
                  <a:pt x="26055" y="8982"/>
                  <a:pt x="26116" y="9044"/>
                </a:cubicBezTo>
                <a:cubicBezTo>
                  <a:pt x="26116" y="9075"/>
                  <a:pt x="26147" y="9044"/>
                  <a:pt x="26178" y="9044"/>
                </a:cubicBezTo>
                <a:cubicBezTo>
                  <a:pt x="26270" y="9044"/>
                  <a:pt x="26332" y="9105"/>
                  <a:pt x="26425" y="9136"/>
                </a:cubicBezTo>
                <a:cubicBezTo>
                  <a:pt x="26487" y="9136"/>
                  <a:pt x="26517" y="9168"/>
                  <a:pt x="26549" y="9168"/>
                </a:cubicBezTo>
                <a:cubicBezTo>
                  <a:pt x="26641" y="9198"/>
                  <a:pt x="26579" y="9229"/>
                  <a:pt x="26610" y="9291"/>
                </a:cubicBezTo>
                <a:cubicBezTo>
                  <a:pt x="26672" y="9352"/>
                  <a:pt x="26641" y="9322"/>
                  <a:pt x="26641" y="9383"/>
                </a:cubicBezTo>
                <a:cubicBezTo>
                  <a:pt x="26641" y="9415"/>
                  <a:pt x="26672" y="9506"/>
                  <a:pt x="26672" y="9506"/>
                </a:cubicBezTo>
                <a:cubicBezTo>
                  <a:pt x="26703" y="9506"/>
                  <a:pt x="26764" y="9506"/>
                  <a:pt x="26796" y="9476"/>
                </a:cubicBezTo>
                <a:cubicBezTo>
                  <a:pt x="26796" y="9569"/>
                  <a:pt x="26888" y="9630"/>
                  <a:pt x="26950" y="9630"/>
                </a:cubicBezTo>
                <a:cubicBezTo>
                  <a:pt x="27011" y="9630"/>
                  <a:pt x="27197" y="9569"/>
                  <a:pt x="27043" y="9538"/>
                </a:cubicBezTo>
                <a:lnTo>
                  <a:pt x="27135" y="9476"/>
                </a:lnTo>
                <a:cubicBezTo>
                  <a:pt x="27135" y="9476"/>
                  <a:pt x="27135" y="9476"/>
                  <a:pt x="27166" y="9476"/>
                </a:cubicBezTo>
                <a:cubicBezTo>
                  <a:pt x="27166" y="9476"/>
                  <a:pt x="27135" y="9445"/>
                  <a:pt x="27135" y="9415"/>
                </a:cubicBezTo>
                <a:cubicBezTo>
                  <a:pt x="27166" y="9476"/>
                  <a:pt x="27227" y="9476"/>
                  <a:pt x="27227" y="9445"/>
                </a:cubicBezTo>
                <a:cubicBezTo>
                  <a:pt x="27227" y="9506"/>
                  <a:pt x="27227" y="9445"/>
                  <a:pt x="27227" y="9445"/>
                </a:cubicBezTo>
                <a:cubicBezTo>
                  <a:pt x="27290" y="9445"/>
                  <a:pt x="27351" y="9506"/>
                  <a:pt x="27413" y="9538"/>
                </a:cubicBezTo>
                <a:cubicBezTo>
                  <a:pt x="27474" y="9599"/>
                  <a:pt x="27474" y="9692"/>
                  <a:pt x="27567" y="9723"/>
                </a:cubicBezTo>
                <a:cubicBezTo>
                  <a:pt x="27660" y="9753"/>
                  <a:pt x="27968" y="9846"/>
                  <a:pt x="27752" y="9692"/>
                </a:cubicBezTo>
                <a:close/>
                <a:moveTo>
                  <a:pt x="23924" y="9506"/>
                </a:moveTo>
                <a:lnTo>
                  <a:pt x="23924" y="9506"/>
                </a:lnTo>
                <a:cubicBezTo>
                  <a:pt x="23956" y="9506"/>
                  <a:pt x="24017" y="9506"/>
                  <a:pt x="24017" y="9506"/>
                </a:cubicBezTo>
                <a:cubicBezTo>
                  <a:pt x="24048" y="9538"/>
                  <a:pt x="24110" y="9538"/>
                  <a:pt x="24140" y="9538"/>
                </a:cubicBezTo>
                <a:lnTo>
                  <a:pt x="24233" y="9538"/>
                </a:lnTo>
                <a:lnTo>
                  <a:pt x="24295" y="9569"/>
                </a:lnTo>
                <a:lnTo>
                  <a:pt x="24295" y="9538"/>
                </a:lnTo>
                <a:lnTo>
                  <a:pt x="24295" y="9506"/>
                </a:lnTo>
                <a:lnTo>
                  <a:pt x="24326" y="9538"/>
                </a:lnTo>
                <a:cubicBezTo>
                  <a:pt x="24357" y="9538"/>
                  <a:pt x="24357" y="9569"/>
                  <a:pt x="24357" y="9569"/>
                </a:cubicBezTo>
                <a:cubicBezTo>
                  <a:pt x="24357" y="9569"/>
                  <a:pt x="24387" y="9538"/>
                  <a:pt x="24418" y="9538"/>
                </a:cubicBezTo>
                <a:cubicBezTo>
                  <a:pt x="24418" y="9538"/>
                  <a:pt x="24387" y="9476"/>
                  <a:pt x="24357" y="9506"/>
                </a:cubicBezTo>
                <a:cubicBezTo>
                  <a:pt x="24326" y="9506"/>
                  <a:pt x="24326" y="9506"/>
                  <a:pt x="24295" y="9506"/>
                </a:cubicBezTo>
                <a:lnTo>
                  <a:pt x="24295" y="9506"/>
                </a:lnTo>
                <a:cubicBezTo>
                  <a:pt x="24295" y="9476"/>
                  <a:pt x="24264" y="9445"/>
                  <a:pt x="24233" y="9445"/>
                </a:cubicBezTo>
                <a:cubicBezTo>
                  <a:pt x="24203" y="9476"/>
                  <a:pt x="24171" y="9476"/>
                  <a:pt x="24171" y="9445"/>
                </a:cubicBezTo>
                <a:cubicBezTo>
                  <a:pt x="24110" y="9445"/>
                  <a:pt x="24140" y="9445"/>
                  <a:pt x="24140" y="9415"/>
                </a:cubicBezTo>
                <a:cubicBezTo>
                  <a:pt x="24140" y="9383"/>
                  <a:pt x="24140" y="9415"/>
                  <a:pt x="24110" y="9415"/>
                </a:cubicBezTo>
                <a:cubicBezTo>
                  <a:pt x="24140" y="9383"/>
                  <a:pt x="24140" y="9383"/>
                  <a:pt x="24110" y="9352"/>
                </a:cubicBezTo>
                <a:lnTo>
                  <a:pt x="24048" y="9352"/>
                </a:lnTo>
                <a:lnTo>
                  <a:pt x="24017" y="9352"/>
                </a:lnTo>
                <a:cubicBezTo>
                  <a:pt x="23986" y="9322"/>
                  <a:pt x="23986" y="9352"/>
                  <a:pt x="23986" y="9322"/>
                </a:cubicBezTo>
                <a:cubicBezTo>
                  <a:pt x="23956" y="9291"/>
                  <a:pt x="23924" y="9383"/>
                  <a:pt x="23893" y="9383"/>
                </a:cubicBezTo>
                <a:cubicBezTo>
                  <a:pt x="23893" y="9383"/>
                  <a:pt x="23863" y="9352"/>
                  <a:pt x="23832" y="9352"/>
                </a:cubicBezTo>
                <a:cubicBezTo>
                  <a:pt x="23770" y="9352"/>
                  <a:pt x="23739" y="9352"/>
                  <a:pt x="23709" y="9291"/>
                </a:cubicBezTo>
                <a:lnTo>
                  <a:pt x="23646" y="9291"/>
                </a:lnTo>
                <a:cubicBezTo>
                  <a:pt x="23646" y="9291"/>
                  <a:pt x="23616" y="9259"/>
                  <a:pt x="23585" y="9259"/>
                </a:cubicBezTo>
                <a:lnTo>
                  <a:pt x="23585" y="9291"/>
                </a:lnTo>
                <a:cubicBezTo>
                  <a:pt x="23554" y="9291"/>
                  <a:pt x="23554" y="9259"/>
                  <a:pt x="23523" y="9259"/>
                </a:cubicBezTo>
                <a:lnTo>
                  <a:pt x="23492" y="9259"/>
                </a:lnTo>
                <a:cubicBezTo>
                  <a:pt x="23492" y="9259"/>
                  <a:pt x="23338" y="9322"/>
                  <a:pt x="23462" y="9352"/>
                </a:cubicBezTo>
                <a:lnTo>
                  <a:pt x="23523" y="9383"/>
                </a:lnTo>
                <a:cubicBezTo>
                  <a:pt x="23523" y="9415"/>
                  <a:pt x="23523" y="9383"/>
                  <a:pt x="23523" y="9415"/>
                </a:cubicBezTo>
                <a:cubicBezTo>
                  <a:pt x="23523" y="9415"/>
                  <a:pt x="23616" y="9445"/>
                  <a:pt x="23646" y="9445"/>
                </a:cubicBezTo>
                <a:lnTo>
                  <a:pt x="23709" y="9476"/>
                </a:lnTo>
                <a:cubicBezTo>
                  <a:pt x="23709" y="9476"/>
                  <a:pt x="23739" y="9445"/>
                  <a:pt x="23770" y="9445"/>
                </a:cubicBezTo>
                <a:lnTo>
                  <a:pt x="23801" y="9445"/>
                </a:lnTo>
                <a:cubicBezTo>
                  <a:pt x="23832" y="9476"/>
                  <a:pt x="23893" y="9506"/>
                  <a:pt x="23924" y="9506"/>
                </a:cubicBezTo>
                <a:close/>
                <a:moveTo>
                  <a:pt x="6052" y="6390"/>
                </a:moveTo>
                <a:lnTo>
                  <a:pt x="6052" y="6390"/>
                </a:lnTo>
                <a:lnTo>
                  <a:pt x="6020" y="6359"/>
                </a:lnTo>
                <a:cubicBezTo>
                  <a:pt x="6020" y="6329"/>
                  <a:pt x="5959" y="6329"/>
                  <a:pt x="5959" y="6359"/>
                </a:cubicBezTo>
                <a:lnTo>
                  <a:pt x="5928" y="6329"/>
                </a:lnTo>
                <a:lnTo>
                  <a:pt x="5928" y="6329"/>
                </a:lnTo>
                <a:cubicBezTo>
                  <a:pt x="5928" y="6329"/>
                  <a:pt x="5928" y="6329"/>
                  <a:pt x="5959" y="6329"/>
                </a:cubicBezTo>
                <a:cubicBezTo>
                  <a:pt x="5959" y="6329"/>
                  <a:pt x="5928" y="6297"/>
                  <a:pt x="5928" y="6329"/>
                </a:cubicBezTo>
                <a:lnTo>
                  <a:pt x="5928" y="6329"/>
                </a:lnTo>
                <a:cubicBezTo>
                  <a:pt x="5959" y="6297"/>
                  <a:pt x="5866" y="6297"/>
                  <a:pt x="5866" y="6297"/>
                </a:cubicBezTo>
                <a:cubicBezTo>
                  <a:pt x="5835" y="6297"/>
                  <a:pt x="5866" y="6266"/>
                  <a:pt x="5866" y="6266"/>
                </a:cubicBezTo>
                <a:cubicBezTo>
                  <a:pt x="5866" y="6266"/>
                  <a:pt x="5835" y="6297"/>
                  <a:pt x="5835" y="6266"/>
                </a:cubicBezTo>
                <a:lnTo>
                  <a:pt x="5835" y="6266"/>
                </a:lnTo>
                <a:cubicBezTo>
                  <a:pt x="5866" y="6266"/>
                  <a:pt x="5835" y="6266"/>
                  <a:pt x="5835" y="6266"/>
                </a:cubicBezTo>
                <a:lnTo>
                  <a:pt x="5835" y="6266"/>
                </a:lnTo>
                <a:lnTo>
                  <a:pt x="5805" y="6236"/>
                </a:lnTo>
                <a:lnTo>
                  <a:pt x="5805" y="6266"/>
                </a:lnTo>
                <a:cubicBezTo>
                  <a:pt x="5805" y="6266"/>
                  <a:pt x="5805" y="6236"/>
                  <a:pt x="5773" y="6236"/>
                </a:cubicBezTo>
                <a:cubicBezTo>
                  <a:pt x="5805" y="6236"/>
                  <a:pt x="5805" y="6236"/>
                  <a:pt x="5805" y="6236"/>
                </a:cubicBezTo>
                <a:lnTo>
                  <a:pt x="5773" y="6205"/>
                </a:lnTo>
                <a:cubicBezTo>
                  <a:pt x="5773" y="6205"/>
                  <a:pt x="5805" y="6236"/>
                  <a:pt x="5773" y="6236"/>
                </a:cubicBezTo>
                <a:cubicBezTo>
                  <a:pt x="5805" y="6236"/>
                  <a:pt x="5742" y="6205"/>
                  <a:pt x="5742" y="6205"/>
                </a:cubicBezTo>
                <a:lnTo>
                  <a:pt x="5742" y="6205"/>
                </a:lnTo>
                <a:cubicBezTo>
                  <a:pt x="5712" y="6205"/>
                  <a:pt x="5681" y="6143"/>
                  <a:pt x="5681" y="6143"/>
                </a:cubicBezTo>
                <a:lnTo>
                  <a:pt x="5681" y="6174"/>
                </a:lnTo>
                <a:cubicBezTo>
                  <a:pt x="5681" y="6143"/>
                  <a:pt x="5619" y="6174"/>
                  <a:pt x="5619" y="6143"/>
                </a:cubicBezTo>
                <a:cubicBezTo>
                  <a:pt x="5588" y="6143"/>
                  <a:pt x="5558" y="6112"/>
                  <a:pt x="5588" y="6112"/>
                </a:cubicBezTo>
                <a:cubicBezTo>
                  <a:pt x="5558" y="6082"/>
                  <a:pt x="5495" y="6112"/>
                  <a:pt x="5495" y="6082"/>
                </a:cubicBezTo>
                <a:lnTo>
                  <a:pt x="5434" y="6082"/>
                </a:lnTo>
                <a:cubicBezTo>
                  <a:pt x="5434" y="6082"/>
                  <a:pt x="5434" y="6082"/>
                  <a:pt x="5465" y="6082"/>
                </a:cubicBezTo>
                <a:cubicBezTo>
                  <a:pt x="5434" y="6082"/>
                  <a:pt x="5434" y="6082"/>
                  <a:pt x="5403" y="6082"/>
                </a:cubicBezTo>
                <a:cubicBezTo>
                  <a:pt x="5434" y="6082"/>
                  <a:pt x="5372" y="6082"/>
                  <a:pt x="5341" y="6082"/>
                </a:cubicBezTo>
                <a:cubicBezTo>
                  <a:pt x="5341" y="6082"/>
                  <a:pt x="5279" y="6112"/>
                  <a:pt x="5279" y="6082"/>
                </a:cubicBezTo>
                <a:lnTo>
                  <a:pt x="5218" y="6112"/>
                </a:lnTo>
                <a:cubicBezTo>
                  <a:pt x="5218" y="6112"/>
                  <a:pt x="5156" y="6112"/>
                  <a:pt x="5156" y="6143"/>
                </a:cubicBezTo>
                <a:lnTo>
                  <a:pt x="5125" y="6143"/>
                </a:lnTo>
                <a:cubicBezTo>
                  <a:pt x="5125" y="6174"/>
                  <a:pt x="5125" y="6205"/>
                  <a:pt x="5125" y="6205"/>
                </a:cubicBezTo>
                <a:lnTo>
                  <a:pt x="5064" y="6205"/>
                </a:lnTo>
                <a:cubicBezTo>
                  <a:pt x="5064" y="6236"/>
                  <a:pt x="5094" y="6205"/>
                  <a:pt x="5125" y="6205"/>
                </a:cubicBezTo>
                <a:lnTo>
                  <a:pt x="5094" y="6236"/>
                </a:lnTo>
                <a:cubicBezTo>
                  <a:pt x="5125" y="6236"/>
                  <a:pt x="5156" y="6205"/>
                  <a:pt x="5156" y="6174"/>
                </a:cubicBezTo>
                <a:cubicBezTo>
                  <a:pt x="5187" y="6174"/>
                  <a:pt x="5218" y="6174"/>
                  <a:pt x="5218" y="6174"/>
                </a:cubicBezTo>
                <a:cubicBezTo>
                  <a:pt x="5249" y="6143"/>
                  <a:pt x="5279" y="6112"/>
                  <a:pt x="5311" y="6112"/>
                </a:cubicBezTo>
                <a:cubicBezTo>
                  <a:pt x="5341" y="6112"/>
                  <a:pt x="5372" y="6112"/>
                  <a:pt x="5403" y="6143"/>
                </a:cubicBezTo>
                <a:cubicBezTo>
                  <a:pt x="5403" y="6174"/>
                  <a:pt x="5341" y="6143"/>
                  <a:pt x="5341" y="6143"/>
                </a:cubicBezTo>
                <a:cubicBezTo>
                  <a:pt x="5341" y="6174"/>
                  <a:pt x="5403" y="6174"/>
                  <a:pt x="5434" y="6174"/>
                </a:cubicBezTo>
                <a:cubicBezTo>
                  <a:pt x="5434" y="6174"/>
                  <a:pt x="5434" y="6174"/>
                  <a:pt x="5434" y="6205"/>
                </a:cubicBezTo>
                <a:lnTo>
                  <a:pt x="5434" y="6174"/>
                </a:lnTo>
                <a:cubicBezTo>
                  <a:pt x="5434" y="6174"/>
                  <a:pt x="5495" y="6236"/>
                  <a:pt x="5495" y="6205"/>
                </a:cubicBezTo>
                <a:lnTo>
                  <a:pt x="5558" y="6236"/>
                </a:lnTo>
                <a:cubicBezTo>
                  <a:pt x="5619" y="6236"/>
                  <a:pt x="5681" y="6236"/>
                  <a:pt x="5681" y="6266"/>
                </a:cubicBezTo>
                <a:cubicBezTo>
                  <a:pt x="5681" y="6297"/>
                  <a:pt x="5681" y="6329"/>
                  <a:pt x="5712" y="6329"/>
                </a:cubicBezTo>
                <a:cubicBezTo>
                  <a:pt x="5712" y="6359"/>
                  <a:pt x="5773" y="6329"/>
                  <a:pt x="5773" y="6359"/>
                </a:cubicBezTo>
                <a:cubicBezTo>
                  <a:pt x="5805" y="6390"/>
                  <a:pt x="5742" y="6359"/>
                  <a:pt x="5712" y="6420"/>
                </a:cubicBezTo>
                <a:cubicBezTo>
                  <a:pt x="5712" y="6420"/>
                  <a:pt x="5866" y="6420"/>
                  <a:pt x="5897" y="6420"/>
                </a:cubicBezTo>
                <a:cubicBezTo>
                  <a:pt x="5897" y="6420"/>
                  <a:pt x="5959" y="6452"/>
                  <a:pt x="5959" y="6420"/>
                </a:cubicBezTo>
                <a:cubicBezTo>
                  <a:pt x="5959" y="6420"/>
                  <a:pt x="5959" y="6420"/>
                  <a:pt x="5989" y="6420"/>
                </a:cubicBezTo>
                <a:cubicBezTo>
                  <a:pt x="5989" y="6420"/>
                  <a:pt x="5989" y="6420"/>
                  <a:pt x="5959" y="6420"/>
                </a:cubicBezTo>
                <a:cubicBezTo>
                  <a:pt x="5989" y="6420"/>
                  <a:pt x="6113" y="6420"/>
                  <a:pt x="6052" y="6390"/>
                </a:cubicBezTo>
                <a:close/>
                <a:moveTo>
                  <a:pt x="23462" y="9229"/>
                </a:moveTo>
                <a:lnTo>
                  <a:pt x="23462" y="9229"/>
                </a:lnTo>
                <a:cubicBezTo>
                  <a:pt x="23492" y="9168"/>
                  <a:pt x="23462" y="9105"/>
                  <a:pt x="23492" y="9044"/>
                </a:cubicBezTo>
                <a:cubicBezTo>
                  <a:pt x="23492" y="9012"/>
                  <a:pt x="23462" y="9012"/>
                  <a:pt x="23492" y="8982"/>
                </a:cubicBezTo>
                <a:cubicBezTo>
                  <a:pt x="23523" y="8951"/>
                  <a:pt x="23492" y="8951"/>
                  <a:pt x="23492" y="8921"/>
                </a:cubicBezTo>
                <a:cubicBezTo>
                  <a:pt x="23492" y="8921"/>
                  <a:pt x="23462" y="8858"/>
                  <a:pt x="23462" y="8889"/>
                </a:cubicBezTo>
                <a:cubicBezTo>
                  <a:pt x="23430" y="8889"/>
                  <a:pt x="23400" y="8858"/>
                  <a:pt x="23400" y="8858"/>
                </a:cubicBezTo>
                <a:lnTo>
                  <a:pt x="23400" y="8858"/>
                </a:lnTo>
                <a:cubicBezTo>
                  <a:pt x="23369" y="8889"/>
                  <a:pt x="23369" y="8921"/>
                  <a:pt x="23369" y="8921"/>
                </a:cubicBezTo>
                <a:cubicBezTo>
                  <a:pt x="23369" y="8921"/>
                  <a:pt x="23400" y="8858"/>
                  <a:pt x="23369" y="8889"/>
                </a:cubicBezTo>
                <a:cubicBezTo>
                  <a:pt x="23369" y="8858"/>
                  <a:pt x="23400" y="8828"/>
                  <a:pt x="23369" y="8828"/>
                </a:cubicBezTo>
                <a:lnTo>
                  <a:pt x="23369" y="8828"/>
                </a:lnTo>
                <a:lnTo>
                  <a:pt x="23369" y="8828"/>
                </a:lnTo>
                <a:lnTo>
                  <a:pt x="23338" y="8735"/>
                </a:lnTo>
                <a:cubicBezTo>
                  <a:pt x="23338" y="8735"/>
                  <a:pt x="23307" y="8704"/>
                  <a:pt x="23307" y="8735"/>
                </a:cubicBezTo>
                <a:cubicBezTo>
                  <a:pt x="23276" y="8735"/>
                  <a:pt x="23245" y="8674"/>
                  <a:pt x="23245" y="8674"/>
                </a:cubicBezTo>
                <a:lnTo>
                  <a:pt x="23276" y="8674"/>
                </a:lnTo>
                <a:cubicBezTo>
                  <a:pt x="23276" y="8642"/>
                  <a:pt x="23245" y="8642"/>
                  <a:pt x="23245" y="8642"/>
                </a:cubicBezTo>
                <a:cubicBezTo>
                  <a:pt x="23245" y="8642"/>
                  <a:pt x="23276" y="8642"/>
                  <a:pt x="23245" y="8642"/>
                </a:cubicBezTo>
                <a:lnTo>
                  <a:pt x="23245" y="8642"/>
                </a:lnTo>
                <a:cubicBezTo>
                  <a:pt x="23245" y="8642"/>
                  <a:pt x="23338" y="8581"/>
                  <a:pt x="23276" y="8581"/>
                </a:cubicBezTo>
                <a:cubicBezTo>
                  <a:pt x="23245" y="8581"/>
                  <a:pt x="23245" y="8550"/>
                  <a:pt x="23215" y="8581"/>
                </a:cubicBezTo>
                <a:cubicBezTo>
                  <a:pt x="23215" y="8581"/>
                  <a:pt x="23183" y="8611"/>
                  <a:pt x="23153" y="8581"/>
                </a:cubicBezTo>
                <a:cubicBezTo>
                  <a:pt x="23183" y="8581"/>
                  <a:pt x="23245" y="8581"/>
                  <a:pt x="23215" y="8550"/>
                </a:cubicBezTo>
                <a:cubicBezTo>
                  <a:pt x="23183" y="8519"/>
                  <a:pt x="23183" y="8550"/>
                  <a:pt x="23153" y="8519"/>
                </a:cubicBezTo>
                <a:cubicBezTo>
                  <a:pt x="23122" y="8519"/>
                  <a:pt x="23122" y="8488"/>
                  <a:pt x="23122" y="8457"/>
                </a:cubicBezTo>
                <a:lnTo>
                  <a:pt x="23091" y="8427"/>
                </a:lnTo>
                <a:cubicBezTo>
                  <a:pt x="23091" y="8427"/>
                  <a:pt x="23091" y="8427"/>
                  <a:pt x="23060" y="8427"/>
                </a:cubicBezTo>
                <a:lnTo>
                  <a:pt x="23060" y="8427"/>
                </a:lnTo>
                <a:cubicBezTo>
                  <a:pt x="23060" y="8427"/>
                  <a:pt x="23060" y="8395"/>
                  <a:pt x="23029" y="8395"/>
                </a:cubicBezTo>
                <a:cubicBezTo>
                  <a:pt x="22968" y="8334"/>
                  <a:pt x="23029" y="8395"/>
                  <a:pt x="22998" y="8395"/>
                </a:cubicBezTo>
                <a:cubicBezTo>
                  <a:pt x="22998" y="8427"/>
                  <a:pt x="22936" y="8303"/>
                  <a:pt x="22936" y="8303"/>
                </a:cubicBezTo>
                <a:cubicBezTo>
                  <a:pt x="22875" y="8241"/>
                  <a:pt x="22721" y="8148"/>
                  <a:pt x="22721" y="8148"/>
                </a:cubicBezTo>
                <a:cubicBezTo>
                  <a:pt x="22721" y="8148"/>
                  <a:pt x="22751" y="8148"/>
                  <a:pt x="22721" y="8118"/>
                </a:cubicBezTo>
                <a:cubicBezTo>
                  <a:pt x="22721" y="8087"/>
                  <a:pt x="22721" y="8118"/>
                  <a:pt x="22721" y="8087"/>
                </a:cubicBezTo>
                <a:cubicBezTo>
                  <a:pt x="22689" y="8025"/>
                  <a:pt x="22597" y="8025"/>
                  <a:pt x="22566" y="8025"/>
                </a:cubicBezTo>
                <a:cubicBezTo>
                  <a:pt x="22535" y="8025"/>
                  <a:pt x="22535" y="8025"/>
                  <a:pt x="22505" y="7994"/>
                </a:cubicBezTo>
                <a:cubicBezTo>
                  <a:pt x="22474" y="7994"/>
                  <a:pt x="22442" y="7994"/>
                  <a:pt x="22442" y="7994"/>
                </a:cubicBezTo>
                <a:cubicBezTo>
                  <a:pt x="22412" y="7994"/>
                  <a:pt x="22474" y="8087"/>
                  <a:pt x="22474" y="8087"/>
                </a:cubicBezTo>
                <a:cubicBezTo>
                  <a:pt x="22474" y="8118"/>
                  <a:pt x="22535" y="8148"/>
                  <a:pt x="22566" y="8179"/>
                </a:cubicBezTo>
                <a:cubicBezTo>
                  <a:pt x="22566" y="8210"/>
                  <a:pt x="22597" y="8210"/>
                  <a:pt x="22628" y="8241"/>
                </a:cubicBezTo>
                <a:cubicBezTo>
                  <a:pt x="22628" y="8272"/>
                  <a:pt x="22659" y="8272"/>
                  <a:pt x="22689" y="8303"/>
                </a:cubicBezTo>
                <a:cubicBezTo>
                  <a:pt x="22689" y="8303"/>
                  <a:pt x="22659" y="8364"/>
                  <a:pt x="22689" y="8364"/>
                </a:cubicBezTo>
                <a:cubicBezTo>
                  <a:pt x="22721" y="8364"/>
                  <a:pt x="22751" y="8395"/>
                  <a:pt x="22751" y="8395"/>
                </a:cubicBezTo>
                <a:cubicBezTo>
                  <a:pt x="22782" y="8395"/>
                  <a:pt x="22782" y="8427"/>
                  <a:pt x="22782" y="8427"/>
                </a:cubicBezTo>
                <a:cubicBezTo>
                  <a:pt x="22782" y="8457"/>
                  <a:pt x="22813" y="8550"/>
                  <a:pt x="22844" y="8581"/>
                </a:cubicBezTo>
                <a:lnTo>
                  <a:pt x="22875" y="8581"/>
                </a:lnTo>
                <a:cubicBezTo>
                  <a:pt x="22906" y="8611"/>
                  <a:pt x="22906" y="8642"/>
                  <a:pt x="22906" y="8674"/>
                </a:cubicBezTo>
                <a:cubicBezTo>
                  <a:pt x="22936" y="8674"/>
                  <a:pt x="22968" y="8704"/>
                  <a:pt x="22968" y="8735"/>
                </a:cubicBezTo>
                <a:cubicBezTo>
                  <a:pt x="22968" y="8735"/>
                  <a:pt x="22968" y="8735"/>
                  <a:pt x="22968" y="8766"/>
                </a:cubicBezTo>
                <a:cubicBezTo>
                  <a:pt x="22998" y="8828"/>
                  <a:pt x="22998" y="8858"/>
                  <a:pt x="23029" y="8921"/>
                </a:cubicBezTo>
                <a:cubicBezTo>
                  <a:pt x="23060" y="8951"/>
                  <a:pt x="23091" y="8982"/>
                  <a:pt x="23122" y="9012"/>
                </a:cubicBezTo>
                <a:cubicBezTo>
                  <a:pt x="23153" y="9012"/>
                  <a:pt x="23122" y="9044"/>
                  <a:pt x="23153" y="9075"/>
                </a:cubicBezTo>
                <a:cubicBezTo>
                  <a:pt x="23183" y="9105"/>
                  <a:pt x="23215" y="9136"/>
                  <a:pt x="23276" y="9168"/>
                </a:cubicBezTo>
                <a:cubicBezTo>
                  <a:pt x="23276" y="9168"/>
                  <a:pt x="23276" y="9198"/>
                  <a:pt x="23307" y="9229"/>
                </a:cubicBezTo>
                <a:cubicBezTo>
                  <a:pt x="23338" y="9229"/>
                  <a:pt x="23338" y="9259"/>
                  <a:pt x="23338" y="9259"/>
                </a:cubicBezTo>
                <a:cubicBezTo>
                  <a:pt x="23369" y="9291"/>
                  <a:pt x="23338" y="9229"/>
                  <a:pt x="23338" y="9229"/>
                </a:cubicBezTo>
                <a:cubicBezTo>
                  <a:pt x="23369" y="9198"/>
                  <a:pt x="23400" y="9259"/>
                  <a:pt x="23400" y="9259"/>
                </a:cubicBezTo>
                <a:cubicBezTo>
                  <a:pt x="23400" y="9259"/>
                  <a:pt x="23400" y="9229"/>
                  <a:pt x="23430" y="9198"/>
                </a:cubicBezTo>
                <a:cubicBezTo>
                  <a:pt x="23430" y="9198"/>
                  <a:pt x="23462" y="9291"/>
                  <a:pt x="23462" y="9229"/>
                </a:cubicBezTo>
                <a:close/>
                <a:moveTo>
                  <a:pt x="14231" y="2562"/>
                </a:moveTo>
                <a:lnTo>
                  <a:pt x="14231" y="2562"/>
                </a:lnTo>
                <a:cubicBezTo>
                  <a:pt x="14201" y="2562"/>
                  <a:pt x="14201" y="2562"/>
                  <a:pt x="14201" y="2562"/>
                </a:cubicBezTo>
                <a:lnTo>
                  <a:pt x="14201" y="2562"/>
                </a:lnTo>
                <a:cubicBezTo>
                  <a:pt x="14231" y="2562"/>
                  <a:pt x="14231" y="2562"/>
                  <a:pt x="14231" y="2562"/>
                </a:cubicBezTo>
                <a:lnTo>
                  <a:pt x="14201" y="2562"/>
                </a:lnTo>
                <a:lnTo>
                  <a:pt x="14231" y="2562"/>
                </a:lnTo>
                <a:lnTo>
                  <a:pt x="14231" y="2562"/>
                </a:lnTo>
                <a:lnTo>
                  <a:pt x="14231" y="2562"/>
                </a:lnTo>
                <a:lnTo>
                  <a:pt x="14231" y="2593"/>
                </a:lnTo>
                <a:lnTo>
                  <a:pt x="14231" y="2593"/>
                </a:lnTo>
                <a:lnTo>
                  <a:pt x="14231" y="2593"/>
                </a:lnTo>
                <a:lnTo>
                  <a:pt x="14231" y="2593"/>
                </a:lnTo>
                <a:lnTo>
                  <a:pt x="14231" y="2593"/>
                </a:lnTo>
                <a:lnTo>
                  <a:pt x="14231" y="2593"/>
                </a:lnTo>
                <a:lnTo>
                  <a:pt x="14231" y="2593"/>
                </a:lnTo>
                <a:lnTo>
                  <a:pt x="14231" y="2593"/>
                </a:lnTo>
                <a:lnTo>
                  <a:pt x="14262" y="2593"/>
                </a:lnTo>
                <a:lnTo>
                  <a:pt x="14262" y="2593"/>
                </a:lnTo>
                <a:lnTo>
                  <a:pt x="14262" y="2593"/>
                </a:lnTo>
                <a:cubicBezTo>
                  <a:pt x="14292" y="2593"/>
                  <a:pt x="14262" y="2593"/>
                  <a:pt x="14262" y="2593"/>
                </a:cubicBezTo>
                <a:cubicBezTo>
                  <a:pt x="14262" y="2624"/>
                  <a:pt x="14262" y="2624"/>
                  <a:pt x="14292" y="2624"/>
                </a:cubicBezTo>
                <a:lnTo>
                  <a:pt x="14292" y="2624"/>
                </a:lnTo>
                <a:lnTo>
                  <a:pt x="14262" y="2624"/>
                </a:lnTo>
                <a:lnTo>
                  <a:pt x="14292" y="2624"/>
                </a:lnTo>
                <a:lnTo>
                  <a:pt x="14262" y="2624"/>
                </a:lnTo>
                <a:lnTo>
                  <a:pt x="14292" y="2624"/>
                </a:lnTo>
                <a:cubicBezTo>
                  <a:pt x="14262" y="2624"/>
                  <a:pt x="14262" y="2624"/>
                  <a:pt x="14262" y="2624"/>
                </a:cubicBezTo>
                <a:lnTo>
                  <a:pt x="14292" y="2655"/>
                </a:lnTo>
                <a:lnTo>
                  <a:pt x="14292" y="2655"/>
                </a:lnTo>
                <a:cubicBezTo>
                  <a:pt x="14292" y="2655"/>
                  <a:pt x="14292" y="2655"/>
                  <a:pt x="14292" y="2686"/>
                </a:cubicBezTo>
                <a:lnTo>
                  <a:pt x="14292" y="2655"/>
                </a:lnTo>
                <a:lnTo>
                  <a:pt x="14292" y="2655"/>
                </a:lnTo>
                <a:lnTo>
                  <a:pt x="14324" y="2655"/>
                </a:lnTo>
                <a:cubicBezTo>
                  <a:pt x="14324" y="2624"/>
                  <a:pt x="14292" y="2624"/>
                  <a:pt x="14292" y="2624"/>
                </a:cubicBezTo>
                <a:lnTo>
                  <a:pt x="14292" y="2624"/>
                </a:lnTo>
                <a:lnTo>
                  <a:pt x="14292" y="2624"/>
                </a:lnTo>
                <a:lnTo>
                  <a:pt x="14292" y="2624"/>
                </a:lnTo>
                <a:lnTo>
                  <a:pt x="14292" y="2624"/>
                </a:lnTo>
                <a:lnTo>
                  <a:pt x="14324" y="2624"/>
                </a:lnTo>
                <a:lnTo>
                  <a:pt x="14324" y="2624"/>
                </a:lnTo>
                <a:lnTo>
                  <a:pt x="14324" y="2624"/>
                </a:lnTo>
                <a:lnTo>
                  <a:pt x="14324" y="2624"/>
                </a:lnTo>
                <a:lnTo>
                  <a:pt x="14292" y="2624"/>
                </a:lnTo>
                <a:cubicBezTo>
                  <a:pt x="14292" y="2624"/>
                  <a:pt x="14292" y="2624"/>
                  <a:pt x="14292" y="2593"/>
                </a:cubicBezTo>
                <a:lnTo>
                  <a:pt x="14292" y="2624"/>
                </a:lnTo>
                <a:lnTo>
                  <a:pt x="14292" y="2624"/>
                </a:lnTo>
                <a:cubicBezTo>
                  <a:pt x="14292" y="2624"/>
                  <a:pt x="14292" y="2593"/>
                  <a:pt x="14324" y="2593"/>
                </a:cubicBezTo>
                <a:lnTo>
                  <a:pt x="14324" y="2593"/>
                </a:lnTo>
                <a:lnTo>
                  <a:pt x="14324" y="2593"/>
                </a:lnTo>
                <a:lnTo>
                  <a:pt x="14324" y="2593"/>
                </a:lnTo>
                <a:cubicBezTo>
                  <a:pt x="14324" y="2562"/>
                  <a:pt x="14324" y="2562"/>
                  <a:pt x="14324" y="2562"/>
                </a:cubicBezTo>
                <a:lnTo>
                  <a:pt x="14324" y="2562"/>
                </a:lnTo>
                <a:lnTo>
                  <a:pt x="14324" y="2562"/>
                </a:lnTo>
                <a:cubicBezTo>
                  <a:pt x="14355" y="2562"/>
                  <a:pt x="14355" y="2562"/>
                  <a:pt x="14355" y="2562"/>
                </a:cubicBezTo>
                <a:cubicBezTo>
                  <a:pt x="14355" y="2562"/>
                  <a:pt x="14355" y="2562"/>
                  <a:pt x="14355" y="2532"/>
                </a:cubicBezTo>
                <a:cubicBezTo>
                  <a:pt x="14355" y="2532"/>
                  <a:pt x="14324" y="2532"/>
                  <a:pt x="14355" y="2532"/>
                </a:cubicBezTo>
                <a:lnTo>
                  <a:pt x="14355" y="2532"/>
                </a:lnTo>
                <a:cubicBezTo>
                  <a:pt x="14355" y="2501"/>
                  <a:pt x="14324" y="2501"/>
                  <a:pt x="14324" y="2501"/>
                </a:cubicBezTo>
                <a:lnTo>
                  <a:pt x="14324" y="2501"/>
                </a:lnTo>
                <a:cubicBezTo>
                  <a:pt x="14292" y="2501"/>
                  <a:pt x="14292" y="2532"/>
                  <a:pt x="14292" y="2532"/>
                </a:cubicBezTo>
                <a:lnTo>
                  <a:pt x="14292" y="2532"/>
                </a:lnTo>
                <a:lnTo>
                  <a:pt x="14292" y="2532"/>
                </a:lnTo>
                <a:lnTo>
                  <a:pt x="14292" y="2562"/>
                </a:lnTo>
                <a:lnTo>
                  <a:pt x="14292" y="2562"/>
                </a:lnTo>
                <a:lnTo>
                  <a:pt x="14292" y="2562"/>
                </a:lnTo>
                <a:lnTo>
                  <a:pt x="14292" y="2562"/>
                </a:lnTo>
                <a:lnTo>
                  <a:pt x="14292" y="2562"/>
                </a:lnTo>
                <a:cubicBezTo>
                  <a:pt x="14292" y="2532"/>
                  <a:pt x="14292" y="2532"/>
                  <a:pt x="14292" y="2532"/>
                </a:cubicBezTo>
                <a:lnTo>
                  <a:pt x="14292" y="2532"/>
                </a:lnTo>
                <a:lnTo>
                  <a:pt x="14292" y="2532"/>
                </a:lnTo>
                <a:lnTo>
                  <a:pt x="14292" y="2532"/>
                </a:lnTo>
                <a:cubicBezTo>
                  <a:pt x="14292" y="2532"/>
                  <a:pt x="14292" y="2532"/>
                  <a:pt x="14292" y="2562"/>
                </a:cubicBezTo>
                <a:lnTo>
                  <a:pt x="14292" y="2562"/>
                </a:lnTo>
                <a:lnTo>
                  <a:pt x="14262" y="2562"/>
                </a:lnTo>
                <a:cubicBezTo>
                  <a:pt x="14262" y="2562"/>
                  <a:pt x="14292" y="2562"/>
                  <a:pt x="14262" y="2532"/>
                </a:cubicBezTo>
                <a:cubicBezTo>
                  <a:pt x="14262" y="2532"/>
                  <a:pt x="14262" y="2562"/>
                  <a:pt x="14262" y="2532"/>
                </a:cubicBezTo>
                <a:lnTo>
                  <a:pt x="14262" y="2532"/>
                </a:lnTo>
                <a:lnTo>
                  <a:pt x="14262" y="2532"/>
                </a:lnTo>
                <a:lnTo>
                  <a:pt x="14262" y="2532"/>
                </a:lnTo>
                <a:cubicBezTo>
                  <a:pt x="14262" y="2532"/>
                  <a:pt x="14292" y="2532"/>
                  <a:pt x="14262" y="2532"/>
                </a:cubicBezTo>
                <a:lnTo>
                  <a:pt x="14262" y="2532"/>
                </a:lnTo>
                <a:lnTo>
                  <a:pt x="14231" y="2532"/>
                </a:lnTo>
                <a:lnTo>
                  <a:pt x="14262" y="2532"/>
                </a:lnTo>
                <a:cubicBezTo>
                  <a:pt x="14262" y="2532"/>
                  <a:pt x="14262" y="2532"/>
                  <a:pt x="14231" y="2532"/>
                </a:cubicBezTo>
                <a:cubicBezTo>
                  <a:pt x="14262" y="2562"/>
                  <a:pt x="14231" y="2562"/>
                  <a:pt x="14231" y="2562"/>
                </a:cubicBezTo>
                <a:close/>
                <a:moveTo>
                  <a:pt x="9787" y="9445"/>
                </a:moveTo>
                <a:lnTo>
                  <a:pt x="9787" y="9445"/>
                </a:lnTo>
                <a:cubicBezTo>
                  <a:pt x="9787" y="9415"/>
                  <a:pt x="9787" y="9383"/>
                  <a:pt x="9756" y="9383"/>
                </a:cubicBezTo>
                <a:cubicBezTo>
                  <a:pt x="9756" y="9383"/>
                  <a:pt x="9787" y="9291"/>
                  <a:pt x="9725" y="9291"/>
                </a:cubicBezTo>
                <a:cubicBezTo>
                  <a:pt x="9725" y="9291"/>
                  <a:pt x="9725" y="9198"/>
                  <a:pt x="9694" y="9168"/>
                </a:cubicBezTo>
                <a:cubicBezTo>
                  <a:pt x="9694" y="9168"/>
                  <a:pt x="9633" y="9168"/>
                  <a:pt x="9601" y="9168"/>
                </a:cubicBezTo>
                <a:lnTo>
                  <a:pt x="9570" y="9136"/>
                </a:lnTo>
                <a:cubicBezTo>
                  <a:pt x="9540" y="9136"/>
                  <a:pt x="9540" y="9136"/>
                  <a:pt x="9509" y="9136"/>
                </a:cubicBezTo>
                <a:cubicBezTo>
                  <a:pt x="9478" y="9105"/>
                  <a:pt x="9447" y="9044"/>
                  <a:pt x="9386" y="9012"/>
                </a:cubicBezTo>
                <a:cubicBezTo>
                  <a:pt x="9354" y="9012"/>
                  <a:pt x="9323" y="8951"/>
                  <a:pt x="9262" y="8921"/>
                </a:cubicBezTo>
                <a:cubicBezTo>
                  <a:pt x="9231" y="8921"/>
                  <a:pt x="9169" y="8921"/>
                  <a:pt x="9139" y="8921"/>
                </a:cubicBezTo>
                <a:lnTo>
                  <a:pt x="9107" y="8921"/>
                </a:lnTo>
                <a:cubicBezTo>
                  <a:pt x="9077" y="8921"/>
                  <a:pt x="9077" y="8921"/>
                  <a:pt x="9046" y="8889"/>
                </a:cubicBezTo>
                <a:lnTo>
                  <a:pt x="8953" y="8858"/>
                </a:lnTo>
                <a:cubicBezTo>
                  <a:pt x="8922" y="8858"/>
                  <a:pt x="8922" y="8858"/>
                  <a:pt x="8922" y="8858"/>
                </a:cubicBezTo>
                <a:lnTo>
                  <a:pt x="8922" y="8858"/>
                </a:lnTo>
                <a:lnTo>
                  <a:pt x="8922" y="8858"/>
                </a:lnTo>
                <a:cubicBezTo>
                  <a:pt x="8922" y="8889"/>
                  <a:pt x="8922" y="8889"/>
                  <a:pt x="8922" y="8889"/>
                </a:cubicBezTo>
                <a:cubicBezTo>
                  <a:pt x="8892" y="8889"/>
                  <a:pt x="8892" y="8889"/>
                  <a:pt x="8892" y="8889"/>
                </a:cubicBezTo>
                <a:cubicBezTo>
                  <a:pt x="8892" y="8889"/>
                  <a:pt x="8892" y="8889"/>
                  <a:pt x="8860" y="8889"/>
                </a:cubicBezTo>
                <a:lnTo>
                  <a:pt x="8860" y="8889"/>
                </a:lnTo>
                <a:lnTo>
                  <a:pt x="8860" y="8889"/>
                </a:lnTo>
                <a:cubicBezTo>
                  <a:pt x="8860" y="8921"/>
                  <a:pt x="8860" y="8889"/>
                  <a:pt x="8860" y="8889"/>
                </a:cubicBezTo>
                <a:lnTo>
                  <a:pt x="8860" y="8889"/>
                </a:lnTo>
                <a:lnTo>
                  <a:pt x="8860" y="8889"/>
                </a:lnTo>
                <a:cubicBezTo>
                  <a:pt x="8830" y="8889"/>
                  <a:pt x="8830" y="8889"/>
                  <a:pt x="8830" y="8889"/>
                </a:cubicBezTo>
                <a:cubicBezTo>
                  <a:pt x="8830" y="8921"/>
                  <a:pt x="8799" y="8951"/>
                  <a:pt x="8799" y="8951"/>
                </a:cubicBezTo>
                <a:cubicBezTo>
                  <a:pt x="8799" y="8951"/>
                  <a:pt x="8799" y="8921"/>
                  <a:pt x="8799" y="8889"/>
                </a:cubicBezTo>
                <a:cubicBezTo>
                  <a:pt x="8830" y="8889"/>
                  <a:pt x="8830" y="8889"/>
                  <a:pt x="8830" y="8858"/>
                </a:cubicBezTo>
                <a:cubicBezTo>
                  <a:pt x="8830" y="8858"/>
                  <a:pt x="8860" y="8858"/>
                  <a:pt x="8830" y="8858"/>
                </a:cubicBezTo>
                <a:lnTo>
                  <a:pt x="8830" y="8858"/>
                </a:lnTo>
                <a:lnTo>
                  <a:pt x="8830" y="8858"/>
                </a:lnTo>
                <a:lnTo>
                  <a:pt x="8799" y="8858"/>
                </a:lnTo>
                <a:lnTo>
                  <a:pt x="8799" y="8858"/>
                </a:lnTo>
                <a:lnTo>
                  <a:pt x="8799" y="8858"/>
                </a:lnTo>
                <a:lnTo>
                  <a:pt x="8799" y="8858"/>
                </a:lnTo>
                <a:cubicBezTo>
                  <a:pt x="8830" y="8828"/>
                  <a:pt x="8830" y="8828"/>
                  <a:pt x="8830" y="8828"/>
                </a:cubicBezTo>
                <a:lnTo>
                  <a:pt x="8830" y="8828"/>
                </a:lnTo>
                <a:cubicBezTo>
                  <a:pt x="8830" y="8828"/>
                  <a:pt x="8830" y="8797"/>
                  <a:pt x="8799" y="8797"/>
                </a:cubicBezTo>
                <a:cubicBezTo>
                  <a:pt x="8799" y="8766"/>
                  <a:pt x="8768" y="8766"/>
                  <a:pt x="8768" y="8766"/>
                </a:cubicBezTo>
                <a:cubicBezTo>
                  <a:pt x="8737" y="8766"/>
                  <a:pt x="8737" y="8766"/>
                  <a:pt x="8737" y="8797"/>
                </a:cubicBezTo>
                <a:lnTo>
                  <a:pt x="8737" y="8766"/>
                </a:lnTo>
                <a:lnTo>
                  <a:pt x="8706" y="8735"/>
                </a:lnTo>
                <a:lnTo>
                  <a:pt x="8645" y="8704"/>
                </a:lnTo>
                <a:cubicBezTo>
                  <a:pt x="8613" y="8704"/>
                  <a:pt x="8613" y="8704"/>
                  <a:pt x="8583" y="8704"/>
                </a:cubicBezTo>
                <a:lnTo>
                  <a:pt x="8583" y="8704"/>
                </a:lnTo>
                <a:lnTo>
                  <a:pt x="8583" y="8704"/>
                </a:lnTo>
                <a:cubicBezTo>
                  <a:pt x="8583" y="8674"/>
                  <a:pt x="8552" y="8674"/>
                  <a:pt x="8552" y="8674"/>
                </a:cubicBezTo>
                <a:cubicBezTo>
                  <a:pt x="8521" y="8674"/>
                  <a:pt x="8490" y="8674"/>
                  <a:pt x="8490" y="8674"/>
                </a:cubicBezTo>
                <a:lnTo>
                  <a:pt x="8459" y="8704"/>
                </a:lnTo>
                <a:lnTo>
                  <a:pt x="8459" y="8704"/>
                </a:lnTo>
                <a:cubicBezTo>
                  <a:pt x="8428" y="8704"/>
                  <a:pt x="8459" y="8735"/>
                  <a:pt x="8459" y="8735"/>
                </a:cubicBezTo>
                <a:cubicBezTo>
                  <a:pt x="8428" y="8766"/>
                  <a:pt x="8428" y="8735"/>
                  <a:pt x="8428" y="8766"/>
                </a:cubicBezTo>
                <a:cubicBezTo>
                  <a:pt x="8398" y="8766"/>
                  <a:pt x="8459" y="8766"/>
                  <a:pt x="8459" y="8766"/>
                </a:cubicBezTo>
                <a:cubicBezTo>
                  <a:pt x="8428" y="8766"/>
                  <a:pt x="8428" y="8766"/>
                  <a:pt x="8428" y="8797"/>
                </a:cubicBezTo>
                <a:cubicBezTo>
                  <a:pt x="8428" y="8766"/>
                  <a:pt x="8398" y="8766"/>
                  <a:pt x="8398" y="8797"/>
                </a:cubicBezTo>
                <a:cubicBezTo>
                  <a:pt x="8366" y="8828"/>
                  <a:pt x="8366" y="8797"/>
                  <a:pt x="8366" y="8828"/>
                </a:cubicBezTo>
                <a:cubicBezTo>
                  <a:pt x="8336" y="8828"/>
                  <a:pt x="8336" y="8889"/>
                  <a:pt x="8336" y="8889"/>
                </a:cubicBezTo>
                <a:lnTo>
                  <a:pt x="8336" y="8797"/>
                </a:lnTo>
                <a:lnTo>
                  <a:pt x="8305" y="8828"/>
                </a:lnTo>
                <a:lnTo>
                  <a:pt x="8305" y="8828"/>
                </a:lnTo>
                <a:cubicBezTo>
                  <a:pt x="8305" y="8797"/>
                  <a:pt x="8212" y="8858"/>
                  <a:pt x="8212" y="8797"/>
                </a:cubicBezTo>
                <a:cubicBezTo>
                  <a:pt x="8212" y="8797"/>
                  <a:pt x="8212" y="8797"/>
                  <a:pt x="8212" y="8766"/>
                </a:cubicBezTo>
                <a:lnTo>
                  <a:pt x="8212" y="8735"/>
                </a:lnTo>
                <a:cubicBezTo>
                  <a:pt x="8181" y="8704"/>
                  <a:pt x="8181" y="8704"/>
                  <a:pt x="8181" y="8735"/>
                </a:cubicBezTo>
                <a:cubicBezTo>
                  <a:pt x="8181" y="8735"/>
                  <a:pt x="8089" y="8797"/>
                  <a:pt x="8058" y="8797"/>
                </a:cubicBezTo>
                <a:cubicBezTo>
                  <a:pt x="8089" y="8797"/>
                  <a:pt x="8027" y="8797"/>
                  <a:pt x="8027" y="8797"/>
                </a:cubicBezTo>
                <a:cubicBezTo>
                  <a:pt x="8027" y="8766"/>
                  <a:pt x="8089" y="8735"/>
                  <a:pt x="8089" y="8766"/>
                </a:cubicBezTo>
                <a:cubicBezTo>
                  <a:pt x="8089" y="8735"/>
                  <a:pt x="8119" y="8674"/>
                  <a:pt x="8151" y="8674"/>
                </a:cubicBezTo>
                <a:lnTo>
                  <a:pt x="8151" y="8642"/>
                </a:lnTo>
                <a:lnTo>
                  <a:pt x="8181" y="8611"/>
                </a:lnTo>
                <a:lnTo>
                  <a:pt x="8181" y="8611"/>
                </a:lnTo>
                <a:cubicBezTo>
                  <a:pt x="8181" y="8611"/>
                  <a:pt x="8212" y="8611"/>
                  <a:pt x="8212" y="8581"/>
                </a:cubicBezTo>
                <a:lnTo>
                  <a:pt x="8274" y="8488"/>
                </a:lnTo>
                <a:lnTo>
                  <a:pt x="8274" y="8488"/>
                </a:lnTo>
                <a:cubicBezTo>
                  <a:pt x="8305" y="8457"/>
                  <a:pt x="8305" y="8427"/>
                  <a:pt x="8274" y="8427"/>
                </a:cubicBezTo>
                <a:cubicBezTo>
                  <a:pt x="8243" y="8395"/>
                  <a:pt x="8243" y="8427"/>
                  <a:pt x="8212" y="8395"/>
                </a:cubicBezTo>
                <a:cubicBezTo>
                  <a:pt x="8212" y="8364"/>
                  <a:pt x="8212" y="8395"/>
                  <a:pt x="8212" y="8395"/>
                </a:cubicBezTo>
                <a:cubicBezTo>
                  <a:pt x="8212" y="8364"/>
                  <a:pt x="8212" y="8334"/>
                  <a:pt x="8212" y="8334"/>
                </a:cubicBezTo>
                <a:cubicBezTo>
                  <a:pt x="8212" y="8334"/>
                  <a:pt x="8212" y="8303"/>
                  <a:pt x="8181" y="8303"/>
                </a:cubicBezTo>
                <a:cubicBezTo>
                  <a:pt x="8181" y="8272"/>
                  <a:pt x="8181" y="8210"/>
                  <a:pt x="8181" y="8179"/>
                </a:cubicBezTo>
                <a:cubicBezTo>
                  <a:pt x="8181" y="8179"/>
                  <a:pt x="8181" y="8148"/>
                  <a:pt x="8151" y="8118"/>
                </a:cubicBezTo>
                <a:cubicBezTo>
                  <a:pt x="8119" y="8118"/>
                  <a:pt x="8119" y="8118"/>
                  <a:pt x="8089" y="8118"/>
                </a:cubicBezTo>
                <a:cubicBezTo>
                  <a:pt x="8089" y="8087"/>
                  <a:pt x="8058" y="8087"/>
                  <a:pt x="8058" y="8087"/>
                </a:cubicBezTo>
                <a:cubicBezTo>
                  <a:pt x="8058" y="8056"/>
                  <a:pt x="7965" y="8025"/>
                  <a:pt x="7935" y="7994"/>
                </a:cubicBezTo>
                <a:cubicBezTo>
                  <a:pt x="7935" y="7994"/>
                  <a:pt x="7904" y="7963"/>
                  <a:pt x="7872" y="7963"/>
                </a:cubicBezTo>
                <a:cubicBezTo>
                  <a:pt x="7872" y="7963"/>
                  <a:pt x="7811" y="7933"/>
                  <a:pt x="7780" y="7963"/>
                </a:cubicBezTo>
                <a:cubicBezTo>
                  <a:pt x="7780" y="7963"/>
                  <a:pt x="7718" y="7963"/>
                  <a:pt x="7749" y="7963"/>
                </a:cubicBezTo>
                <a:cubicBezTo>
                  <a:pt x="7688" y="7963"/>
                  <a:pt x="7718" y="7963"/>
                  <a:pt x="7688" y="7963"/>
                </a:cubicBezTo>
                <a:cubicBezTo>
                  <a:pt x="7657" y="7963"/>
                  <a:pt x="7625" y="7963"/>
                  <a:pt x="7625" y="7963"/>
                </a:cubicBezTo>
                <a:cubicBezTo>
                  <a:pt x="7595" y="7933"/>
                  <a:pt x="7595" y="7994"/>
                  <a:pt x="7595" y="7994"/>
                </a:cubicBezTo>
                <a:cubicBezTo>
                  <a:pt x="7595" y="7994"/>
                  <a:pt x="7595" y="7901"/>
                  <a:pt x="7564" y="7933"/>
                </a:cubicBezTo>
                <a:cubicBezTo>
                  <a:pt x="7564" y="7901"/>
                  <a:pt x="7502" y="7871"/>
                  <a:pt x="7502" y="7871"/>
                </a:cubicBezTo>
                <a:cubicBezTo>
                  <a:pt x="7471" y="7840"/>
                  <a:pt x="7471" y="7871"/>
                  <a:pt x="7471" y="7840"/>
                </a:cubicBezTo>
                <a:cubicBezTo>
                  <a:pt x="7471" y="7809"/>
                  <a:pt x="7441" y="7809"/>
                  <a:pt x="7441" y="7778"/>
                </a:cubicBezTo>
                <a:cubicBezTo>
                  <a:pt x="7441" y="7778"/>
                  <a:pt x="7410" y="7747"/>
                  <a:pt x="7410" y="7716"/>
                </a:cubicBezTo>
                <a:cubicBezTo>
                  <a:pt x="7410" y="7716"/>
                  <a:pt x="7348" y="7686"/>
                  <a:pt x="7317" y="7686"/>
                </a:cubicBezTo>
                <a:lnTo>
                  <a:pt x="7255" y="7654"/>
                </a:lnTo>
                <a:cubicBezTo>
                  <a:pt x="7255" y="7654"/>
                  <a:pt x="7224" y="7686"/>
                  <a:pt x="7194" y="7686"/>
                </a:cubicBezTo>
                <a:lnTo>
                  <a:pt x="7194" y="7654"/>
                </a:lnTo>
                <a:lnTo>
                  <a:pt x="7224" y="7654"/>
                </a:lnTo>
                <a:cubicBezTo>
                  <a:pt x="7224" y="7654"/>
                  <a:pt x="7286" y="7593"/>
                  <a:pt x="7255" y="7562"/>
                </a:cubicBezTo>
                <a:cubicBezTo>
                  <a:pt x="7224" y="7562"/>
                  <a:pt x="7163" y="7531"/>
                  <a:pt x="7163" y="7531"/>
                </a:cubicBezTo>
                <a:cubicBezTo>
                  <a:pt x="7163" y="7531"/>
                  <a:pt x="7131" y="7500"/>
                  <a:pt x="7131" y="7531"/>
                </a:cubicBezTo>
                <a:cubicBezTo>
                  <a:pt x="7131" y="7531"/>
                  <a:pt x="7131" y="7531"/>
                  <a:pt x="7101" y="7531"/>
                </a:cubicBezTo>
                <a:cubicBezTo>
                  <a:pt x="7101" y="7531"/>
                  <a:pt x="7101" y="7470"/>
                  <a:pt x="7070" y="7500"/>
                </a:cubicBezTo>
                <a:lnTo>
                  <a:pt x="7070" y="7500"/>
                </a:lnTo>
                <a:cubicBezTo>
                  <a:pt x="7070" y="7531"/>
                  <a:pt x="7070" y="7500"/>
                  <a:pt x="7040" y="7500"/>
                </a:cubicBezTo>
                <a:lnTo>
                  <a:pt x="7040" y="7500"/>
                </a:lnTo>
                <a:lnTo>
                  <a:pt x="7070" y="7500"/>
                </a:lnTo>
                <a:lnTo>
                  <a:pt x="7070" y="7470"/>
                </a:lnTo>
                <a:lnTo>
                  <a:pt x="7040" y="7470"/>
                </a:lnTo>
                <a:cubicBezTo>
                  <a:pt x="7070" y="7439"/>
                  <a:pt x="7163" y="7439"/>
                  <a:pt x="7163" y="7439"/>
                </a:cubicBezTo>
                <a:cubicBezTo>
                  <a:pt x="7131" y="7439"/>
                  <a:pt x="6947" y="7470"/>
                  <a:pt x="6916" y="7439"/>
                </a:cubicBezTo>
                <a:lnTo>
                  <a:pt x="6916" y="7470"/>
                </a:lnTo>
                <a:lnTo>
                  <a:pt x="6977" y="7470"/>
                </a:lnTo>
                <a:lnTo>
                  <a:pt x="6916" y="7470"/>
                </a:lnTo>
                <a:lnTo>
                  <a:pt x="6916" y="7470"/>
                </a:lnTo>
                <a:cubicBezTo>
                  <a:pt x="6916" y="7500"/>
                  <a:pt x="6854" y="7500"/>
                  <a:pt x="6793" y="7500"/>
                </a:cubicBezTo>
                <a:cubicBezTo>
                  <a:pt x="6793" y="7500"/>
                  <a:pt x="6761" y="7500"/>
                  <a:pt x="6761" y="7470"/>
                </a:cubicBezTo>
                <a:cubicBezTo>
                  <a:pt x="6761" y="7470"/>
                  <a:pt x="6730" y="7470"/>
                  <a:pt x="6730" y="7439"/>
                </a:cubicBezTo>
                <a:cubicBezTo>
                  <a:pt x="6761" y="7439"/>
                  <a:pt x="6730" y="7439"/>
                  <a:pt x="6730" y="7439"/>
                </a:cubicBezTo>
                <a:cubicBezTo>
                  <a:pt x="6700" y="7439"/>
                  <a:pt x="6669" y="7439"/>
                  <a:pt x="6607" y="7470"/>
                </a:cubicBezTo>
                <a:cubicBezTo>
                  <a:pt x="6607" y="7470"/>
                  <a:pt x="6576" y="7470"/>
                  <a:pt x="6546" y="7470"/>
                </a:cubicBezTo>
                <a:cubicBezTo>
                  <a:pt x="6514" y="7470"/>
                  <a:pt x="6546" y="7407"/>
                  <a:pt x="6546" y="7407"/>
                </a:cubicBezTo>
                <a:lnTo>
                  <a:pt x="6546" y="7407"/>
                </a:lnTo>
                <a:lnTo>
                  <a:pt x="6546" y="7407"/>
                </a:lnTo>
                <a:cubicBezTo>
                  <a:pt x="6546" y="7377"/>
                  <a:pt x="6514" y="7377"/>
                  <a:pt x="6483" y="7346"/>
                </a:cubicBezTo>
                <a:cubicBezTo>
                  <a:pt x="6453" y="7346"/>
                  <a:pt x="6422" y="7346"/>
                  <a:pt x="6422" y="7346"/>
                </a:cubicBezTo>
                <a:cubicBezTo>
                  <a:pt x="6391" y="7377"/>
                  <a:pt x="6391" y="7284"/>
                  <a:pt x="6391" y="7284"/>
                </a:cubicBezTo>
                <a:cubicBezTo>
                  <a:pt x="6360" y="7254"/>
                  <a:pt x="6360" y="7315"/>
                  <a:pt x="6360" y="7315"/>
                </a:cubicBezTo>
                <a:cubicBezTo>
                  <a:pt x="6360" y="7346"/>
                  <a:pt x="6391" y="7346"/>
                  <a:pt x="6391" y="7315"/>
                </a:cubicBezTo>
                <a:cubicBezTo>
                  <a:pt x="6422" y="7377"/>
                  <a:pt x="6391" y="7346"/>
                  <a:pt x="6360" y="7346"/>
                </a:cubicBezTo>
                <a:lnTo>
                  <a:pt x="6360" y="7346"/>
                </a:lnTo>
                <a:lnTo>
                  <a:pt x="6360" y="7346"/>
                </a:lnTo>
                <a:lnTo>
                  <a:pt x="6360" y="7346"/>
                </a:lnTo>
                <a:cubicBezTo>
                  <a:pt x="6360" y="7346"/>
                  <a:pt x="6175" y="7407"/>
                  <a:pt x="6236" y="7470"/>
                </a:cubicBezTo>
                <a:cubicBezTo>
                  <a:pt x="6236" y="7470"/>
                  <a:pt x="6267" y="7531"/>
                  <a:pt x="6267" y="7562"/>
                </a:cubicBezTo>
                <a:cubicBezTo>
                  <a:pt x="6267" y="7593"/>
                  <a:pt x="6236" y="7593"/>
                  <a:pt x="6236" y="7624"/>
                </a:cubicBezTo>
                <a:cubicBezTo>
                  <a:pt x="6206" y="7624"/>
                  <a:pt x="6175" y="7593"/>
                  <a:pt x="6175" y="7593"/>
                </a:cubicBezTo>
                <a:cubicBezTo>
                  <a:pt x="6175" y="7593"/>
                  <a:pt x="6175" y="7562"/>
                  <a:pt x="6175" y="7593"/>
                </a:cubicBezTo>
                <a:lnTo>
                  <a:pt x="6175" y="7562"/>
                </a:lnTo>
                <a:lnTo>
                  <a:pt x="6175" y="7562"/>
                </a:lnTo>
                <a:cubicBezTo>
                  <a:pt x="6144" y="7531"/>
                  <a:pt x="6175" y="7500"/>
                  <a:pt x="6206" y="7470"/>
                </a:cubicBezTo>
                <a:cubicBezTo>
                  <a:pt x="6236" y="7439"/>
                  <a:pt x="6206" y="7407"/>
                  <a:pt x="6206" y="7407"/>
                </a:cubicBezTo>
                <a:lnTo>
                  <a:pt x="6206" y="7407"/>
                </a:lnTo>
                <a:cubicBezTo>
                  <a:pt x="6206" y="7377"/>
                  <a:pt x="6175" y="7346"/>
                  <a:pt x="6175" y="7346"/>
                </a:cubicBezTo>
                <a:cubicBezTo>
                  <a:pt x="6175" y="7315"/>
                  <a:pt x="6236" y="7346"/>
                  <a:pt x="6236" y="7315"/>
                </a:cubicBezTo>
                <a:cubicBezTo>
                  <a:pt x="6299" y="7315"/>
                  <a:pt x="6236" y="7193"/>
                  <a:pt x="6206" y="7254"/>
                </a:cubicBezTo>
                <a:cubicBezTo>
                  <a:pt x="6236" y="7254"/>
                  <a:pt x="6206" y="7254"/>
                  <a:pt x="6236" y="7254"/>
                </a:cubicBezTo>
                <a:cubicBezTo>
                  <a:pt x="6206" y="7254"/>
                  <a:pt x="6206" y="7254"/>
                  <a:pt x="6206" y="7254"/>
                </a:cubicBezTo>
                <a:lnTo>
                  <a:pt x="6206" y="7284"/>
                </a:lnTo>
                <a:cubicBezTo>
                  <a:pt x="6175" y="7284"/>
                  <a:pt x="6206" y="7254"/>
                  <a:pt x="6175" y="7254"/>
                </a:cubicBezTo>
                <a:cubicBezTo>
                  <a:pt x="6175" y="7254"/>
                  <a:pt x="6175" y="7315"/>
                  <a:pt x="6144" y="7315"/>
                </a:cubicBezTo>
                <a:cubicBezTo>
                  <a:pt x="6082" y="7315"/>
                  <a:pt x="6082" y="7377"/>
                  <a:pt x="6020" y="7377"/>
                </a:cubicBezTo>
                <a:lnTo>
                  <a:pt x="5959" y="7377"/>
                </a:lnTo>
                <a:cubicBezTo>
                  <a:pt x="5959" y="7377"/>
                  <a:pt x="5959" y="7439"/>
                  <a:pt x="5928" y="7439"/>
                </a:cubicBezTo>
                <a:cubicBezTo>
                  <a:pt x="5928" y="7439"/>
                  <a:pt x="5928" y="7439"/>
                  <a:pt x="5928" y="7407"/>
                </a:cubicBezTo>
                <a:cubicBezTo>
                  <a:pt x="5928" y="7439"/>
                  <a:pt x="5928" y="7439"/>
                  <a:pt x="5928" y="7439"/>
                </a:cubicBezTo>
                <a:lnTo>
                  <a:pt x="5928" y="7439"/>
                </a:lnTo>
                <a:cubicBezTo>
                  <a:pt x="5928" y="7407"/>
                  <a:pt x="5928" y="7407"/>
                  <a:pt x="5928" y="7407"/>
                </a:cubicBezTo>
                <a:lnTo>
                  <a:pt x="5959" y="7407"/>
                </a:lnTo>
                <a:cubicBezTo>
                  <a:pt x="5928" y="7407"/>
                  <a:pt x="5897" y="7377"/>
                  <a:pt x="5866" y="7439"/>
                </a:cubicBezTo>
                <a:lnTo>
                  <a:pt x="5835" y="7470"/>
                </a:lnTo>
                <a:lnTo>
                  <a:pt x="5835" y="7470"/>
                </a:lnTo>
                <a:cubicBezTo>
                  <a:pt x="5835" y="7470"/>
                  <a:pt x="5835" y="7500"/>
                  <a:pt x="5805" y="7500"/>
                </a:cubicBezTo>
                <a:lnTo>
                  <a:pt x="5835" y="7500"/>
                </a:lnTo>
                <a:lnTo>
                  <a:pt x="5805" y="7562"/>
                </a:lnTo>
                <a:lnTo>
                  <a:pt x="5805" y="7593"/>
                </a:lnTo>
                <a:cubicBezTo>
                  <a:pt x="5805" y="7593"/>
                  <a:pt x="5805" y="7593"/>
                  <a:pt x="5805" y="7562"/>
                </a:cubicBezTo>
                <a:lnTo>
                  <a:pt x="5681" y="7686"/>
                </a:lnTo>
                <a:cubicBezTo>
                  <a:pt x="5712" y="7686"/>
                  <a:pt x="5712" y="7716"/>
                  <a:pt x="5712" y="7716"/>
                </a:cubicBezTo>
                <a:cubicBezTo>
                  <a:pt x="5712" y="7747"/>
                  <a:pt x="5650" y="7716"/>
                  <a:pt x="5681" y="7716"/>
                </a:cubicBezTo>
                <a:lnTo>
                  <a:pt x="5681" y="7716"/>
                </a:lnTo>
                <a:lnTo>
                  <a:pt x="5619" y="7654"/>
                </a:lnTo>
                <a:cubicBezTo>
                  <a:pt x="5619" y="7624"/>
                  <a:pt x="5588" y="7593"/>
                  <a:pt x="5558" y="7593"/>
                </a:cubicBezTo>
                <a:lnTo>
                  <a:pt x="5495" y="7562"/>
                </a:lnTo>
                <a:lnTo>
                  <a:pt x="5495" y="7562"/>
                </a:lnTo>
                <a:cubicBezTo>
                  <a:pt x="5434" y="7531"/>
                  <a:pt x="5372" y="7593"/>
                  <a:pt x="5372" y="7593"/>
                </a:cubicBezTo>
                <a:cubicBezTo>
                  <a:pt x="5311" y="7624"/>
                  <a:pt x="5311" y="7654"/>
                  <a:pt x="5249" y="7654"/>
                </a:cubicBezTo>
                <a:lnTo>
                  <a:pt x="5218" y="7624"/>
                </a:lnTo>
                <a:cubicBezTo>
                  <a:pt x="5218" y="7624"/>
                  <a:pt x="5218" y="7624"/>
                  <a:pt x="5187" y="7624"/>
                </a:cubicBezTo>
                <a:lnTo>
                  <a:pt x="5218" y="7624"/>
                </a:lnTo>
                <a:cubicBezTo>
                  <a:pt x="5187" y="7654"/>
                  <a:pt x="5156" y="7624"/>
                  <a:pt x="5187" y="7593"/>
                </a:cubicBezTo>
                <a:cubicBezTo>
                  <a:pt x="5156" y="7624"/>
                  <a:pt x="5156" y="7562"/>
                  <a:pt x="5156" y="7562"/>
                </a:cubicBezTo>
                <a:cubicBezTo>
                  <a:pt x="5156" y="7562"/>
                  <a:pt x="5156" y="7562"/>
                  <a:pt x="5125" y="7562"/>
                </a:cubicBezTo>
                <a:lnTo>
                  <a:pt x="5125" y="7562"/>
                </a:lnTo>
                <a:lnTo>
                  <a:pt x="5125" y="7562"/>
                </a:lnTo>
                <a:lnTo>
                  <a:pt x="5125" y="7531"/>
                </a:lnTo>
                <a:cubicBezTo>
                  <a:pt x="5094" y="7500"/>
                  <a:pt x="5064" y="7470"/>
                  <a:pt x="5064" y="7439"/>
                </a:cubicBezTo>
                <a:lnTo>
                  <a:pt x="5064" y="7439"/>
                </a:lnTo>
                <a:lnTo>
                  <a:pt x="5064" y="7439"/>
                </a:lnTo>
                <a:cubicBezTo>
                  <a:pt x="5064" y="7407"/>
                  <a:pt x="5064" y="7407"/>
                  <a:pt x="5032" y="7407"/>
                </a:cubicBezTo>
                <a:lnTo>
                  <a:pt x="5032" y="7407"/>
                </a:lnTo>
                <a:cubicBezTo>
                  <a:pt x="5002" y="7407"/>
                  <a:pt x="5064" y="7315"/>
                  <a:pt x="5032" y="7315"/>
                </a:cubicBezTo>
                <a:lnTo>
                  <a:pt x="5032" y="7315"/>
                </a:lnTo>
                <a:lnTo>
                  <a:pt x="5032" y="7284"/>
                </a:lnTo>
                <a:lnTo>
                  <a:pt x="5064" y="7284"/>
                </a:lnTo>
                <a:lnTo>
                  <a:pt x="5064" y="7254"/>
                </a:lnTo>
                <a:lnTo>
                  <a:pt x="5064" y="7193"/>
                </a:lnTo>
                <a:lnTo>
                  <a:pt x="5064" y="7254"/>
                </a:lnTo>
                <a:cubicBezTo>
                  <a:pt x="5094" y="7254"/>
                  <a:pt x="5064" y="7161"/>
                  <a:pt x="5094" y="7131"/>
                </a:cubicBezTo>
                <a:cubicBezTo>
                  <a:pt x="5094" y="7100"/>
                  <a:pt x="5125" y="7038"/>
                  <a:pt x="5125" y="6977"/>
                </a:cubicBezTo>
                <a:cubicBezTo>
                  <a:pt x="5125" y="7007"/>
                  <a:pt x="5125" y="7007"/>
                  <a:pt x="5125" y="7007"/>
                </a:cubicBezTo>
                <a:cubicBezTo>
                  <a:pt x="5125" y="7007"/>
                  <a:pt x="5094" y="6977"/>
                  <a:pt x="5125" y="6977"/>
                </a:cubicBezTo>
                <a:lnTo>
                  <a:pt x="5125" y="6977"/>
                </a:lnTo>
                <a:lnTo>
                  <a:pt x="5125" y="6977"/>
                </a:lnTo>
                <a:cubicBezTo>
                  <a:pt x="5125" y="6977"/>
                  <a:pt x="5125" y="6946"/>
                  <a:pt x="5094" y="6946"/>
                </a:cubicBezTo>
                <a:lnTo>
                  <a:pt x="5094" y="6946"/>
                </a:lnTo>
                <a:lnTo>
                  <a:pt x="5094" y="6946"/>
                </a:lnTo>
                <a:lnTo>
                  <a:pt x="5094" y="6946"/>
                </a:lnTo>
                <a:lnTo>
                  <a:pt x="5094" y="6946"/>
                </a:lnTo>
                <a:lnTo>
                  <a:pt x="5064" y="6914"/>
                </a:lnTo>
                <a:lnTo>
                  <a:pt x="5064" y="6946"/>
                </a:lnTo>
                <a:cubicBezTo>
                  <a:pt x="5064" y="6946"/>
                  <a:pt x="5064" y="6914"/>
                  <a:pt x="5032" y="6914"/>
                </a:cubicBezTo>
                <a:cubicBezTo>
                  <a:pt x="5032" y="6914"/>
                  <a:pt x="5032" y="6914"/>
                  <a:pt x="5064" y="6914"/>
                </a:cubicBezTo>
                <a:lnTo>
                  <a:pt x="5064" y="6914"/>
                </a:lnTo>
                <a:lnTo>
                  <a:pt x="5094" y="6914"/>
                </a:lnTo>
                <a:cubicBezTo>
                  <a:pt x="5094" y="6914"/>
                  <a:pt x="5064" y="6884"/>
                  <a:pt x="5032" y="6884"/>
                </a:cubicBezTo>
                <a:cubicBezTo>
                  <a:pt x="5002" y="6884"/>
                  <a:pt x="5002" y="6884"/>
                  <a:pt x="4971" y="6853"/>
                </a:cubicBezTo>
                <a:cubicBezTo>
                  <a:pt x="4971" y="6853"/>
                  <a:pt x="4940" y="6884"/>
                  <a:pt x="4909" y="6853"/>
                </a:cubicBezTo>
                <a:lnTo>
                  <a:pt x="4878" y="6853"/>
                </a:lnTo>
                <a:cubicBezTo>
                  <a:pt x="4878" y="6884"/>
                  <a:pt x="4817" y="6884"/>
                  <a:pt x="4785" y="6884"/>
                </a:cubicBezTo>
                <a:cubicBezTo>
                  <a:pt x="4785" y="6884"/>
                  <a:pt x="4724" y="6884"/>
                  <a:pt x="4724" y="6853"/>
                </a:cubicBezTo>
                <a:cubicBezTo>
                  <a:pt x="4693" y="6884"/>
                  <a:pt x="4693" y="6884"/>
                  <a:pt x="4662" y="6884"/>
                </a:cubicBezTo>
                <a:cubicBezTo>
                  <a:pt x="4631" y="6884"/>
                  <a:pt x="4662" y="6884"/>
                  <a:pt x="4631" y="6853"/>
                </a:cubicBezTo>
                <a:lnTo>
                  <a:pt x="4631" y="6884"/>
                </a:lnTo>
                <a:lnTo>
                  <a:pt x="4631" y="6884"/>
                </a:lnTo>
                <a:cubicBezTo>
                  <a:pt x="4600" y="6884"/>
                  <a:pt x="4600" y="6853"/>
                  <a:pt x="4600" y="6884"/>
                </a:cubicBezTo>
                <a:cubicBezTo>
                  <a:pt x="4600" y="6853"/>
                  <a:pt x="4631" y="6823"/>
                  <a:pt x="4631" y="6823"/>
                </a:cubicBezTo>
                <a:lnTo>
                  <a:pt x="4631" y="6823"/>
                </a:lnTo>
                <a:lnTo>
                  <a:pt x="4662" y="6791"/>
                </a:lnTo>
                <a:lnTo>
                  <a:pt x="4662" y="6791"/>
                </a:lnTo>
                <a:lnTo>
                  <a:pt x="4662" y="6730"/>
                </a:lnTo>
                <a:cubicBezTo>
                  <a:pt x="4662" y="6699"/>
                  <a:pt x="4693" y="6667"/>
                  <a:pt x="4693" y="6606"/>
                </a:cubicBezTo>
                <a:lnTo>
                  <a:pt x="4693" y="6606"/>
                </a:lnTo>
                <a:cubicBezTo>
                  <a:pt x="4724" y="6606"/>
                  <a:pt x="4724" y="6606"/>
                  <a:pt x="4724" y="6606"/>
                </a:cubicBezTo>
                <a:cubicBezTo>
                  <a:pt x="4755" y="6576"/>
                  <a:pt x="4755" y="6513"/>
                  <a:pt x="4785" y="6483"/>
                </a:cubicBezTo>
                <a:cubicBezTo>
                  <a:pt x="4785" y="6513"/>
                  <a:pt x="4785" y="6513"/>
                  <a:pt x="4785" y="6483"/>
                </a:cubicBezTo>
                <a:lnTo>
                  <a:pt x="4755" y="6513"/>
                </a:lnTo>
                <a:cubicBezTo>
                  <a:pt x="4755" y="6483"/>
                  <a:pt x="4785" y="6483"/>
                  <a:pt x="4785" y="6483"/>
                </a:cubicBezTo>
                <a:cubicBezTo>
                  <a:pt x="4785" y="6483"/>
                  <a:pt x="4785" y="6483"/>
                  <a:pt x="4785" y="6452"/>
                </a:cubicBezTo>
                <a:cubicBezTo>
                  <a:pt x="4785" y="6483"/>
                  <a:pt x="4755" y="6483"/>
                  <a:pt x="4755" y="6452"/>
                </a:cubicBezTo>
                <a:cubicBezTo>
                  <a:pt x="4755" y="6452"/>
                  <a:pt x="4785" y="6452"/>
                  <a:pt x="4755" y="6452"/>
                </a:cubicBezTo>
                <a:cubicBezTo>
                  <a:pt x="4785" y="6452"/>
                  <a:pt x="4785" y="6420"/>
                  <a:pt x="4785" y="6420"/>
                </a:cubicBezTo>
                <a:lnTo>
                  <a:pt x="4785" y="6420"/>
                </a:lnTo>
                <a:cubicBezTo>
                  <a:pt x="4817" y="6390"/>
                  <a:pt x="4847" y="6329"/>
                  <a:pt x="4878" y="6297"/>
                </a:cubicBezTo>
                <a:lnTo>
                  <a:pt x="4878" y="6266"/>
                </a:lnTo>
                <a:cubicBezTo>
                  <a:pt x="4847" y="6236"/>
                  <a:pt x="4817" y="6266"/>
                  <a:pt x="4817" y="6266"/>
                </a:cubicBezTo>
                <a:cubicBezTo>
                  <a:pt x="4817" y="6266"/>
                  <a:pt x="4817" y="6266"/>
                  <a:pt x="4847" y="6266"/>
                </a:cubicBezTo>
                <a:cubicBezTo>
                  <a:pt x="4817" y="6266"/>
                  <a:pt x="4785" y="6266"/>
                  <a:pt x="4785" y="6236"/>
                </a:cubicBezTo>
                <a:cubicBezTo>
                  <a:pt x="4785" y="6266"/>
                  <a:pt x="4785" y="6266"/>
                  <a:pt x="4785" y="6266"/>
                </a:cubicBezTo>
                <a:cubicBezTo>
                  <a:pt x="4785" y="6266"/>
                  <a:pt x="4785" y="6236"/>
                  <a:pt x="4755" y="6236"/>
                </a:cubicBezTo>
                <a:cubicBezTo>
                  <a:pt x="4724" y="6236"/>
                  <a:pt x="4724" y="6236"/>
                  <a:pt x="4693" y="6266"/>
                </a:cubicBezTo>
                <a:cubicBezTo>
                  <a:pt x="4631" y="6297"/>
                  <a:pt x="4570" y="6266"/>
                  <a:pt x="4538" y="6329"/>
                </a:cubicBezTo>
                <a:cubicBezTo>
                  <a:pt x="4538" y="6329"/>
                  <a:pt x="4508" y="6359"/>
                  <a:pt x="4508" y="6390"/>
                </a:cubicBezTo>
                <a:cubicBezTo>
                  <a:pt x="4508" y="6420"/>
                  <a:pt x="4508" y="6420"/>
                  <a:pt x="4477" y="6452"/>
                </a:cubicBezTo>
                <a:cubicBezTo>
                  <a:pt x="4477" y="6483"/>
                  <a:pt x="4477" y="6513"/>
                  <a:pt x="4446" y="6513"/>
                </a:cubicBezTo>
                <a:cubicBezTo>
                  <a:pt x="4415" y="6513"/>
                  <a:pt x="4384" y="6544"/>
                  <a:pt x="4415" y="6544"/>
                </a:cubicBezTo>
                <a:cubicBezTo>
                  <a:pt x="4415" y="6544"/>
                  <a:pt x="4384" y="6576"/>
                  <a:pt x="4415" y="6576"/>
                </a:cubicBezTo>
                <a:cubicBezTo>
                  <a:pt x="4415" y="6576"/>
                  <a:pt x="4384" y="6606"/>
                  <a:pt x="4384" y="6576"/>
                </a:cubicBezTo>
                <a:lnTo>
                  <a:pt x="4354" y="6606"/>
                </a:lnTo>
                <a:lnTo>
                  <a:pt x="4354" y="6576"/>
                </a:lnTo>
                <a:lnTo>
                  <a:pt x="4354" y="6576"/>
                </a:lnTo>
                <a:lnTo>
                  <a:pt x="4322" y="6576"/>
                </a:lnTo>
                <a:lnTo>
                  <a:pt x="4354" y="6576"/>
                </a:lnTo>
                <a:lnTo>
                  <a:pt x="4322" y="6576"/>
                </a:lnTo>
                <a:cubicBezTo>
                  <a:pt x="4291" y="6576"/>
                  <a:pt x="4261" y="6576"/>
                  <a:pt x="4261" y="6576"/>
                </a:cubicBezTo>
                <a:cubicBezTo>
                  <a:pt x="4261" y="6576"/>
                  <a:pt x="4261" y="6576"/>
                  <a:pt x="4230" y="6576"/>
                </a:cubicBezTo>
                <a:cubicBezTo>
                  <a:pt x="4230" y="6606"/>
                  <a:pt x="4230" y="6606"/>
                  <a:pt x="4230" y="6606"/>
                </a:cubicBezTo>
                <a:cubicBezTo>
                  <a:pt x="4230" y="6576"/>
                  <a:pt x="4199" y="6606"/>
                  <a:pt x="4168" y="6606"/>
                </a:cubicBezTo>
                <a:cubicBezTo>
                  <a:pt x="4137" y="6606"/>
                  <a:pt x="4107" y="6637"/>
                  <a:pt x="4076" y="6606"/>
                </a:cubicBezTo>
                <a:lnTo>
                  <a:pt x="4044" y="6576"/>
                </a:lnTo>
                <a:lnTo>
                  <a:pt x="3983" y="6544"/>
                </a:lnTo>
                <a:lnTo>
                  <a:pt x="3983" y="6544"/>
                </a:lnTo>
                <a:lnTo>
                  <a:pt x="3983" y="6544"/>
                </a:lnTo>
                <a:lnTo>
                  <a:pt x="3952" y="6544"/>
                </a:lnTo>
                <a:lnTo>
                  <a:pt x="3952" y="6544"/>
                </a:lnTo>
                <a:cubicBezTo>
                  <a:pt x="3952" y="6513"/>
                  <a:pt x="3921" y="6420"/>
                  <a:pt x="3921" y="6420"/>
                </a:cubicBezTo>
                <a:cubicBezTo>
                  <a:pt x="3860" y="6329"/>
                  <a:pt x="3860" y="6266"/>
                  <a:pt x="3829" y="6205"/>
                </a:cubicBezTo>
                <a:cubicBezTo>
                  <a:pt x="3860" y="6205"/>
                  <a:pt x="3860" y="6236"/>
                  <a:pt x="3860" y="6236"/>
                </a:cubicBezTo>
                <a:cubicBezTo>
                  <a:pt x="3860" y="6266"/>
                  <a:pt x="3860" y="6266"/>
                  <a:pt x="3860" y="6266"/>
                </a:cubicBezTo>
                <a:cubicBezTo>
                  <a:pt x="3890" y="6266"/>
                  <a:pt x="3860" y="6236"/>
                  <a:pt x="3860" y="6236"/>
                </a:cubicBezTo>
                <a:cubicBezTo>
                  <a:pt x="3829" y="6174"/>
                  <a:pt x="3860" y="6174"/>
                  <a:pt x="3860" y="6112"/>
                </a:cubicBezTo>
                <a:cubicBezTo>
                  <a:pt x="3829" y="6143"/>
                  <a:pt x="3860" y="6082"/>
                  <a:pt x="3860" y="6112"/>
                </a:cubicBezTo>
                <a:cubicBezTo>
                  <a:pt x="3860" y="6082"/>
                  <a:pt x="3860" y="6019"/>
                  <a:pt x="3890" y="6019"/>
                </a:cubicBezTo>
                <a:lnTo>
                  <a:pt x="3890" y="6019"/>
                </a:lnTo>
                <a:cubicBezTo>
                  <a:pt x="3890" y="6019"/>
                  <a:pt x="3860" y="6019"/>
                  <a:pt x="3890" y="6019"/>
                </a:cubicBezTo>
                <a:cubicBezTo>
                  <a:pt x="3890" y="6019"/>
                  <a:pt x="3890" y="5989"/>
                  <a:pt x="3860" y="5989"/>
                </a:cubicBezTo>
                <a:lnTo>
                  <a:pt x="3890" y="5989"/>
                </a:lnTo>
                <a:lnTo>
                  <a:pt x="3890" y="5927"/>
                </a:lnTo>
                <a:lnTo>
                  <a:pt x="3890" y="5927"/>
                </a:lnTo>
                <a:lnTo>
                  <a:pt x="3890" y="5927"/>
                </a:lnTo>
                <a:lnTo>
                  <a:pt x="3890" y="5927"/>
                </a:lnTo>
                <a:cubicBezTo>
                  <a:pt x="3890" y="5927"/>
                  <a:pt x="3921" y="5865"/>
                  <a:pt x="3890" y="5865"/>
                </a:cubicBezTo>
                <a:cubicBezTo>
                  <a:pt x="3921" y="5865"/>
                  <a:pt x="3890" y="5865"/>
                  <a:pt x="3921" y="5835"/>
                </a:cubicBezTo>
                <a:cubicBezTo>
                  <a:pt x="3921" y="5865"/>
                  <a:pt x="3921" y="5835"/>
                  <a:pt x="3921" y="5835"/>
                </a:cubicBezTo>
                <a:lnTo>
                  <a:pt x="3921" y="5835"/>
                </a:lnTo>
                <a:lnTo>
                  <a:pt x="3921" y="5835"/>
                </a:lnTo>
                <a:lnTo>
                  <a:pt x="3952" y="5835"/>
                </a:lnTo>
                <a:lnTo>
                  <a:pt x="3921" y="5865"/>
                </a:lnTo>
                <a:cubicBezTo>
                  <a:pt x="3952" y="5835"/>
                  <a:pt x="3983" y="5772"/>
                  <a:pt x="3983" y="5742"/>
                </a:cubicBezTo>
                <a:lnTo>
                  <a:pt x="3983" y="5772"/>
                </a:lnTo>
                <a:cubicBezTo>
                  <a:pt x="3983" y="5772"/>
                  <a:pt x="3983" y="5772"/>
                  <a:pt x="3983" y="5742"/>
                </a:cubicBezTo>
                <a:lnTo>
                  <a:pt x="3983" y="5772"/>
                </a:lnTo>
                <a:lnTo>
                  <a:pt x="3983" y="5742"/>
                </a:lnTo>
                <a:lnTo>
                  <a:pt x="3983" y="5711"/>
                </a:lnTo>
                <a:cubicBezTo>
                  <a:pt x="3983" y="5711"/>
                  <a:pt x="3983" y="5680"/>
                  <a:pt x="3983" y="5649"/>
                </a:cubicBezTo>
                <a:cubicBezTo>
                  <a:pt x="3983" y="5649"/>
                  <a:pt x="3983" y="5649"/>
                  <a:pt x="3983" y="5618"/>
                </a:cubicBezTo>
                <a:lnTo>
                  <a:pt x="3983" y="5618"/>
                </a:lnTo>
                <a:lnTo>
                  <a:pt x="3983" y="5618"/>
                </a:lnTo>
                <a:cubicBezTo>
                  <a:pt x="3983" y="5618"/>
                  <a:pt x="3983" y="5618"/>
                  <a:pt x="3952" y="5618"/>
                </a:cubicBezTo>
                <a:lnTo>
                  <a:pt x="3952" y="5618"/>
                </a:lnTo>
                <a:lnTo>
                  <a:pt x="3952" y="5618"/>
                </a:lnTo>
                <a:lnTo>
                  <a:pt x="3952" y="5618"/>
                </a:lnTo>
                <a:lnTo>
                  <a:pt x="3952" y="5588"/>
                </a:lnTo>
                <a:cubicBezTo>
                  <a:pt x="3983" y="5618"/>
                  <a:pt x="3983" y="5618"/>
                  <a:pt x="3983" y="5618"/>
                </a:cubicBezTo>
                <a:lnTo>
                  <a:pt x="3983" y="5618"/>
                </a:lnTo>
                <a:lnTo>
                  <a:pt x="3983" y="5618"/>
                </a:lnTo>
                <a:lnTo>
                  <a:pt x="3983" y="5618"/>
                </a:lnTo>
                <a:lnTo>
                  <a:pt x="3983" y="5618"/>
                </a:lnTo>
                <a:cubicBezTo>
                  <a:pt x="4014" y="5618"/>
                  <a:pt x="4014" y="5556"/>
                  <a:pt x="4014" y="5556"/>
                </a:cubicBezTo>
                <a:lnTo>
                  <a:pt x="4014" y="5556"/>
                </a:lnTo>
                <a:lnTo>
                  <a:pt x="4014" y="5556"/>
                </a:lnTo>
                <a:lnTo>
                  <a:pt x="4044" y="5556"/>
                </a:lnTo>
                <a:lnTo>
                  <a:pt x="4044" y="5556"/>
                </a:lnTo>
                <a:lnTo>
                  <a:pt x="4044" y="5556"/>
                </a:lnTo>
                <a:cubicBezTo>
                  <a:pt x="4044" y="5526"/>
                  <a:pt x="4044" y="5526"/>
                  <a:pt x="4044" y="5526"/>
                </a:cubicBezTo>
                <a:lnTo>
                  <a:pt x="4044" y="5526"/>
                </a:lnTo>
                <a:cubicBezTo>
                  <a:pt x="4014" y="5526"/>
                  <a:pt x="4044" y="5526"/>
                  <a:pt x="4044" y="5526"/>
                </a:cubicBezTo>
                <a:lnTo>
                  <a:pt x="4044" y="5526"/>
                </a:lnTo>
                <a:lnTo>
                  <a:pt x="4076" y="5526"/>
                </a:lnTo>
                <a:lnTo>
                  <a:pt x="4076" y="5526"/>
                </a:lnTo>
                <a:lnTo>
                  <a:pt x="4076" y="5495"/>
                </a:lnTo>
                <a:lnTo>
                  <a:pt x="4076" y="5495"/>
                </a:lnTo>
                <a:lnTo>
                  <a:pt x="4076" y="5495"/>
                </a:lnTo>
                <a:cubicBezTo>
                  <a:pt x="4107" y="5495"/>
                  <a:pt x="4107" y="5495"/>
                  <a:pt x="4107" y="5495"/>
                </a:cubicBezTo>
                <a:cubicBezTo>
                  <a:pt x="4137" y="5495"/>
                  <a:pt x="4107" y="5495"/>
                  <a:pt x="4107" y="5495"/>
                </a:cubicBezTo>
                <a:lnTo>
                  <a:pt x="4107" y="5464"/>
                </a:lnTo>
                <a:cubicBezTo>
                  <a:pt x="4107" y="5464"/>
                  <a:pt x="4107" y="5464"/>
                  <a:pt x="4137" y="5464"/>
                </a:cubicBezTo>
                <a:cubicBezTo>
                  <a:pt x="4137" y="5464"/>
                  <a:pt x="4137" y="5464"/>
                  <a:pt x="4107" y="5464"/>
                </a:cubicBezTo>
                <a:cubicBezTo>
                  <a:pt x="4137" y="5464"/>
                  <a:pt x="4137" y="5464"/>
                  <a:pt x="4137" y="5464"/>
                </a:cubicBezTo>
                <a:lnTo>
                  <a:pt x="4137" y="5464"/>
                </a:lnTo>
                <a:lnTo>
                  <a:pt x="4137" y="5464"/>
                </a:lnTo>
                <a:lnTo>
                  <a:pt x="4137" y="5464"/>
                </a:lnTo>
                <a:lnTo>
                  <a:pt x="4168" y="5464"/>
                </a:lnTo>
                <a:lnTo>
                  <a:pt x="4137" y="5495"/>
                </a:lnTo>
                <a:cubicBezTo>
                  <a:pt x="4168" y="5495"/>
                  <a:pt x="4168" y="5495"/>
                  <a:pt x="4168" y="5464"/>
                </a:cubicBezTo>
                <a:lnTo>
                  <a:pt x="4168" y="5464"/>
                </a:lnTo>
                <a:cubicBezTo>
                  <a:pt x="4168" y="5464"/>
                  <a:pt x="4168" y="5464"/>
                  <a:pt x="4199" y="5464"/>
                </a:cubicBezTo>
                <a:lnTo>
                  <a:pt x="4199" y="5464"/>
                </a:lnTo>
                <a:lnTo>
                  <a:pt x="4199" y="5464"/>
                </a:lnTo>
                <a:lnTo>
                  <a:pt x="4168" y="5464"/>
                </a:lnTo>
                <a:cubicBezTo>
                  <a:pt x="4199" y="5464"/>
                  <a:pt x="4291" y="5402"/>
                  <a:pt x="4291" y="5402"/>
                </a:cubicBezTo>
                <a:lnTo>
                  <a:pt x="4291" y="5371"/>
                </a:lnTo>
                <a:cubicBezTo>
                  <a:pt x="4291" y="5371"/>
                  <a:pt x="4291" y="5371"/>
                  <a:pt x="4291" y="5341"/>
                </a:cubicBezTo>
                <a:cubicBezTo>
                  <a:pt x="4291" y="5371"/>
                  <a:pt x="4291" y="5341"/>
                  <a:pt x="4322" y="5341"/>
                </a:cubicBezTo>
                <a:cubicBezTo>
                  <a:pt x="4322" y="5341"/>
                  <a:pt x="4322" y="5371"/>
                  <a:pt x="4291" y="5371"/>
                </a:cubicBezTo>
                <a:lnTo>
                  <a:pt x="4322" y="5371"/>
                </a:lnTo>
                <a:lnTo>
                  <a:pt x="4291" y="5402"/>
                </a:lnTo>
                <a:cubicBezTo>
                  <a:pt x="4322" y="5402"/>
                  <a:pt x="4384" y="5371"/>
                  <a:pt x="4384" y="5371"/>
                </a:cubicBezTo>
                <a:lnTo>
                  <a:pt x="4415" y="5309"/>
                </a:lnTo>
                <a:cubicBezTo>
                  <a:pt x="4415" y="5341"/>
                  <a:pt x="4384" y="5341"/>
                  <a:pt x="4384" y="5341"/>
                </a:cubicBezTo>
                <a:cubicBezTo>
                  <a:pt x="4446" y="5371"/>
                  <a:pt x="4446" y="5341"/>
                  <a:pt x="4446" y="5309"/>
                </a:cubicBezTo>
                <a:cubicBezTo>
                  <a:pt x="4477" y="5309"/>
                  <a:pt x="4446" y="5341"/>
                  <a:pt x="4446" y="5341"/>
                </a:cubicBezTo>
                <a:cubicBezTo>
                  <a:pt x="4446" y="5341"/>
                  <a:pt x="4538" y="5371"/>
                  <a:pt x="4570" y="5371"/>
                </a:cubicBezTo>
                <a:cubicBezTo>
                  <a:pt x="4570" y="5371"/>
                  <a:pt x="4570" y="5371"/>
                  <a:pt x="4570" y="5341"/>
                </a:cubicBezTo>
                <a:cubicBezTo>
                  <a:pt x="4570" y="5371"/>
                  <a:pt x="4570" y="5341"/>
                  <a:pt x="4538" y="5341"/>
                </a:cubicBezTo>
                <a:cubicBezTo>
                  <a:pt x="4538" y="5341"/>
                  <a:pt x="4570" y="5341"/>
                  <a:pt x="4600" y="5341"/>
                </a:cubicBezTo>
                <a:lnTo>
                  <a:pt x="4570" y="5341"/>
                </a:lnTo>
                <a:cubicBezTo>
                  <a:pt x="4570" y="5341"/>
                  <a:pt x="4631" y="5371"/>
                  <a:pt x="4600" y="5371"/>
                </a:cubicBezTo>
                <a:cubicBezTo>
                  <a:pt x="4631" y="5371"/>
                  <a:pt x="4631" y="5371"/>
                  <a:pt x="4631" y="5371"/>
                </a:cubicBezTo>
                <a:cubicBezTo>
                  <a:pt x="4631" y="5371"/>
                  <a:pt x="4631" y="5433"/>
                  <a:pt x="4662" y="5402"/>
                </a:cubicBezTo>
                <a:cubicBezTo>
                  <a:pt x="4662" y="5402"/>
                  <a:pt x="4662" y="5433"/>
                  <a:pt x="4693" y="5402"/>
                </a:cubicBezTo>
                <a:lnTo>
                  <a:pt x="4693" y="5402"/>
                </a:lnTo>
                <a:cubicBezTo>
                  <a:pt x="4724" y="5402"/>
                  <a:pt x="4724" y="5402"/>
                  <a:pt x="4724" y="5402"/>
                </a:cubicBezTo>
                <a:lnTo>
                  <a:pt x="4724" y="5433"/>
                </a:lnTo>
                <a:cubicBezTo>
                  <a:pt x="4755" y="5433"/>
                  <a:pt x="4755" y="5371"/>
                  <a:pt x="4724" y="5371"/>
                </a:cubicBezTo>
                <a:lnTo>
                  <a:pt x="4724" y="5371"/>
                </a:lnTo>
                <a:cubicBezTo>
                  <a:pt x="4755" y="5371"/>
                  <a:pt x="4785" y="5402"/>
                  <a:pt x="4755" y="5402"/>
                </a:cubicBezTo>
                <a:lnTo>
                  <a:pt x="4785" y="5402"/>
                </a:lnTo>
                <a:lnTo>
                  <a:pt x="4785" y="5402"/>
                </a:lnTo>
                <a:lnTo>
                  <a:pt x="4785" y="5433"/>
                </a:lnTo>
                <a:cubicBezTo>
                  <a:pt x="4817" y="5433"/>
                  <a:pt x="4817" y="5402"/>
                  <a:pt x="4817" y="5402"/>
                </a:cubicBezTo>
                <a:cubicBezTo>
                  <a:pt x="4817" y="5433"/>
                  <a:pt x="4817" y="5433"/>
                  <a:pt x="4817" y="5402"/>
                </a:cubicBezTo>
                <a:cubicBezTo>
                  <a:pt x="4817" y="5433"/>
                  <a:pt x="4785" y="5433"/>
                  <a:pt x="4785" y="5433"/>
                </a:cubicBezTo>
                <a:cubicBezTo>
                  <a:pt x="4785" y="5433"/>
                  <a:pt x="4817" y="5402"/>
                  <a:pt x="4817" y="5433"/>
                </a:cubicBezTo>
                <a:lnTo>
                  <a:pt x="4817" y="5402"/>
                </a:lnTo>
                <a:lnTo>
                  <a:pt x="4847" y="5402"/>
                </a:lnTo>
                <a:lnTo>
                  <a:pt x="4847" y="5402"/>
                </a:lnTo>
                <a:lnTo>
                  <a:pt x="4785" y="5402"/>
                </a:lnTo>
                <a:lnTo>
                  <a:pt x="4785" y="5371"/>
                </a:lnTo>
                <a:lnTo>
                  <a:pt x="4785" y="5371"/>
                </a:lnTo>
                <a:cubicBezTo>
                  <a:pt x="4785" y="5371"/>
                  <a:pt x="4785" y="5371"/>
                  <a:pt x="4785" y="5341"/>
                </a:cubicBezTo>
                <a:lnTo>
                  <a:pt x="4817" y="5371"/>
                </a:lnTo>
                <a:cubicBezTo>
                  <a:pt x="4785" y="5371"/>
                  <a:pt x="4785" y="5371"/>
                  <a:pt x="4817" y="5371"/>
                </a:cubicBezTo>
                <a:cubicBezTo>
                  <a:pt x="4785" y="5341"/>
                  <a:pt x="4817" y="5341"/>
                  <a:pt x="4817" y="5341"/>
                </a:cubicBezTo>
                <a:lnTo>
                  <a:pt x="4817" y="5341"/>
                </a:lnTo>
                <a:lnTo>
                  <a:pt x="4817" y="5341"/>
                </a:lnTo>
                <a:lnTo>
                  <a:pt x="4817" y="5341"/>
                </a:lnTo>
                <a:lnTo>
                  <a:pt x="4817" y="5341"/>
                </a:lnTo>
                <a:cubicBezTo>
                  <a:pt x="4817" y="5309"/>
                  <a:pt x="4817" y="5309"/>
                  <a:pt x="4817" y="5309"/>
                </a:cubicBezTo>
                <a:cubicBezTo>
                  <a:pt x="4817" y="5309"/>
                  <a:pt x="4785" y="5341"/>
                  <a:pt x="4785" y="5309"/>
                </a:cubicBezTo>
                <a:lnTo>
                  <a:pt x="4817" y="5309"/>
                </a:lnTo>
                <a:cubicBezTo>
                  <a:pt x="4785" y="5309"/>
                  <a:pt x="4785" y="5309"/>
                  <a:pt x="4785" y="5309"/>
                </a:cubicBezTo>
                <a:lnTo>
                  <a:pt x="4785" y="5309"/>
                </a:lnTo>
                <a:lnTo>
                  <a:pt x="4785" y="5309"/>
                </a:lnTo>
                <a:lnTo>
                  <a:pt x="4724" y="5309"/>
                </a:lnTo>
                <a:cubicBezTo>
                  <a:pt x="4755" y="5279"/>
                  <a:pt x="4785" y="5279"/>
                  <a:pt x="4785" y="5309"/>
                </a:cubicBezTo>
                <a:cubicBezTo>
                  <a:pt x="4817" y="5309"/>
                  <a:pt x="4817" y="5279"/>
                  <a:pt x="4847" y="5279"/>
                </a:cubicBezTo>
                <a:cubicBezTo>
                  <a:pt x="4847" y="5279"/>
                  <a:pt x="4909" y="5279"/>
                  <a:pt x="4878" y="5279"/>
                </a:cubicBezTo>
                <a:cubicBezTo>
                  <a:pt x="4878" y="5279"/>
                  <a:pt x="4909" y="5279"/>
                  <a:pt x="4940" y="5279"/>
                </a:cubicBezTo>
                <a:cubicBezTo>
                  <a:pt x="4940" y="5279"/>
                  <a:pt x="4940" y="5279"/>
                  <a:pt x="4971" y="5248"/>
                </a:cubicBezTo>
                <a:lnTo>
                  <a:pt x="4971" y="5279"/>
                </a:lnTo>
                <a:cubicBezTo>
                  <a:pt x="5002" y="5309"/>
                  <a:pt x="4971" y="5279"/>
                  <a:pt x="4971" y="5309"/>
                </a:cubicBezTo>
                <a:cubicBezTo>
                  <a:pt x="4971" y="5279"/>
                  <a:pt x="5032" y="5279"/>
                  <a:pt x="5032" y="5279"/>
                </a:cubicBezTo>
                <a:lnTo>
                  <a:pt x="5032" y="5279"/>
                </a:lnTo>
                <a:lnTo>
                  <a:pt x="5002" y="5279"/>
                </a:lnTo>
                <a:cubicBezTo>
                  <a:pt x="5002" y="5279"/>
                  <a:pt x="5064" y="5279"/>
                  <a:pt x="5064" y="5248"/>
                </a:cubicBezTo>
                <a:lnTo>
                  <a:pt x="5064" y="5279"/>
                </a:lnTo>
                <a:lnTo>
                  <a:pt x="5064" y="5248"/>
                </a:lnTo>
                <a:lnTo>
                  <a:pt x="5064" y="5248"/>
                </a:lnTo>
                <a:cubicBezTo>
                  <a:pt x="5064" y="5279"/>
                  <a:pt x="5064" y="5279"/>
                  <a:pt x="5064" y="5279"/>
                </a:cubicBezTo>
                <a:lnTo>
                  <a:pt x="5032" y="5279"/>
                </a:lnTo>
                <a:cubicBezTo>
                  <a:pt x="5064" y="5279"/>
                  <a:pt x="5094" y="5279"/>
                  <a:pt x="5125" y="5279"/>
                </a:cubicBezTo>
                <a:lnTo>
                  <a:pt x="5156" y="5279"/>
                </a:lnTo>
                <a:lnTo>
                  <a:pt x="5156" y="5279"/>
                </a:lnTo>
                <a:cubicBezTo>
                  <a:pt x="5125" y="5279"/>
                  <a:pt x="5125" y="5279"/>
                  <a:pt x="5125" y="5279"/>
                </a:cubicBezTo>
                <a:lnTo>
                  <a:pt x="5156" y="5309"/>
                </a:lnTo>
                <a:cubicBezTo>
                  <a:pt x="5187" y="5309"/>
                  <a:pt x="5156" y="5279"/>
                  <a:pt x="5156" y="5309"/>
                </a:cubicBezTo>
                <a:cubicBezTo>
                  <a:pt x="5156" y="5279"/>
                  <a:pt x="5187" y="5309"/>
                  <a:pt x="5187" y="5279"/>
                </a:cubicBezTo>
                <a:cubicBezTo>
                  <a:pt x="5187" y="5309"/>
                  <a:pt x="5187" y="5309"/>
                  <a:pt x="5187" y="5309"/>
                </a:cubicBezTo>
                <a:lnTo>
                  <a:pt x="5187" y="5309"/>
                </a:lnTo>
                <a:cubicBezTo>
                  <a:pt x="5218" y="5309"/>
                  <a:pt x="5187" y="5309"/>
                  <a:pt x="5187" y="5309"/>
                </a:cubicBezTo>
                <a:lnTo>
                  <a:pt x="5187" y="5309"/>
                </a:lnTo>
                <a:lnTo>
                  <a:pt x="5187" y="5341"/>
                </a:lnTo>
                <a:lnTo>
                  <a:pt x="5187" y="5341"/>
                </a:lnTo>
                <a:lnTo>
                  <a:pt x="5187" y="5341"/>
                </a:lnTo>
                <a:cubicBezTo>
                  <a:pt x="5218" y="5371"/>
                  <a:pt x="5218" y="5341"/>
                  <a:pt x="5249" y="5341"/>
                </a:cubicBezTo>
                <a:lnTo>
                  <a:pt x="5249" y="5341"/>
                </a:lnTo>
                <a:lnTo>
                  <a:pt x="5249" y="5341"/>
                </a:lnTo>
                <a:lnTo>
                  <a:pt x="5249" y="5341"/>
                </a:lnTo>
                <a:lnTo>
                  <a:pt x="5311" y="5341"/>
                </a:lnTo>
                <a:cubicBezTo>
                  <a:pt x="5311" y="5341"/>
                  <a:pt x="5279" y="5341"/>
                  <a:pt x="5279" y="5309"/>
                </a:cubicBezTo>
                <a:cubicBezTo>
                  <a:pt x="5279" y="5309"/>
                  <a:pt x="5279" y="5309"/>
                  <a:pt x="5311" y="5341"/>
                </a:cubicBezTo>
                <a:cubicBezTo>
                  <a:pt x="5279" y="5309"/>
                  <a:pt x="5311" y="5309"/>
                  <a:pt x="5341" y="5309"/>
                </a:cubicBezTo>
                <a:cubicBezTo>
                  <a:pt x="5372" y="5341"/>
                  <a:pt x="5372" y="5371"/>
                  <a:pt x="5403" y="5402"/>
                </a:cubicBezTo>
                <a:cubicBezTo>
                  <a:pt x="5403" y="5433"/>
                  <a:pt x="5434" y="5402"/>
                  <a:pt x="5434" y="5433"/>
                </a:cubicBezTo>
                <a:lnTo>
                  <a:pt x="5434" y="5464"/>
                </a:lnTo>
                <a:cubicBezTo>
                  <a:pt x="5403" y="5495"/>
                  <a:pt x="5403" y="5526"/>
                  <a:pt x="5372" y="5556"/>
                </a:cubicBezTo>
                <a:cubicBezTo>
                  <a:pt x="5372" y="5556"/>
                  <a:pt x="5372" y="5588"/>
                  <a:pt x="5403" y="5588"/>
                </a:cubicBezTo>
                <a:cubicBezTo>
                  <a:pt x="5403" y="5588"/>
                  <a:pt x="5403" y="5556"/>
                  <a:pt x="5372" y="5556"/>
                </a:cubicBezTo>
                <a:cubicBezTo>
                  <a:pt x="5403" y="5556"/>
                  <a:pt x="5403" y="5556"/>
                  <a:pt x="5403" y="5588"/>
                </a:cubicBezTo>
                <a:cubicBezTo>
                  <a:pt x="5403" y="5556"/>
                  <a:pt x="5403" y="5556"/>
                  <a:pt x="5403" y="5556"/>
                </a:cubicBezTo>
                <a:lnTo>
                  <a:pt x="5403" y="5526"/>
                </a:lnTo>
                <a:cubicBezTo>
                  <a:pt x="5403" y="5556"/>
                  <a:pt x="5434" y="5556"/>
                  <a:pt x="5403" y="5556"/>
                </a:cubicBezTo>
                <a:cubicBezTo>
                  <a:pt x="5403" y="5556"/>
                  <a:pt x="5403" y="5556"/>
                  <a:pt x="5434" y="5556"/>
                </a:cubicBezTo>
                <a:lnTo>
                  <a:pt x="5403" y="5588"/>
                </a:lnTo>
                <a:lnTo>
                  <a:pt x="5403" y="5588"/>
                </a:lnTo>
                <a:lnTo>
                  <a:pt x="5403" y="5588"/>
                </a:lnTo>
                <a:lnTo>
                  <a:pt x="5372" y="5588"/>
                </a:lnTo>
                <a:lnTo>
                  <a:pt x="5403" y="5649"/>
                </a:lnTo>
                <a:cubicBezTo>
                  <a:pt x="5403" y="5649"/>
                  <a:pt x="5403" y="5680"/>
                  <a:pt x="5434" y="5680"/>
                </a:cubicBezTo>
                <a:cubicBezTo>
                  <a:pt x="5434" y="5680"/>
                  <a:pt x="5434" y="5649"/>
                  <a:pt x="5403" y="5649"/>
                </a:cubicBezTo>
                <a:cubicBezTo>
                  <a:pt x="5434" y="5649"/>
                  <a:pt x="5434" y="5680"/>
                  <a:pt x="5434" y="5649"/>
                </a:cubicBezTo>
                <a:cubicBezTo>
                  <a:pt x="5434" y="5649"/>
                  <a:pt x="5403" y="5711"/>
                  <a:pt x="5434" y="5711"/>
                </a:cubicBezTo>
                <a:lnTo>
                  <a:pt x="5434" y="5711"/>
                </a:lnTo>
                <a:lnTo>
                  <a:pt x="5434" y="5711"/>
                </a:lnTo>
                <a:lnTo>
                  <a:pt x="5434" y="5711"/>
                </a:lnTo>
                <a:lnTo>
                  <a:pt x="5434" y="5772"/>
                </a:lnTo>
                <a:lnTo>
                  <a:pt x="5434" y="5772"/>
                </a:lnTo>
                <a:cubicBezTo>
                  <a:pt x="5434" y="5772"/>
                  <a:pt x="5465" y="5772"/>
                  <a:pt x="5495" y="5803"/>
                </a:cubicBezTo>
                <a:lnTo>
                  <a:pt x="5495" y="5835"/>
                </a:lnTo>
                <a:lnTo>
                  <a:pt x="5495" y="5835"/>
                </a:lnTo>
                <a:cubicBezTo>
                  <a:pt x="5465" y="5865"/>
                  <a:pt x="5526" y="5835"/>
                  <a:pt x="5558" y="5835"/>
                </a:cubicBezTo>
                <a:lnTo>
                  <a:pt x="5558" y="5865"/>
                </a:lnTo>
                <a:cubicBezTo>
                  <a:pt x="5558" y="5835"/>
                  <a:pt x="5558" y="5835"/>
                  <a:pt x="5558" y="5835"/>
                </a:cubicBezTo>
                <a:lnTo>
                  <a:pt x="5558" y="5835"/>
                </a:lnTo>
                <a:lnTo>
                  <a:pt x="5558" y="5835"/>
                </a:lnTo>
                <a:cubicBezTo>
                  <a:pt x="5558" y="5865"/>
                  <a:pt x="5558" y="5865"/>
                  <a:pt x="5558" y="5865"/>
                </a:cubicBezTo>
                <a:lnTo>
                  <a:pt x="5558" y="5835"/>
                </a:lnTo>
                <a:lnTo>
                  <a:pt x="5588" y="5772"/>
                </a:lnTo>
                <a:lnTo>
                  <a:pt x="5588" y="5772"/>
                </a:lnTo>
                <a:cubicBezTo>
                  <a:pt x="5619" y="5772"/>
                  <a:pt x="5650" y="5649"/>
                  <a:pt x="5619" y="5618"/>
                </a:cubicBezTo>
                <a:lnTo>
                  <a:pt x="5619" y="5618"/>
                </a:lnTo>
                <a:cubicBezTo>
                  <a:pt x="5588" y="5588"/>
                  <a:pt x="5588" y="5495"/>
                  <a:pt x="5588" y="5464"/>
                </a:cubicBezTo>
                <a:cubicBezTo>
                  <a:pt x="5619" y="5495"/>
                  <a:pt x="5588" y="5526"/>
                  <a:pt x="5619" y="5556"/>
                </a:cubicBezTo>
                <a:cubicBezTo>
                  <a:pt x="5619" y="5495"/>
                  <a:pt x="5588" y="5464"/>
                  <a:pt x="5588" y="5402"/>
                </a:cubicBezTo>
                <a:lnTo>
                  <a:pt x="5588" y="5248"/>
                </a:lnTo>
                <a:cubicBezTo>
                  <a:pt x="5588" y="5248"/>
                  <a:pt x="5588" y="5248"/>
                  <a:pt x="5588" y="5279"/>
                </a:cubicBezTo>
                <a:cubicBezTo>
                  <a:pt x="5588" y="5248"/>
                  <a:pt x="5588" y="5217"/>
                  <a:pt x="5588" y="5217"/>
                </a:cubicBezTo>
                <a:cubicBezTo>
                  <a:pt x="5588" y="5217"/>
                  <a:pt x="5588" y="5217"/>
                  <a:pt x="5619" y="5186"/>
                </a:cubicBezTo>
                <a:cubicBezTo>
                  <a:pt x="5588" y="5217"/>
                  <a:pt x="5588" y="5217"/>
                  <a:pt x="5588" y="5186"/>
                </a:cubicBezTo>
                <a:cubicBezTo>
                  <a:pt x="5588" y="5217"/>
                  <a:pt x="5619" y="5186"/>
                  <a:pt x="5619" y="5186"/>
                </a:cubicBezTo>
                <a:lnTo>
                  <a:pt x="5619" y="5186"/>
                </a:lnTo>
                <a:cubicBezTo>
                  <a:pt x="5619" y="5186"/>
                  <a:pt x="5650" y="5186"/>
                  <a:pt x="5619" y="5186"/>
                </a:cubicBezTo>
                <a:lnTo>
                  <a:pt x="5619" y="5155"/>
                </a:lnTo>
                <a:cubicBezTo>
                  <a:pt x="5619" y="5155"/>
                  <a:pt x="5619" y="5155"/>
                  <a:pt x="5650" y="5155"/>
                </a:cubicBezTo>
                <a:cubicBezTo>
                  <a:pt x="5619" y="5155"/>
                  <a:pt x="5619" y="5155"/>
                  <a:pt x="5619" y="5155"/>
                </a:cubicBezTo>
                <a:cubicBezTo>
                  <a:pt x="5619" y="5155"/>
                  <a:pt x="5650" y="5124"/>
                  <a:pt x="5650" y="5155"/>
                </a:cubicBezTo>
                <a:cubicBezTo>
                  <a:pt x="5650" y="5155"/>
                  <a:pt x="5650" y="5155"/>
                  <a:pt x="5650" y="5124"/>
                </a:cubicBezTo>
                <a:lnTo>
                  <a:pt x="5650" y="5155"/>
                </a:lnTo>
                <a:cubicBezTo>
                  <a:pt x="5650" y="5124"/>
                  <a:pt x="5650" y="5124"/>
                  <a:pt x="5650" y="5124"/>
                </a:cubicBezTo>
                <a:lnTo>
                  <a:pt x="5650" y="5124"/>
                </a:lnTo>
                <a:lnTo>
                  <a:pt x="5650" y="5124"/>
                </a:lnTo>
                <a:cubicBezTo>
                  <a:pt x="5681" y="5124"/>
                  <a:pt x="5681" y="5094"/>
                  <a:pt x="5681" y="5062"/>
                </a:cubicBezTo>
                <a:cubicBezTo>
                  <a:pt x="5681" y="5094"/>
                  <a:pt x="5681" y="5094"/>
                  <a:pt x="5681" y="5094"/>
                </a:cubicBezTo>
                <a:cubicBezTo>
                  <a:pt x="5681" y="5094"/>
                  <a:pt x="5712" y="5094"/>
                  <a:pt x="5712" y="5062"/>
                </a:cubicBezTo>
                <a:lnTo>
                  <a:pt x="5712" y="5062"/>
                </a:lnTo>
                <a:lnTo>
                  <a:pt x="5712" y="5062"/>
                </a:lnTo>
                <a:lnTo>
                  <a:pt x="5712" y="5062"/>
                </a:lnTo>
                <a:lnTo>
                  <a:pt x="5712" y="5062"/>
                </a:lnTo>
                <a:cubicBezTo>
                  <a:pt x="5712" y="5094"/>
                  <a:pt x="5742" y="5062"/>
                  <a:pt x="5742" y="5062"/>
                </a:cubicBezTo>
                <a:lnTo>
                  <a:pt x="5712" y="5062"/>
                </a:lnTo>
                <a:cubicBezTo>
                  <a:pt x="5712" y="5062"/>
                  <a:pt x="5742" y="5062"/>
                  <a:pt x="5712" y="5062"/>
                </a:cubicBezTo>
                <a:cubicBezTo>
                  <a:pt x="5742" y="5032"/>
                  <a:pt x="5742" y="5032"/>
                  <a:pt x="5712" y="5062"/>
                </a:cubicBezTo>
                <a:cubicBezTo>
                  <a:pt x="5712" y="5032"/>
                  <a:pt x="5773" y="5062"/>
                  <a:pt x="5742" y="5032"/>
                </a:cubicBezTo>
                <a:cubicBezTo>
                  <a:pt x="5773" y="5062"/>
                  <a:pt x="5773" y="5032"/>
                  <a:pt x="5773" y="5032"/>
                </a:cubicBezTo>
                <a:lnTo>
                  <a:pt x="5805" y="5032"/>
                </a:lnTo>
                <a:cubicBezTo>
                  <a:pt x="5773" y="5032"/>
                  <a:pt x="5805" y="5001"/>
                  <a:pt x="5805" y="5001"/>
                </a:cubicBezTo>
                <a:lnTo>
                  <a:pt x="5805" y="5001"/>
                </a:lnTo>
                <a:cubicBezTo>
                  <a:pt x="5805" y="5032"/>
                  <a:pt x="5866" y="4970"/>
                  <a:pt x="5866" y="4970"/>
                </a:cubicBezTo>
                <a:lnTo>
                  <a:pt x="5866" y="4970"/>
                </a:lnTo>
                <a:lnTo>
                  <a:pt x="5866" y="4970"/>
                </a:lnTo>
                <a:cubicBezTo>
                  <a:pt x="5897" y="4939"/>
                  <a:pt x="5928" y="4908"/>
                  <a:pt x="5959" y="4908"/>
                </a:cubicBezTo>
                <a:cubicBezTo>
                  <a:pt x="5959" y="4908"/>
                  <a:pt x="5989" y="4908"/>
                  <a:pt x="5989" y="4878"/>
                </a:cubicBezTo>
                <a:cubicBezTo>
                  <a:pt x="6020" y="4878"/>
                  <a:pt x="5989" y="4878"/>
                  <a:pt x="6020" y="4878"/>
                </a:cubicBezTo>
                <a:lnTo>
                  <a:pt x="6020" y="4878"/>
                </a:lnTo>
                <a:cubicBezTo>
                  <a:pt x="6020" y="4878"/>
                  <a:pt x="6020" y="4847"/>
                  <a:pt x="6052" y="4847"/>
                </a:cubicBezTo>
                <a:cubicBezTo>
                  <a:pt x="6052" y="4847"/>
                  <a:pt x="6082" y="4847"/>
                  <a:pt x="6082" y="4815"/>
                </a:cubicBezTo>
                <a:cubicBezTo>
                  <a:pt x="6082" y="4847"/>
                  <a:pt x="6052" y="4847"/>
                  <a:pt x="6052" y="4847"/>
                </a:cubicBezTo>
                <a:cubicBezTo>
                  <a:pt x="6052" y="4847"/>
                  <a:pt x="6082" y="4847"/>
                  <a:pt x="6082" y="4815"/>
                </a:cubicBezTo>
                <a:lnTo>
                  <a:pt x="6082" y="4815"/>
                </a:lnTo>
                <a:lnTo>
                  <a:pt x="6082" y="4815"/>
                </a:lnTo>
                <a:lnTo>
                  <a:pt x="6082" y="4815"/>
                </a:lnTo>
                <a:lnTo>
                  <a:pt x="6144" y="4785"/>
                </a:lnTo>
                <a:lnTo>
                  <a:pt x="6144" y="4785"/>
                </a:lnTo>
                <a:lnTo>
                  <a:pt x="6144" y="4815"/>
                </a:lnTo>
                <a:cubicBezTo>
                  <a:pt x="6175" y="4815"/>
                  <a:pt x="6175" y="4785"/>
                  <a:pt x="6175" y="4785"/>
                </a:cubicBezTo>
                <a:lnTo>
                  <a:pt x="6175" y="4815"/>
                </a:lnTo>
                <a:lnTo>
                  <a:pt x="6206" y="4785"/>
                </a:lnTo>
                <a:lnTo>
                  <a:pt x="6175" y="4785"/>
                </a:lnTo>
                <a:lnTo>
                  <a:pt x="6175" y="4754"/>
                </a:lnTo>
                <a:cubicBezTo>
                  <a:pt x="6175" y="4785"/>
                  <a:pt x="6175" y="4785"/>
                  <a:pt x="6175" y="4785"/>
                </a:cubicBezTo>
                <a:cubicBezTo>
                  <a:pt x="6144" y="4785"/>
                  <a:pt x="6144" y="4785"/>
                  <a:pt x="6144" y="4754"/>
                </a:cubicBezTo>
                <a:lnTo>
                  <a:pt x="6144" y="4785"/>
                </a:lnTo>
                <a:cubicBezTo>
                  <a:pt x="6175" y="4785"/>
                  <a:pt x="6175" y="4754"/>
                  <a:pt x="6175" y="4754"/>
                </a:cubicBezTo>
                <a:lnTo>
                  <a:pt x="6175" y="4754"/>
                </a:lnTo>
                <a:cubicBezTo>
                  <a:pt x="6175" y="4754"/>
                  <a:pt x="6206" y="4754"/>
                  <a:pt x="6175" y="4754"/>
                </a:cubicBezTo>
                <a:cubicBezTo>
                  <a:pt x="6175" y="4723"/>
                  <a:pt x="6144" y="4723"/>
                  <a:pt x="6144" y="4723"/>
                </a:cubicBezTo>
                <a:lnTo>
                  <a:pt x="6144" y="4723"/>
                </a:lnTo>
                <a:lnTo>
                  <a:pt x="6175" y="4723"/>
                </a:lnTo>
                <a:lnTo>
                  <a:pt x="6206" y="4723"/>
                </a:lnTo>
                <a:cubicBezTo>
                  <a:pt x="6206" y="4723"/>
                  <a:pt x="6175" y="4723"/>
                  <a:pt x="6206" y="4723"/>
                </a:cubicBezTo>
                <a:lnTo>
                  <a:pt x="6206" y="4723"/>
                </a:lnTo>
                <a:lnTo>
                  <a:pt x="6206" y="4723"/>
                </a:lnTo>
                <a:lnTo>
                  <a:pt x="6206" y="4723"/>
                </a:lnTo>
                <a:cubicBezTo>
                  <a:pt x="6206" y="4754"/>
                  <a:pt x="6236" y="4723"/>
                  <a:pt x="6267" y="4692"/>
                </a:cubicBezTo>
                <a:cubicBezTo>
                  <a:pt x="6236" y="4723"/>
                  <a:pt x="6299" y="4661"/>
                  <a:pt x="6267" y="4661"/>
                </a:cubicBezTo>
                <a:lnTo>
                  <a:pt x="6236" y="4692"/>
                </a:lnTo>
                <a:lnTo>
                  <a:pt x="6236" y="4692"/>
                </a:lnTo>
                <a:cubicBezTo>
                  <a:pt x="6267" y="4661"/>
                  <a:pt x="6236" y="4661"/>
                  <a:pt x="6236" y="4661"/>
                </a:cubicBezTo>
                <a:cubicBezTo>
                  <a:pt x="6206" y="4661"/>
                  <a:pt x="6206" y="4661"/>
                  <a:pt x="6175" y="4661"/>
                </a:cubicBezTo>
                <a:cubicBezTo>
                  <a:pt x="6206" y="4661"/>
                  <a:pt x="6206" y="4631"/>
                  <a:pt x="6206" y="4631"/>
                </a:cubicBezTo>
                <a:cubicBezTo>
                  <a:pt x="6206" y="4661"/>
                  <a:pt x="6175" y="4692"/>
                  <a:pt x="6236" y="4661"/>
                </a:cubicBezTo>
                <a:cubicBezTo>
                  <a:pt x="6236" y="4661"/>
                  <a:pt x="6236" y="4661"/>
                  <a:pt x="6236" y="4631"/>
                </a:cubicBezTo>
                <a:cubicBezTo>
                  <a:pt x="6236" y="4661"/>
                  <a:pt x="6236" y="4661"/>
                  <a:pt x="6236" y="4661"/>
                </a:cubicBezTo>
                <a:cubicBezTo>
                  <a:pt x="6236" y="4661"/>
                  <a:pt x="6236" y="4661"/>
                  <a:pt x="6236" y="4631"/>
                </a:cubicBezTo>
                <a:cubicBezTo>
                  <a:pt x="6236" y="4661"/>
                  <a:pt x="6267" y="4661"/>
                  <a:pt x="6267" y="4631"/>
                </a:cubicBezTo>
                <a:lnTo>
                  <a:pt x="6236" y="4631"/>
                </a:lnTo>
                <a:lnTo>
                  <a:pt x="6267" y="4661"/>
                </a:lnTo>
                <a:cubicBezTo>
                  <a:pt x="6267" y="4631"/>
                  <a:pt x="6267" y="4631"/>
                  <a:pt x="6267" y="4631"/>
                </a:cubicBezTo>
                <a:lnTo>
                  <a:pt x="6267" y="4661"/>
                </a:lnTo>
                <a:lnTo>
                  <a:pt x="6267" y="4631"/>
                </a:lnTo>
                <a:lnTo>
                  <a:pt x="6267" y="4600"/>
                </a:lnTo>
                <a:cubicBezTo>
                  <a:pt x="6267" y="4600"/>
                  <a:pt x="6267" y="4631"/>
                  <a:pt x="6299" y="4600"/>
                </a:cubicBezTo>
                <a:cubicBezTo>
                  <a:pt x="6299" y="4600"/>
                  <a:pt x="6299" y="4600"/>
                  <a:pt x="6267" y="4600"/>
                </a:cubicBezTo>
                <a:cubicBezTo>
                  <a:pt x="6267" y="4600"/>
                  <a:pt x="6299" y="4568"/>
                  <a:pt x="6299" y="4600"/>
                </a:cubicBezTo>
                <a:cubicBezTo>
                  <a:pt x="6299" y="4600"/>
                  <a:pt x="6267" y="4661"/>
                  <a:pt x="6299" y="4692"/>
                </a:cubicBezTo>
                <a:cubicBezTo>
                  <a:pt x="6299" y="4661"/>
                  <a:pt x="6299" y="4568"/>
                  <a:pt x="6299" y="4568"/>
                </a:cubicBezTo>
                <a:cubicBezTo>
                  <a:pt x="6267" y="4538"/>
                  <a:pt x="6267" y="4568"/>
                  <a:pt x="6267" y="4568"/>
                </a:cubicBezTo>
                <a:lnTo>
                  <a:pt x="6236" y="4568"/>
                </a:lnTo>
                <a:lnTo>
                  <a:pt x="6236" y="4538"/>
                </a:lnTo>
                <a:cubicBezTo>
                  <a:pt x="6236" y="4538"/>
                  <a:pt x="6267" y="4568"/>
                  <a:pt x="6267" y="4538"/>
                </a:cubicBezTo>
                <a:cubicBezTo>
                  <a:pt x="6299" y="4538"/>
                  <a:pt x="6236" y="4538"/>
                  <a:pt x="6236" y="4507"/>
                </a:cubicBezTo>
                <a:lnTo>
                  <a:pt x="6267" y="4538"/>
                </a:lnTo>
                <a:lnTo>
                  <a:pt x="6267" y="4507"/>
                </a:lnTo>
                <a:lnTo>
                  <a:pt x="6267" y="4507"/>
                </a:lnTo>
                <a:lnTo>
                  <a:pt x="6267" y="4507"/>
                </a:lnTo>
                <a:cubicBezTo>
                  <a:pt x="6267" y="4507"/>
                  <a:pt x="6267" y="4507"/>
                  <a:pt x="6299" y="4507"/>
                </a:cubicBezTo>
                <a:cubicBezTo>
                  <a:pt x="6267" y="4507"/>
                  <a:pt x="6267" y="4476"/>
                  <a:pt x="6267" y="4476"/>
                </a:cubicBezTo>
                <a:lnTo>
                  <a:pt x="6267" y="4476"/>
                </a:lnTo>
                <a:cubicBezTo>
                  <a:pt x="6299" y="4476"/>
                  <a:pt x="6329" y="4445"/>
                  <a:pt x="6299" y="4445"/>
                </a:cubicBezTo>
                <a:cubicBezTo>
                  <a:pt x="6267" y="4445"/>
                  <a:pt x="6236" y="4414"/>
                  <a:pt x="6236" y="4414"/>
                </a:cubicBezTo>
                <a:cubicBezTo>
                  <a:pt x="6236" y="4414"/>
                  <a:pt x="6236" y="4414"/>
                  <a:pt x="6206" y="4414"/>
                </a:cubicBezTo>
                <a:lnTo>
                  <a:pt x="6267" y="4353"/>
                </a:lnTo>
                <a:cubicBezTo>
                  <a:pt x="6267" y="4353"/>
                  <a:pt x="6206" y="4414"/>
                  <a:pt x="6236" y="4414"/>
                </a:cubicBezTo>
                <a:lnTo>
                  <a:pt x="6236" y="4384"/>
                </a:lnTo>
                <a:cubicBezTo>
                  <a:pt x="6236" y="4414"/>
                  <a:pt x="6267" y="4414"/>
                  <a:pt x="6267" y="4414"/>
                </a:cubicBezTo>
                <a:lnTo>
                  <a:pt x="6299" y="4414"/>
                </a:lnTo>
                <a:cubicBezTo>
                  <a:pt x="6299" y="4445"/>
                  <a:pt x="6299" y="4445"/>
                  <a:pt x="6299" y="4445"/>
                </a:cubicBezTo>
                <a:lnTo>
                  <a:pt x="6299" y="4414"/>
                </a:lnTo>
                <a:cubicBezTo>
                  <a:pt x="6299" y="4414"/>
                  <a:pt x="6267" y="4384"/>
                  <a:pt x="6299" y="4384"/>
                </a:cubicBezTo>
                <a:lnTo>
                  <a:pt x="6299" y="4414"/>
                </a:lnTo>
                <a:lnTo>
                  <a:pt x="6329" y="4321"/>
                </a:lnTo>
                <a:lnTo>
                  <a:pt x="6329" y="4321"/>
                </a:lnTo>
                <a:lnTo>
                  <a:pt x="6329" y="4321"/>
                </a:lnTo>
                <a:lnTo>
                  <a:pt x="6329" y="4321"/>
                </a:lnTo>
                <a:lnTo>
                  <a:pt x="6329" y="4321"/>
                </a:lnTo>
                <a:cubicBezTo>
                  <a:pt x="6329" y="4291"/>
                  <a:pt x="6329" y="4321"/>
                  <a:pt x="6329" y="4321"/>
                </a:cubicBezTo>
                <a:cubicBezTo>
                  <a:pt x="6329" y="4321"/>
                  <a:pt x="6329" y="4321"/>
                  <a:pt x="6329" y="4291"/>
                </a:cubicBezTo>
                <a:cubicBezTo>
                  <a:pt x="6329" y="4321"/>
                  <a:pt x="6329" y="4291"/>
                  <a:pt x="6329" y="4291"/>
                </a:cubicBezTo>
                <a:cubicBezTo>
                  <a:pt x="6360" y="4291"/>
                  <a:pt x="6360" y="4291"/>
                  <a:pt x="6360" y="4291"/>
                </a:cubicBezTo>
                <a:lnTo>
                  <a:pt x="6360" y="4291"/>
                </a:lnTo>
                <a:lnTo>
                  <a:pt x="6360" y="4291"/>
                </a:lnTo>
                <a:lnTo>
                  <a:pt x="6391" y="4260"/>
                </a:lnTo>
                <a:cubicBezTo>
                  <a:pt x="6391" y="4291"/>
                  <a:pt x="6391" y="4291"/>
                  <a:pt x="6391" y="4291"/>
                </a:cubicBezTo>
                <a:cubicBezTo>
                  <a:pt x="6391" y="4291"/>
                  <a:pt x="6391" y="4291"/>
                  <a:pt x="6391" y="4260"/>
                </a:cubicBezTo>
                <a:cubicBezTo>
                  <a:pt x="6391" y="4291"/>
                  <a:pt x="6360" y="4291"/>
                  <a:pt x="6391" y="4291"/>
                </a:cubicBezTo>
                <a:cubicBezTo>
                  <a:pt x="6360" y="4291"/>
                  <a:pt x="6360" y="4321"/>
                  <a:pt x="6360" y="4321"/>
                </a:cubicBezTo>
                <a:lnTo>
                  <a:pt x="6360" y="4321"/>
                </a:lnTo>
                <a:cubicBezTo>
                  <a:pt x="6360" y="4321"/>
                  <a:pt x="6329" y="4321"/>
                  <a:pt x="6329" y="4353"/>
                </a:cubicBezTo>
                <a:lnTo>
                  <a:pt x="6360" y="4353"/>
                </a:lnTo>
                <a:lnTo>
                  <a:pt x="6360" y="4353"/>
                </a:lnTo>
                <a:lnTo>
                  <a:pt x="6329" y="4353"/>
                </a:lnTo>
                <a:cubicBezTo>
                  <a:pt x="6329" y="4353"/>
                  <a:pt x="6299" y="4353"/>
                  <a:pt x="6329" y="4384"/>
                </a:cubicBezTo>
                <a:cubicBezTo>
                  <a:pt x="6329" y="4353"/>
                  <a:pt x="6329" y="4353"/>
                  <a:pt x="6329" y="4353"/>
                </a:cubicBezTo>
                <a:cubicBezTo>
                  <a:pt x="6329" y="4353"/>
                  <a:pt x="6329" y="4384"/>
                  <a:pt x="6360" y="4384"/>
                </a:cubicBezTo>
                <a:lnTo>
                  <a:pt x="6329" y="4384"/>
                </a:lnTo>
                <a:lnTo>
                  <a:pt x="6329" y="4384"/>
                </a:lnTo>
                <a:lnTo>
                  <a:pt x="6329" y="4384"/>
                </a:lnTo>
                <a:cubicBezTo>
                  <a:pt x="6299" y="4384"/>
                  <a:pt x="6329" y="4414"/>
                  <a:pt x="6329" y="4414"/>
                </a:cubicBezTo>
                <a:lnTo>
                  <a:pt x="6329" y="4414"/>
                </a:lnTo>
                <a:lnTo>
                  <a:pt x="6329" y="4414"/>
                </a:lnTo>
                <a:lnTo>
                  <a:pt x="6329" y="4414"/>
                </a:lnTo>
                <a:lnTo>
                  <a:pt x="6329" y="4414"/>
                </a:lnTo>
                <a:lnTo>
                  <a:pt x="6360" y="4414"/>
                </a:lnTo>
                <a:lnTo>
                  <a:pt x="6329" y="4414"/>
                </a:lnTo>
                <a:cubicBezTo>
                  <a:pt x="6329" y="4445"/>
                  <a:pt x="6360" y="4445"/>
                  <a:pt x="6360" y="4445"/>
                </a:cubicBezTo>
                <a:cubicBezTo>
                  <a:pt x="6360" y="4445"/>
                  <a:pt x="6360" y="4445"/>
                  <a:pt x="6329" y="4445"/>
                </a:cubicBezTo>
                <a:cubicBezTo>
                  <a:pt x="6360" y="4445"/>
                  <a:pt x="6360" y="4445"/>
                  <a:pt x="6360" y="4445"/>
                </a:cubicBezTo>
                <a:lnTo>
                  <a:pt x="6329" y="4445"/>
                </a:lnTo>
                <a:cubicBezTo>
                  <a:pt x="6360" y="4445"/>
                  <a:pt x="6329" y="4445"/>
                  <a:pt x="6329" y="4445"/>
                </a:cubicBezTo>
                <a:lnTo>
                  <a:pt x="6360" y="4445"/>
                </a:lnTo>
                <a:lnTo>
                  <a:pt x="6360" y="4445"/>
                </a:lnTo>
                <a:cubicBezTo>
                  <a:pt x="6329" y="4476"/>
                  <a:pt x="6299" y="4507"/>
                  <a:pt x="6299" y="4538"/>
                </a:cubicBezTo>
                <a:cubicBezTo>
                  <a:pt x="6329" y="4538"/>
                  <a:pt x="6299" y="4538"/>
                  <a:pt x="6299" y="4538"/>
                </a:cubicBezTo>
                <a:lnTo>
                  <a:pt x="6329" y="4507"/>
                </a:lnTo>
                <a:lnTo>
                  <a:pt x="6422" y="4414"/>
                </a:lnTo>
                <a:cubicBezTo>
                  <a:pt x="6422" y="4414"/>
                  <a:pt x="6422" y="4414"/>
                  <a:pt x="6422" y="4384"/>
                </a:cubicBezTo>
                <a:cubicBezTo>
                  <a:pt x="6422" y="4414"/>
                  <a:pt x="6422" y="4414"/>
                  <a:pt x="6422" y="4414"/>
                </a:cubicBezTo>
                <a:lnTo>
                  <a:pt x="6422" y="4384"/>
                </a:lnTo>
                <a:lnTo>
                  <a:pt x="6422" y="4384"/>
                </a:lnTo>
                <a:cubicBezTo>
                  <a:pt x="6422" y="4384"/>
                  <a:pt x="6453" y="4353"/>
                  <a:pt x="6422" y="4384"/>
                </a:cubicBezTo>
                <a:cubicBezTo>
                  <a:pt x="6453" y="4384"/>
                  <a:pt x="6422" y="4321"/>
                  <a:pt x="6422" y="4291"/>
                </a:cubicBezTo>
                <a:cubicBezTo>
                  <a:pt x="6422" y="4260"/>
                  <a:pt x="6453" y="4260"/>
                  <a:pt x="6483" y="4230"/>
                </a:cubicBezTo>
                <a:cubicBezTo>
                  <a:pt x="6453" y="4260"/>
                  <a:pt x="6422" y="4260"/>
                  <a:pt x="6422" y="4291"/>
                </a:cubicBezTo>
                <a:cubicBezTo>
                  <a:pt x="6422" y="4321"/>
                  <a:pt x="6483" y="4321"/>
                  <a:pt x="6483" y="4321"/>
                </a:cubicBezTo>
                <a:lnTo>
                  <a:pt x="6453" y="4353"/>
                </a:lnTo>
                <a:cubicBezTo>
                  <a:pt x="6453" y="4353"/>
                  <a:pt x="6514" y="4321"/>
                  <a:pt x="6514" y="4291"/>
                </a:cubicBezTo>
                <a:cubicBezTo>
                  <a:pt x="6514" y="4321"/>
                  <a:pt x="6514" y="4291"/>
                  <a:pt x="6483" y="4291"/>
                </a:cubicBezTo>
                <a:cubicBezTo>
                  <a:pt x="6514" y="4291"/>
                  <a:pt x="6514" y="4291"/>
                  <a:pt x="6514" y="4291"/>
                </a:cubicBezTo>
                <a:lnTo>
                  <a:pt x="6514" y="4291"/>
                </a:lnTo>
                <a:cubicBezTo>
                  <a:pt x="6514" y="4291"/>
                  <a:pt x="6546" y="4230"/>
                  <a:pt x="6576" y="4230"/>
                </a:cubicBezTo>
                <a:cubicBezTo>
                  <a:pt x="6576" y="4230"/>
                  <a:pt x="6576" y="4230"/>
                  <a:pt x="6576" y="4260"/>
                </a:cubicBezTo>
                <a:cubicBezTo>
                  <a:pt x="6576" y="4260"/>
                  <a:pt x="6607" y="4198"/>
                  <a:pt x="6607" y="4167"/>
                </a:cubicBezTo>
                <a:cubicBezTo>
                  <a:pt x="6607" y="4198"/>
                  <a:pt x="6576" y="4198"/>
                  <a:pt x="6576" y="4167"/>
                </a:cubicBezTo>
                <a:lnTo>
                  <a:pt x="6607" y="4044"/>
                </a:lnTo>
                <a:cubicBezTo>
                  <a:pt x="6637" y="4044"/>
                  <a:pt x="6793" y="4074"/>
                  <a:pt x="6793" y="4074"/>
                </a:cubicBezTo>
                <a:lnTo>
                  <a:pt x="6823" y="4074"/>
                </a:lnTo>
                <a:cubicBezTo>
                  <a:pt x="6854" y="4074"/>
                  <a:pt x="6884" y="4044"/>
                  <a:pt x="6884" y="4044"/>
                </a:cubicBezTo>
                <a:lnTo>
                  <a:pt x="6884" y="4044"/>
                </a:lnTo>
                <a:lnTo>
                  <a:pt x="6884" y="4044"/>
                </a:lnTo>
                <a:lnTo>
                  <a:pt x="6916" y="4044"/>
                </a:lnTo>
                <a:lnTo>
                  <a:pt x="6884" y="4074"/>
                </a:lnTo>
                <a:cubicBezTo>
                  <a:pt x="6884" y="4074"/>
                  <a:pt x="6916" y="4074"/>
                  <a:pt x="6916" y="4044"/>
                </a:cubicBezTo>
                <a:cubicBezTo>
                  <a:pt x="6916" y="4074"/>
                  <a:pt x="6947" y="4044"/>
                  <a:pt x="6947" y="4044"/>
                </a:cubicBezTo>
                <a:cubicBezTo>
                  <a:pt x="6947" y="4044"/>
                  <a:pt x="6947" y="4044"/>
                  <a:pt x="6947" y="4074"/>
                </a:cubicBezTo>
                <a:cubicBezTo>
                  <a:pt x="6947" y="4074"/>
                  <a:pt x="6947" y="4044"/>
                  <a:pt x="6977" y="4044"/>
                </a:cubicBezTo>
                <a:cubicBezTo>
                  <a:pt x="6977" y="4044"/>
                  <a:pt x="6947" y="3983"/>
                  <a:pt x="6947" y="4013"/>
                </a:cubicBezTo>
                <a:lnTo>
                  <a:pt x="6977" y="4013"/>
                </a:lnTo>
                <a:lnTo>
                  <a:pt x="6947" y="4044"/>
                </a:lnTo>
                <a:lnTo>
                  <a:pt x="6947" y="4013"/>
                </a:lnTo>
                <a:cubicBezTo>
                  <a:pt x="6947" y="4013"/>
                  <a:pt x="6977" y="4013"/>
                  <a:pt x="6947" y="4013"/>
                </a:cubicBezTo>
                <a:cubicBezTo>
                  <a:pt x="6977" y="4013"/>
                  <a:pt x="6947" y="3983"/>
                  <a:pt x="6947" y="3983"/>
                </a:cubicBezTo>
                <a:lnTo>
                  <a:pt x="6947" y="3983"/>
                </a:lnTo>
                <a:lnTo>
                  <a:pt x="6947" y="3983"/>
                </a:lnTo>
                <a:cubicBezTo>
                  <a:pt x="6947" y="3951"/>
                  <a:pt x="6947" y="3951"/>
                  <a:pt x="6947" y="3920"/>
                </a:cubicBezTo>
                <a:cubicBezTo>
                  <a:pt x="6947" y="3951"/>
                  <a:pt x="6947" y="3951"/>
                  <a:pt x="6947" y="3951"/>
                </a:cubicBezTo>
                <a:cubicBezTo>
                  <a:pt x="6916" y="3951"/>
                  <a:pt x="6947" y="3890"/>
                  <a:pt x="6947" y="3890"/>
                </a:cubicBezTo>
                <a:cubicBezTo>
                  <a:pt x="6977" y="3890"/>
                  <a:pt x="7040" y="3828"/>
                  <a:pt x="7008" y="3828"/>
                </a:cubicBezTo>
                <a:cubicBezTo>
                  <a:pt x="7008" y="3828"/>
                  <a:pt x="7040" y="3828"/>
                  <a:pt x="7040" y="3797"/>
                </a:cubicBezTo>
                <a:cubicBezTo>
                  <a:pt x="7040" y="3797"/>
                  <a:pt x="7070" y="3797"/>
                  <a:pt x="7040" y="3828"/>
                </a:cubicBezTo>
                <a:cubicBezTo>
                  <a:pt x="7040" y="3828"/>
                  <a:pt x="7040" y="3828"/>
                  <a:pt x="7070" y="3797"/>
                </a:cubicBezTo>
                <a:lnTo>
                  <a:pt x="7070" y="3828"/>
                </a:lnTo>
                <a:cubicBezTo>
                  <a:pt x="7070" y="3797"/>
                  <a:pt x="7070" y="3797"/>
                  <a:pt x="7070" y="3797"/>
                </a:cubicBezTo>
                <a:lnTo>
                  <a:pt x="7070" y="3828"/>
                </a:lnTo>
                <a:lnTo>
                  <a:pt x="7070" y="3828"/>
                </a:lnTo>
                <a:lnTo>
                  <a:pt x="7070" y="3828"/>
                </a:lnTo>
                <a:lnTo>
                  <a:pt x="7070" y="3797"/>
                </a:lnTo>
                <a:cubicBezTo>
                  <a:pt x="7070" y="3797"/>
                  <a:pt x="7070" y="3797"/>
                  <a:pt x="7101" y="3797"/>
                </a:cubicBezTo>
                <a:lnTo>
                  <a:pt x="7101" y="3797"/>
                </a:lnTo>
                <a:lnTo>
                  <a:pt x="7101" y="3797"/>
                </a:lnTo>
                <a:lnTo>
                  <a:pt x="7101" y="3797"/>
                </a:lnTo>
                <a:lnTo>
                  <a:pt x="7101" y="3797"/>
                </a:lnTo>
                <a:cubicBezTo>
                  <a:pt x="7101" y="3797"/>
                  <a:pt x="7101" y="3797"/>
                  <a:pt x="7131" y="3797"/>
                </a:cubicBezTo>
                <a:cubicBezTo>
                  <a:pt x="7101" y="3797"/>
                  <a:pt x="7101" y="3797"/>
                  <a:pt x="7101" y="3797"/>
                </a:cubicBezTo>
                <a:cubicBezTo>
                  <a:pt x="7131" y="3797"/>
                  <a:pt x="7131" y="3797"/>
                  <a:pt x="7101" y="3797"/>
                </a:cubicBezTo>
                <a:cubicBezTo>
                  <a:pt x="7131" y="3797"/>
                  <a:pt x="7131" y="3797"/>
                  <a:pt x="7131" y="3797"/>
                </a:cubicBezTo>
                <a:lnTo>
                  <a:pt x="7131" y="3797"/>
                </a:lnTo>
                <a:lnTo>
                  <a:pt x="7194" y="3736"/>
                </a:lnTo>
                <a:lnTo>
                  <a:pt x="7194" y="3736"/>
                </a:lnTo>
                <a:cubicBezTo>
                  <a:pt x="7194" y="3736"/>
                  <a:pt x="7163" y="3736"/>
                  <a:pt x="7163" y="3766"/>
                </a:cubicBezTo>
                <a:cubicBezTo>
                  <a:pt x="7194" y="3766"/>
                  <a:pt x="7194" y="3766"/>
                  <a:pt x="7194" y="3766"/>
                </a:cubicBezTo>
                <a:cubicBezTo>
                  <a:pt x="7194" y="3766"/>
                  <a:pt x="7194" y="3736"/>
                  <a:pt x="7224" y="3736"/>
                </a:cubicBezTo>
                <a:lnTo>
                  <a:pt x="7224" y="3736"/>
                </a:lnTo>
                <a:lnTo>
                  <a:pt x="7224" y="3736"/>
                </a:lnTo>
                <a:lnTo>
                  <a:pt x="7224" y="3736"/>
                </a:lnTo>
                <a:lnTo>
                  <a:pt x="7224" y="3736"/>
                </a:lnTo>
                <a:cubicBezTo>
                  <a:pt x="7255" y="3643"/>
                  <a:pt x="7286" y="3581"/>
                  <a:pt x="7348" y="3519"/>
                </a:cubicBezTo>
                <a:cubicBezTo>
                  <a:pt x="7348" y="3550"/>
                  <a:pt x="7348" y="3581"/>
                  <a:pt x="7317" y="3581"/>
                </a:cubicBezTo>
                <a:cubicBezTo>
                  <a:pt x="7317" y="3612"/>
                  <a:pt x="7348" y="3612"/>
                  <a:pt x="7348" y="3612"/>
                </a:cubicBezTo>
                <a:cubicBezTo>
                  <a:pt x="7348" y="3643"/>
                  <a:pt x="7317" y="3673"/>
                  <a:pt x="7348" y="3673"/>
                </a:cubicBezTo>
                <a:lnTo>
                  <a:pt x="7348" y="3673"/>
                </a:lnTo>
                <a:cubicBezTo>
                  <a:pt x="7348" y="3643"/>
                  <a:pt x="7378" y="3673"/>
                  <a:pt x="7378" y="3673"/>
                </a:cubicBezTo>
                <a:lnTo>
                  <a:pt x="7441" y="3673"/>
                </a:lnTo>
                <a:cubicBezTo>
                  <a:pt x="7441" y="3673"/>
                  <a:pt x="7471" y="3673"/>
                  <a:pt x="7441" y="3643"/>
                </a:cubicBezTo>
                <a:lnTo>
                  <a:pt x="7471" y="3643"/>
                </a:lnTo>
                <a:lnTo>
                  <a:pt x="7441" y="3643"/>
                </a:lnTo>
                <a:cubicBezTo>
                  <a:pt x="7441" y="3673"/>
                  <a:pt x="7657" y="3612"/>
                  <a:pt x="7595" y="3581"/>
                </a:cubicBezTo>
                <a:cubicBezTo>
                  <a:pt x="7625" y="3581"/>
                  <a:pt x="7625" y="3612"/>
                  <a:pt x="7595" y="3612"/>
                </a:cubicBezTo>
                <a:lnTo>
                  <a:pt x="7595" y="3612"/>
                </a:lnTo>
                <a:lnTo>
                  <a:pt x="7564" y="3643"/>
                </a:lnTo>
                <a:lnTo>
                  <a:pt x="7564" y="3643"/>
                </a:lnTo>
                <a:cubicBezTo>
                  <a:pt x="7595" y="3612"/>
                  <a:pt x="7657" y="3643"/>
                  <a:pt x="7688" y="3643"/>
                </a:cubicBezTo>
                <a:cubicBezTo>
                  <a:pt x="7688" y="3643"/>
                  <a:pt x="7657" y="3643"/>
                  <a:pt x="7625" y="3673"/>
                </a:cubicBezTo>
                <a:cubicBezTo>
                  <a:pt x="7595" y="3673"/>
                  <a:pt x="7625" y="3673"/>
                  <a:pt x="7595" y="3673"/>
                </a:cubicBezTo>
                <a:cubicBezTo>
                  <a:pt x="7625" y="3673"/>
                  <a:pt x="7595" y="3673"/>
                  <a:pt x="7595" y="3673"/>
                </a:cubicBezTo>
                <a:lnTo>
                  <a:pt x="7595" y="3643"/>
                </a:lnTo>
                <a:lnTo>
                  <a:pt x="7595" y="3643"/>
                </a:lnTo>
                <a:cubicBezTo>
                  <a:pt x="7595" y="3643"/>
                  <a:pt x="7471" y="3704"/>
                  <a:pt x="7471" y="3736"/>
                </a:cubicBezTo>
                <a:lnTo>
                  <a:pt x="7471" y="3736"/>
                </a:lnTo>
                <a:lnTo>
                  <a:pt x="7471" y="3736"/>
                </a:lnTo>
                <a:lnTo>
                  <a:pt x="7471" y="3736"/>
                </a:lnTo>
                <a:cubicBezTo>
                  <a:pt x="7471" y="3736"/>
                  <a:pt x="7441" y="3736"/>
                  <a:pt x="7441" y="3704"/>
                </a:cubicBezTo>
                <a:cubicBezTo>
                  <a:pt x="7441" y="3704"/>
                  <a:pt x="7410" y="3736"/>
                  <a:pt x="7410" y="3766"/>
                </a:cubicBezTo>
                <a:cubicBezTo>
                  <a:pt x="7410" y="3736"/>
                  <a:pt x="7410" y="3736"/>
                  <a:pt x="7410" y="3736"/>
                </a:cubicBezTo>
                <a:cubicBezTo>
                  <a:pt x="7410" y="3766"/>
                  <a:pt x="7378" y="3828"/>
                  <a:pt x="7378" y="3828"/>
                </a:cubicBezTo>
                <a:lnTo>
                  <a:pt x="7410" y="3828"/>
                </a:lnTo>
                <a:lnTo>
                  <a:pt x="7410" y="3828"/>
                </a:lnTo>
                <a:cubicBezTo>
                  <a:pt x="7410" y="3828"/>
                  <a:pt x="7410" y="3828"/>
                  <a:pt x="7410" y="3797"/>
                </a:cubicBezTo>
                <a:cubicBezTo>
                  <a:pt x="7410" y="3828"/>
                  <a:pt x="7410" y="3828"/>
                  <a:pt x="7410" y="3828"/>
                </a:cubicBezTo>
                <a:lnTo>
                  <a:pt x="7410" y="3828"/>
                </a:lnTo>
                <a:lnTo>
                  <a:pt x="7410" y="3859"/>
                </a:lnTo>
                <a:cubicBezTo>
                  <a:pt x="7441" y="3859"/>
                  <a:pt x="7441" y="3828"/>
                  <a:pt x="7441" y="3859"/>
                </a:cubicBezTo>
                <a:cubicBezTo>
                  <a:pt x="7441" y="3859"/>
                  <a:pt x="7441" y="3828"/>
                  <a:pt x="7441" y="3859"/>
                </a:cubicBezTo>
                <a:lnTo>
                  <a:pt x="7441" y="3828"/>
                </a:lnTo>
                <a:lnTo>
                  <a:pt x="7441" y="3828"/>
                </a:lnTo>
                <a:cubicBezTo>
                  <a:pt x="7441" y="3828"/>
                  <a:pt x="7441" y="3828"/>
                  <a:pt x="7471" y="3828"/>
                </a:cubicBezTo>
                <a:lnTo>
                  <a:pt x="7471" y="3828"/>
                </a:lnTo>
                <a:lnTo>
                  <a:pt x="7471" y="3828"/>
                </a:lnTo>
                <a:lnTo>
                  <a:pt x="7471" y="3828"/>
                </a:lnTo>
                <a:lnTo>
                  <a:pt x="7471" y="3828"/>
                </a:lnTo>
                <a:lnTo>
                  <a:pt x="7471" y="3828"/>
                </a:lnTo>
                <a:cubicBezTo>
                  <a:pt x="7502" y="3828"/>
                  <a:pt x="7502" y="3797"/>
                  <a:pt x="7502" y="3797"/>
                </a:cubicBezTo>
                <a:cubicBezTo>
                  <a:pt x="7502" y="3797"/>
                  <a:pt x="7533" y="3797"/>
                  <a:pt x="7533" y="3766"/>
                </a:cubicBezTo>
                <a:lnTo>
                  <a:pt x="7564" y="3766"/>
                </a:lnTo>
                <a:lnTo>
                  <a:pt x="7564" y="3766"/>
                </a:lnTo>
                <a:lnTo>
                  <a:pt x="7564" y="3766"/>
                </a:lnTo>
                <a:lnTo>
                  <a:pt x="7564" y="3766"/>
                </a:lnTo>
                <a:cubicBezTo>
                  <a:pt x="7533" y="3736"/>
                  <a:pt x="7595" y="3736"/>
                  <a:pt x="7595" y="3736"/>
                </a:cubicBezTo>
                <a:cubicBezTo>
                  <a:pt x="7595" y="3736"/>
                  <a:pt x="7595" y="3736"/>
                  <a:pt x="7625" y="3704"/>
                </a:cubicBezTo>
                <a:cubicBezTo>
                  <a:pt x="7625" y="3736"/>
                  <a:pt x="7625" y="3736"/>
                  <a:pt x="7595" y="3736"/>
                </a:cubicBezTo>
                <a:cubicBezTo>
                  <a:pt x="7625" y="3736"/>
                  <a:pt x="7657" y="3766"/>
                  <a:pt x="7657" y="3704"/>
                </a:cubicBezTo>
                <a:lnTo>
                  <a:pt x="7657" y="3736"/>
                </a:lnTo>
                <a:cubicBezTo>
                  <a:pt x="7657" y="3736"/>
                  <a:pt x="7657" y="3736"/>
                  <a:pt x="7688" y="3704"/>
                </a:cubicBezTo>
                <a:cubicBezTo>
                  <a:pt x="7688" y="3704"/>
                  <a:pt x="7688" y="3736"/>
                  <a:pt x="7688" y="3704"/>
                </a:cubicBezTo>
                <a:lnTo>
                  <a:pt x="7688" y="3704"/>
                </a:lnTo>
                <a:cubicBezTo>
                  <a:pt x="7688" y="3736"/>
                  <a:pt x="7688" y="3704"/>
                  <a:pt x="7688" y="3704"/>
                </a:cubicBezTo>
                <a:cubicBezTo>
                  <a:pt x="7688" y="3704"/>
                  <a:pt x="7718" y="3704"/>
                  <a:pt x="7749" y="3704"/>
                </a:cubicBezTo>
                <a:lnTo>
                  <a:pt x="7749" y="3704"/>
                </a:lnTo>
                <a:cubicBezTo>
                  <a:pt x="7749" y="3673"/>
                  <a:pt x="7842" y="3673"/>
                  <a:pt x="7842" y="3673"/>
                </a:cubicBezTo>
                <a:lnTo>
                  <a:pt x="7904" y="3643"/>
                </a:lnTo>
                <a:lnTo>
                  <a:pt x="7904" y="3643"/>
                </a:lnTo>
                <a:cubicBezTo>
                  <a:pt x="7904" y="3643"/>
                  <a:pt x="7842" y="3643"/>
                  <a:pt x="7872" y="3643"/>
                </a:cubicBezTo>
                <a:cubicBezTo>
                  <a:pt x="7872" y="3643"/>
                  <a:pt x="7872" y="3643"/>
                  <a:pt x="7872" y="3612"/>
                </a:cubicBezTo>
                <a:lnTo>
                  <a:pt x="7872" y="3612"/>
                </a:lnTo>
                <a:lnTo>
                  <a:pt x="7904" y="3612"/>
                </a:lnTo>
                <a:cubicBezTo>
                  <a:pt x="7904" y="3643"/>
                  <a:pt x="7996" y="3612"/>
                  <a:pt x="7996" y="3581"/>
                </a:cubicBezTo>
                <a:lnTo>
                  <a:pt x="8027" y="3581"/>
                </a:lnTo>
                <a:lnTo>
                  <a:pt x="8027" y="3581"/>
                </a:lnTo>
                <a:lnTo>
                  <a:pt x="8027" y="3581"/>
                </a:lnTo>
                <a:lnTo>
                  <a:pt x="8027" y="3581"/>
                </a:lnTo>
                <a:lnTo>
                  <a:pt x="8027" y="3581"/>
                </a:lnTo>
                <a:lnTo>
                  <a:pt x="8027" y="3581"/>
                </a:lnTo>
                <a:lnTo>
                  <a:pt x="8027" y="3581"/>
                </a:lnTo>
                <a:cubicBezTo>
                  <a:pt x="8027" y="3550"/>
                  <a:pt x="8027" y="3550"/>
                  <a:pt x="8027" y="3550"/>
                </a:cubicBezTo>
                <a:lnTo>
                  <a:pt x="8027" y="3550"/>
                </a:lnTo>
                <a:lnTo>
                  <a:pt x="8027" y="3550"/>
                </a:lnTo>
                <a:lnTo>
                  <a:pt x="7996" y="3550"/>
                </a:lnTo>
                <a:lnTo>
                  <a:pt x="7996" y="3550"/>
                </a:lnTo>
                <a:lnTo>
                  <a:pt x="7996" y="3550"/>
                </a:lnTo>
                <a:lnTo>
                  <a:pt x="7996" y="3550"/>
                </a:lnTo>
                <a:lnTo>
                  <a:pt x="7996" y="3550"/>
                </a:lnTo>
                <a:lnTo>
                  <a:pt x="7996" y="3550"/>
                </a:lnTo>
                <a:lnTo>
                  <a:pt x="7996" y="3550"/>
                </a:lnTo>
                <a:lnTo>
                  <a:pt x="7996" y="3550"/>
                </a:lnTo>
                <a:lnTo>
                  <a:pt x="7996" y="3550"/>
                </a:lnTo>
                <a:lnTo>
                  <a:pt x="7996" y="3550"/>
                </a:lnTo>
                <a:lnTo>
                  <a:pt x="7996" y="3550"/>
                </a:lnTo>
                <a:lnTo>
                  <a:pt x="7996" y="3550"/>
                </a:lnTo>
                <a:cubicBezTo>
                  <a:pt x="7996" y="3550"/>
                  <a:pt x="7996" y="3550"/>
                  <a:pt x="7965" y="3550"/>
                </a:cubicBezTo>
                <a:cubicBezTo>
                  <a:pt x="7996" y="3550"/>
                  <a:pt x="7996" y="3550"/>
                  <a:pt x="7996" y="3550"/>
                </a:cubicBezTo>
                <a:lnTo>
                  <a:pt x="7965" y="3550"/>
                </a:lnTo>
                <a:cubicBezTo>
                  <a:pt x="7965" y="3550"/>
                  <a:pt x="8027" y="3489"/>
                  <a:pt x="7996" y="3489"/>
                </a:cubicBezTo>
                <a:cubicBezTo>
                  <a:pt x="7996" y="3489"/>
                  <a:pt x="7996" y="3489"/>
                  <a:pt x="8027" y="3457"/>
                </a:cubicBezTo>
                <a:cubicBezTo>
                  <a:pt x="7996" y="3489"/>
                  <a:pt x="7965" y="3489"/>
                  <a:pt x="7935" y="3519"/>
                </a:cubicBezTo>
                <a:lnTo>
                  <a:pt x="7872" y="3581"/>
                </a:lnTo>
                <a:lnTo>
                  <a:pt x="7872" y="3581"/>
                </a:lnTo>
                <a:lnTo>
                  <a:pt x="7872" y="3581"/>
                </a:lnTo>
                <a:lnTo>
                  <a:pt x="7872" y="3581"/>
                </a:lnTo>
                <a:lnTo>
                  <a:pt x="7872" y="3581"/>
                </a:lnTo>
                <a:lnTo>
                  <a:pt x="7872" y="3581"/>
                </a:lnTo>
                <a:lnTo>
                  <a:pt x="7872" y="3612"/>
                </a:lnTo>
                <a:lnTo>
                  <a:pt x="7872" y="3612"/>
                </a:lnTo>
                <a:lnTo>
                  <a:pt x="7872" y="3612"/>
                </a:lnTo>
                <a:lnTo>
                  <a:pt x="7872" y="3612"/>
                </a:lnTo>
                <a:lnTo>
                  <a:pt x="7872" y="3612"/>
                </a:lnTo>
                <a:lnTo>
                  <a:pt x="7872" y="3612"/>
                </a:lnTo>
                <a:lnTo>
                  <a:pt x="7872" y="3612"/>
                </a:lnTo>
                <a:lnTo>
                  <a:pt x="7872" y="3612"/>
                </a:lnTo>
                <a:lnTo>
                  <a:pt x="7872" y="3612"/>
                </a:lnTo>
                <a:lnTo>
                  <a:pt x="7872" y="3612"/>
                </a:lnTo>
                <a:lnTo>
                  <a:pt x="7872" y="3612"/>
                </a:lnTo>
                <a:lnTo>
                  <a:pt x="7842" y="3612"/>
                </a:lnTo>
                <a:lnTo>
                  <a:pt x="7842" y="3581"/>
                </a:lnTo>
                <a:cubicBezTo>
                  <a:pt x="7842" y="3612"/>
                  <a:pt x="7780" y="3612"/>
                  <a:pt x="7780" y="3612"/>
                </a:cubicBezTo>
                <a:lnTo>
                  <a:pt x="7780" y="3612"/>
                </a:lnTo>
                <a:lnTo>
                  <a:pt x="7749" y="3612"/>
                </a:lnTo>
                <a:lnTo>
                  <a:pt x="7749" y="3612"/>
                </a:lnTo>
                <a:lnTo>
                  <a:pt x="7780" y="3612"/>
                </a:lnTo>
                <a:cubicBezTo>
                  <a:pt x="7749" y="3612"/>
                  <a:pt x="7718" y="3612"/>
                  <a:pt x="7718" y="3612"/>
                </a:cubicBezTo>
                <a:cubicBezTo>
                  <a:pt x="7718" y="3612"/>
                  <a:pt x="7718" y="3612"/>
                  <a:pt x="7688" y="3612"/>
                </a:cubicBezTo>
                <a:cubicBezTo>
                  <a:pt x="7718" y="3581"/>
                  <a:pt x="7688" y="3581"/>
                  <a:pt x="7718" y="3581"/>
                </a:cubicBezTo>
                <a:cubicBezTo>
                  <a:pt x="7688" y="3581"/>
                  <a:pt x="7688" y="3581"/>
                  <a:pt x="7688" y="3581"/>
                </a:cubicBezTo>
                <a:lnTo>
                  <a:pt x="7657" y="3581"/>
                </a:lnTo>
                <a:cubicBezTo>
                  <a:pt x="7657" y="3581"/>
                  <a:pt x="7688" y="3581"/>
                  <a:pt x="7688" y="3550"/>
                </a:cubicBezTo>
                <a:lnTo>
                  <a:pt x="7625" y="3550"/>
                </a:lnTo>
                <a:lnTo>
                  <a:pt x="7625" y="3550"/>
                </a:lnTo>
                <a:lnTo>
                  <a:pt x="7625" y="3550"/>
                </a:lnTo>
                <a:lnTo>
                  <a:pt x="7625" y="3519"/>
                </a:lnTo>
                <a:lnTo>
                  <a:pt x="7625" y="3519"/>
                </a:lnTo>
                <a:cubicBezTo>
                  <a:pt x="7625" y="3489"/>
                  <a:pt x="7625" y="3457"/>
                  <a:pt x="7625" y="3457"/>
                </a:cubicBezTo>
                <a:lnTo>
                  <a:pt x="7595" y="3457"/>
                </a:lnTo>
                <a:cubicBezTo>
                  <a:pt x="7595" y="3457"/>
                  <a:pt x="7625" y="3457"/>
                  <a:pt x="7625" y="3426"/>
                </a:cubicBezTo>
                <a:cubicBezTo>
                  <a:pt x="7625" y="3426"/>
                  <a:pt x="7657" y="3396"/>
                  <a:pt x="7625" y="3426"/>
                </a:cubicBezTo>
                <a:cubicBezTo>
                  <a:pt x="7657" y="3426"/>
                  <a:pt x="7657" y="3396"/>
                  <a:pt x="7688" y="3396"/>
                </a:cubicBezTo>
                <a:cubicBezTo>
                  <a:pt x="7657" y="3396"/>
                  <a:pt x="7657" y="3396"/>
                  <a:pt x="7657" y="3396"/>
                </a:cubicBezTo>
                <a:lnTo>
                  <a:pt x="7657" y="3396"/>
                </a:lnTo>
                <a:lnTo>
                  <a:pt x="7657" y="3396"/>
                </a:lnTo>
                <a:cubicBezTo>
                  <a:pt x="7657" y="3365"/>
                  <a:pt x="7595" y="3396"/>
                  <a:pt x="7595" y="3396"/>
                </a:cubicBezTo>
                <a:cubicBezTo>
                  <a:pt x="7595" y="3334"/>
                  <a:pt x="7502" y="3365"/>
                  <a:pt x="7502" y="3365"/>
                </a:cubicBezTo>
                <a:cubicBezTo>
                  <a:pt x="7533" y="3365"/>
                  <a:pt x="7564" y="3365"/>
                  <a:pt x="7595" y="3334"/>
                </a:cubicBezTo>
                <a:cubicBezTo>
                  <a:pt x="7564" y="3365"/>
                  <a:pt x="7657" y="3334"/>
                  <a:pt x="7657" y="3334"/>
                </a:cubicBezTo>
                <a:cubicBezTo>
                  <a:pt x="7688" y="3334"/>
                  <a:pt x="7749" y="3303"/>
                  <a:pt x="7749" y="3303"/>
                </a:cubicBezTo>
                <a:cubicBezTo>
                  <a:pt x="7749" y="3272"/>
                  <a:pt x="7749" y="3272"/>
                  <a:pt x="7718" y="3272"/>
                </a:cubicBezTo>
                <a:cubicBezTo>
                  <a:pt x="7749" y="3272"/>
                  <a:pt x="7749" y="3272"/>
                  <a:pt x="7718" y="3272"/>
                </a:cubicBezTo>
                <a:cubicBezTo>
                  <a:pt x="7749" y="3272"/>
                  <a:pt x="7749" y="3272"/>
                  <a:pt x="7749" y="3272"/>
                </a:cubicBezTo>
                <a:cubicBezTo>
                  <a:pt x="7749" y="3149"/>
                  <a:pt x="7441" y="3303"/>
                  <a:pt x="7348" y="3334"/>
                </a:cubicBezTo>
                <a:cubicBezTo>
                  <a:pt x="7286" y="3334"/>
                  <a:pt x="7255" y="3396"/>
                  <a:pt x="7194" y="3426"/>
                </a:cubicBezTo>
                <a:cubicBezTo>
                  <a:pt x="7163" y="3457"/>
                  <a:pt x="7101" y="3489"/>
                  <a:pt x="7070" y="3489"/>
                </a:cubicBezTo>
                <a:cubicBezTo>
                  <a:pt x="7070" y="3489"/>
                  <a:pt x="7131" y="3457"/>
                  <a:pt x="7163" y="3426"/>
                </a:cubicBezTo>
                <a:cubicBezTo>
                  <a:pt x="7163" y="3426"/>
                  <a:pt x="7194" y="3396"/>
                  <a:pt x="7224" y="3396"/>
                </a:cubicBezTo>
                <a:cubicBezTo>
                  <a:pt x="7317" y="3334"/>
                  <a:pt x="7163" y="3334"/>
                  <a:pt x="7163" y="3334"/>
                </a:cubicBezTo>
                <a:lnTo>
                  <a:pt x="7163" y="3334"/>
                </a:lnTo>
                <a:cubicBezTo>
                  <a:pt x="7163" y="3303"/>
                  <a:pt x="7163" y="3303"/>
                  <a:pt x="7163" y="3303"/>
                </a:cubicBezTo>
                <a:cubicBezTo>
                  <a:pt x="7194" y="3303"/>
                  <a:pt x="7255" y="3365"/>
                  <a:pt x="7286" y="3334"/>
                </a:cubicBezTo>
                <a:cubicBezTo>
                  <a:pt x="7317" y="3303"/>
                  <a:pt x="7410" y="3242"/>
                  <a:pt x="7410" y="3242"/>
                </a:cubicBezTo>
                <a:lnTo>
                  <a:pt x="7410" y="3242"/>
                </a:lnTo>
                <a:lnTo>
                  <a:pt x="7441" y="3242"/>
                </a:lnTo>
                <a:lnTo>
                  <a:pt x="7441" y="3242"/>
                </a:lnTo>
                <a:cubicBezTo>
                  <a:pt x="7441" y="3242"/>
                  <a:pt x="7471" y="3242"/>
                  <a:pt x="7471" y="3210"/>
                </a:cubicBezTo>
                <a:cubicBezTo>
                  <a:pt x="7502" y="3210"/>
                  <a:pt x="7533" y="3210"/>
                  <a:pt x="7533" y="3180"/>
                </a:cubicBezTo>
                <a:cubicBezTo>
                  <a:pt x="7564" y="3149"/>
                  <a:pt x="7625" y="3149"/>
                  <a:pt x="7625" y="3118"/>
                </a:cubicBezTo>
                <a:cubicBezTo>
                  <a:pt x="7595" y="3118"/>
                  <a:pt x="7657" y="3118"/>
                  <a:pt x="7657" y="3118"/>
                </a:cubicBezTo>
                <a:cubicBezTo>
                  <a:pt x="7657" y="3118"/>
                  <a:pt x="7749" y="3118"/>
                  <a:pt x="7780" y="3118"/>
                </a:cubicBezTo>
                <a:cubicBezTo>
                  <a:pt x="7842" y="3118"/>
                  <a:pt x="7904" y="3118"/>
                  <a:pt x="7935" y="3118"/>
                </a:cubicBezTo>
                <a:cubicBezTo>
                  <a:pt x="7965" y="3118"/>
                  <a:pt x="8027" y="3149"/>
                  <a:pt x="8027" y="3149"/>
                </a:cubicBezTo>
                <a:lnTo>
                  <a:pt x="8027" y="3149"/>
                </a:lnTo>
                <a:cubicBezTo>
                  <a:pt x="8027" y="3149"/>
                  <a:pt x="8089" y="3118"/>
                  <a:pt x="8119" y="3118"/>
                </a:cubicBezTo>
                <a:cubicBezTo>
                  <a:pt x="8089" y="3118"/>
                  <a:pt x="8119" y="3118"/>
                  <a:pt x="8151" y="3118"/>
                </a:cubicBezTo>
                <a:lnTo>
                  <a:pt x="8151" y="3118"/>
                </a:lnTo>
                <a:lnTo>
                  <a:pt x="8151" y="3118"/>
                </a:lnTo>
                <a:lnTo>
                  <a:pt x="8151" y="3118"/>
                </a:lnTo>
                <a:lnTo>
                  <a:pt x="8151" y="3118"/>
                </a:lnTo>
                <a:cubicBezTo>
                  <a:pt x="8181" y="3118"/>
                  <a:pt x="8181" y="3118"/>
                  <a:pt x="8181" y="3118"/>
                </a:cubicBezTo>
                <a:cubicBezTo>
                  <a:pt x="8212" y="3118"/>
                  <a:pt x="8243" y="3056"/>
                  <a:pt x="8274" y="3056"/>
                </a:cubicBezTo>
                <a:lnTo>
                  <a:pt x="8274" y="3056"/>
                </a:lnTo>
                <a:cubicBezTo>
                  <a:pt x="8274" y="3056"/>
                  <a:pt x="8305" y="3025"/>
                  <a:pt x="8305" y="3056"/>
                </a:cubicBezTo>
                <a:cubicBezTo>
                  <a:pt x="8305" y="3025"/>
                  <a:pt x="8398" y="2995"/>
                  <a:pt x="8428" y="2995"/>
                </a:cubicBezTo>
                <a:cubicBezTo>
                  <a:pt x="8428" y="2995"/>
                  <a:pt x="8459" y="3025"/>
                  <a:pt x="8490" y="2995"/>
                </a:cubicBezTo>
                <a:cubicBezTo>
                  <a:pt x="8521" y="2963"/>
                  <a:pt x="8552" y="2963"/>
                  <a:pt x="8583" y="2933"/>
                </a:cubicBezTo>
                <a:cubicBezTo>
                  <a:pt x="8613" y="2933"/>
                  <a:pt x="8613" y="2902"/>
                  <a:pt x="8613" y="2902"/>
                </a:cubicBezTo>
                <a:lnTo>
                  <a:pt x="8613" y="2902"/>
                </a:lnTo>
                <a:lnTo>
                  <a:pt x="8613" y="2902"/>
                </a:lnTo>
                <a:lnTo>
                  <a:pt x="8583" y="2902"/>
                </a:lnTo>
                <a:cubicBezTo>
                  <a:pt x="8583" y="2902"/>
                  <a:pt x="8613" y="2902"/>
                  <a:pt x="8645" y="2902"/>
                </a:cubicBezTo>
                <a:lnTo>
                  <a:pt x="8583" y="2871"/>
                </a:lnTo>
                <a:cubicBezTo>
                  <a:pt x="8583" y="2871"/>
                  <a:pt x="8645" y="2871"/>
                  <a:pt x="8613" y="2871"/>
                </a:cubicBezTo>
                <a:lnTo>
                  <a:pt x="8645" y="2871"/>
                </a:lnTo>
                <a:lnTo>
                  <a:pt x="8613" y="2871"/>
                </a:lnTo>
                <a:cubicBezTo>
                  <a:pt x="8613" y="2840"/>
                  <a:pt x="8613" y="2871"/>
                  <a:pt x="8613" y="2871"/>
                </a:cubicBezTo>
                <a:cubicBezTo>
                  <a:pt x="8645" y="2840"/>
                  <a:pt x="8645" y="2840"/>
                  <a:pt x="8613" y="2840"/>
                </a:cubicBezTo>
                <a:lnTo>
                  <a:pt x="8613" y="2840"/>
                </a:lnTo>
                <a:cubicBezTo>
                  <a:pt x="8645" y="2840"/>
                  <a:pt x="8645" y="2809"/>
                  <a:pt x="8675" y="2809"/>
                </a:cubicBezTo>
                <a:cubicBezTo>
                  <a:pt x="8645" y="2809"/>
                  <a:pt x="8645" y="2809"/>
                  <a:pt x="8645" y="2809"/>
                </a:cubicBezTo>
                <a:lnTo>
                  <a:pt x="8645" y="2809"/>
                </a:lnTo>
                <a:lnTo>
                  <a:pt x="8645" y="2809"/>
                </a:lnTo>
                <a:cubicBezTo>
                  <a:pt x="8645" y="2778"/>
                  <a:pt x="8613" y="2778"/>
                  <a:pt x="8645" y="2778"/>
                </a:cubicBezTo>
                <a:lnTo>
                  <a:pt x="8645" y="2778"/>
                </a:lnTo>
                <a:cubicBezTo>
                  <a:pt x="8675" y="2778"/>
                  <a:pt x="8613" y="2778"/>
                  <a:pt x="8613" y="2778"/>
                </a:cubicBezTo>
                <a:cubicBezTo>
                  <a:pt x="8645" y="2778"/>
                  <a:pt x="8613" y="2778"/>
                  <a:pt x="8613" y="2778"/>
                </a:cubicBezTo>
                <a:cubicBezTo>
                  <a:pt x="8613" y="2748"/>
                  <a:pt x="8645" y="2748"/>
                  <a:pt x="8613" y="2748"/>
                </a:cubicBezTo>
                <a:cubicBezTo>
                  <a:pt x="8613" y="2748"/>
                  <a:pt x="8552" y="2778"/>
                  <a:pt x="8521" y="2778"/>
                </a:cubicBezTo>
                <a:lnTo>
                  <a:pt x="8552" y="2778"/>
                </a:lnTo>
                <a:cubicBezTo>
                  <a:pt x="8521" y="2778"/>
                  <a:pt x="8552" y="2778"/>
                  <a:pt x="8521" y="2778"/>
                </a:cubicBezTo>
                <a:lnTo>
                  <a:pt x="8583" y="2748"/>
                </a:lnTo>
                <a:cubicBezTo>
                  <a:pt x="8583" y="2748"/>
                  <a:pt x="8552" y="2748"/>
                  <a:pt x="8583" y="2748"/>
                </a:cubicBezTo>
                <a:cubicBezTo>
                  <a:pt x="8552" y="2716"/>
                  <a:pt x="8521" y="2686"/>
                  <a:pt x="8490" y="2716"/>
                </a:cubicBezTo>
                <a:lnTo>
                  <a:pt x="8521" y="2716"/>
                </a:lnTo>
                <a:lnTo>
                  <a:pt x="8336" y="2778"/>
                </a:lnTo>
                <a:lnTo>
                  <a:pt x="8336" y="2778"/>
                </a:lnTo>
                <a:lnTo>
                  <a:pt x="8305" y="2809"/>
                </a:lnTo>
                <a:lnTo>
                  <a:pt x="8274" y="2809"/>
                </a:lnTo>
                <a:lnTo>
                  <a:pt x="8305" y="2809"/>
                </a:lnTo>
                <a:lnTo>
                  <a:pt x="8274" y="2809"/>
                </a:lnTo>
                <a:cubicBezTo>
                  <a:pt x="8305" y="2809"/>
                  <a:pt x="8305" y="2778"/>
                  <a:pt x="8305" y="2778"/>
                </a:cubicBezTo>
                <a:cubicBezTo>
                  <a:pt x="8336" y="2778"/>
                  <a:pt x="8243" y="2748"/>
                  <a:pt x="8243" y="2748"/>
                </a:cubicBezTo>
                <a:lnTo>
                  <a:pt x="8274" y="2748"/>
                </a:lnTo>
                <a:cubicBezTo>
                  <a:pt x="8274" y="2748"/>
                  <a:pt x="8336" y="2778"/>
                  <a:pt x="8336" y="2748"/>
                </a:cubicBezTo>
                <a:cubicBezTo>
                  <a:pt x="8336" y="2778"/>
                  <a:pt x="8428" y="2716"/>
                  <a:pt x="8428" y="2716"/>
                </a:cubicBezTo>
                <a:cubicBezTo>
                  <a:pt x="8459" y="2716"/>
                  <a:pt x="8459" y="2716"/>
                  <a:pt x="8490" y="2716"/>
                </a:cubicBezTo>
                <a:lnTo>
                  <a:pt x="8490" y="2716"/>
                </a:lnTo>
                <a:lnTo>
                  <a:pt x="8490" y="2716"/>
                </a:lnTo>
                <a:cubicBezTo>
                  <a:pt x="8490" y="2716"/>
                  <a:pt x="8521" y="2686"/>
                  <a:pt x="8490" y="2686"/>
                </a:cubicBezTo>
                <a:cubicBezTo>
                  <a:pt x="8521" y="2686"/>
                  <a:pt x="8552" y="2686"/>
                  <a:pt x="8583" y="2686"/>
                </a:cubicBezTo>
                <a:lnTo>
                  <a:pt x="8552" y="2686"/>
                </a:lnTo>
                <a:lnTo>
                  <a:pt x="8583" y="2686"/>
                </a:lnTo>
                <a:cubicBezTo>
                  <a:pt x="8583" y="2655"/>
                  <a:pt x="8521" y="2655"/>
                  <a:pt x="8490" y="2655"/>
                </a:cubicBezTo>
                <a:cubicBezTo>
                  <a:pt x="8521" y="2655"/>
                  <a:pt x="8459" y="2655"/>
                  <a:pt x="8490" y="2624"/>
                </a:cubicBezTo>
                <a:cubicBezTo>
                  <a:pt x="8459" y="2624"/>
                  <a:pt x="8459" y="2624"/>
                  <a:pt x="8459" y="2624"/>
                </a:cubicBezTo>
                <a:cubicBezTo>
                  <a:pt x="8459" y="2624"/>
                  <a:pt x="8459" y="2624"/>
                  <a:pt x="8490" y="2624"/>
                </a:cubicBezTo>
                <a:lnTo>
                  <a:pt x="8459" y="2624"/>
                </a:lnTo>
                <a:lnTo>
                  <a:pt x="8490" y="2624"/>
                </a:lnTo>
                <a:lnTo>
                  <a:pt x="8490" y="2624"/>
                </a:lnTo>
                <a:cubicBezTo>
                  <a:pt x="8459" y="2624"/>
                  <a:pt x="8459" y="2624"/>
                  <a:pt x="8428" y="2624"/>
                </a:cubicBezTo>
                <a:cubicBezTo>
                  <a:pt x="8428" y="2624"/>
                  <a:pt x="8490" y="2624"/>
                  <a:pt x="8459" y="2593"/>
                </a:cubicBezTo>
                <a:cubicBezTo>
                  <a:pt x="8459" y="2593"/>
                  <a:pt x="8459" y="2624"/>
                  <a:pt x="8459" y="2593"/>
                </a:cubicBezTo>
                <a:cubicBezTo>
                  <a:pt x="8459" y="2593"/>
                  <a:pt x="8459" y="2624"/>
                  <a:pt x="8428" y="2624"/>
                </a:cubicBezTo>
                <a:lnTo>
                  <a:pt x="8428" y="2624"/>
                </a:lnTo>
                <a:cubicBezTo>
                  <a:pt x="8428" y="2624"/>
                  <a:pt x="8428" y="2624"/>
                  <a:pt x="8428" y="2593"/>
                </a:cubicBezTo>
                <a:lnTo>
                  <a:pt x="8398" y="2624"/>
                </a:lnTo>
                <a:lnTo>
                  <a:pt x="8428" y="2593"/>
                </a:lnTo>
                <a:lnTo>
                  <a:pt x="8428" y="2593"/>
                </a:lnTo>
                <a:cubicBezTo>
                  <a:pt x="8398" y="2593"/>
                  <a:pt x="8398" y="2624"/>
                  <a:pt x="8366" y="2624"/>
                </a:cubicBezTo>
                <a:cubicBezTo>
                  <a:pt x="8366" y="2624"/>
                  <a:pt x="8398" y="2624"/>
                  <a:pt x="8398" y="2593"/>
                </a:cubicBezTo>
                <a:cubicBezTo>
                  <a:pt x="8398" y="2593"/>
                  <a:pt x="8366" y="2624"/>
                  <a:pt x="8366" y="2593"/>
                </a:cubicBezTo>
                <a:cubicBezTo>
                  <a:pt x="8366" y="2593"/>
                  <a:pt x="8366" y="2593"/>
                  <a:pt x="8336" y="2593"/>
                </a:cubicBezTo>
                <a:cubicBezTo>
                  <a:pt x="8366" y="2593"/>
                  <a:pt x="8398" y="2593"/>
                  <a:pt x="8398" y="2562"/>
                </a:cubicBezTo>
                <a:cubicBezTo>
                  <a:pt x="8398" y="2562"/>
                  <a:pt x="8366" y="2593"/>
                  <a:pt x="8398" y="2562"/>
                </a:cubicBezTo>
                <a:cubicBezTo>
                  <a:pt x="8366" y="2593"/>
                  <a:pt x="8366" y="2593"/>
                  <a:pt x="8366" y="2593"/>
                </a:cubicBezTo>
                <a:lnTo>
                  <a:pt x="8398" y="2562"/>
                </a:lnTo>
                <a:cubicBezTo>
                  <a:pt x="8398" y="2562"/>
                  <a:pt x="8398" y="2562"/>
                  <a:pt x="8366" y="2562"/>
                </a:cubicBezTo>
                <a:cubicBezTo>
                  <a:pt x="8398" y="2562"/>
                  <a:pt x="8398" y="2562"/>
                  <a:pt x="8398" y="2562"/>
                </a:cubicBezTo>
                <a:cubicBezTo>
                  <a:pt x="8398" y="2562"/>
                  <a:pt x="8398" y="2562"/>
                  <a:pt x="8366" y="2562"/>
                </a:cubicBezTo>
                <a:cubicBezTo>
                  <a:pt x="8398" y="2562"/>
                  <a:pt x="8398" y="2562"/>
                  <a:pt x="8398" y="2532"/>
                </a:cubicBezTo>
                <a:lnTo>
                  <a:pt x="8366" y="2562"/>
                </a:lnTo>
                <a:cubicBezTo>
                  <a:pt x="8366" y="2562"/>
                  <a:pt x="8398" y="2532"/>
                  <a:pt x="8366" y="2532"/>
                </a:cubicBezTo>
                <a:cubicBezTo>
                  <a:pt x="8366" y="2532"/>
                  <a:pt x="8366" y="2562"/>
                  <a:pt x="8336" y="2562"/>
                </a:cubicBezTo>
                <a:lnTo>
                  <a:pt x="8366" y="2532"/>
                </a:lnTo>
                <a:lnTo>
                  <a:pt x="8336" y="2532"/>
                </a:lnTo>
                <a:cubicBezTo>
                  <a:pt x="8336" y="2532"/>
                  <a:pt x="8366" y="2532"/>
                  <a:pt x="8336" y="2532"/>
                </a:cubicBezTo>
                <a:lnTo>
                  <a:pt x="8336" y="2532"/>
                </a:lnTo>
                <a:lnTo>
                  <a:pt x="8336" y="2532"/>
                </a:lnTo>
                <a:lnTo>
                  <a:pt x="8336" y="2532"/>
                </a:lnTo>
                <a:lnTo>
                  <a:pt x="8336" y="2532"/>
                </a:lnTo>
                <a:lnTo>
                  <a:pt x="8336" y="2532"/>
                </a:lnTo>
                <a:lnTo>
                  <a:pt x="8336" y="2501"/>
                </a:lnTo>
                <a:lnTo>
                  <a:pt x="8336" y="2501"/>
                </a:lnTo>
                <a:lnTo>
                  <a:pt x="8274" y="2501"/>
                </a:lnTo>
                <a:lnTo>
                  <a:pt x="8305" y="2501"/>
                </a:lnTo>
                <a:lnTo>
                  <a:pt x="8305" y="2501"/>
                </a:lnTo>
                <a:cubicBezTo>
                  <a:pt x="8305" y="2501"/>
                  <a:pt x="8305" y="2501"/>
                  <a:pt x="8336" y="2501"/>
                </a:cubicBezTo>
                <a:lnTo>
                  <a:pt x="8305" y="2469"/>
                </a:lnTo>
                <a:lnTo>
                  <a:pt x="8274" y="2469"/>
                </a:lnTo>
                <a:cubicBezTo>
                  <a:pt x="8274" y="2469"/>
                  <a:pt x="8336" y="2469"/>
                  <a:pt x="8305" y="2469"/>
                </a:cubicBezTo>
                <a:lnTo>
                  <a:pt x="8336" y="2469"/>
                </a:lnTo>
                <a:cubicBezTo>
                  <a:pt x="8336" y="2469"/>
                  <a:pt x="8305" y="2469"/>
                  <a:pt x="8274" y="2469"/>
                </a:cubicBezTo>
                <a:cubicBezTo>
                  <a:pt x="8305" y="2469"/>
                  <a:pt x="8305" y="2469"/>
                  <a:pt x="8305" y="2469"/>
                </a:cubicBezTo>
                <a:cubicBezTo>
                  <a:pt x="8305" y="2469"/>
                  <a:pt x="8305" y="2469"/>
                  <a:pt x="8305" y="2439"/>
                </a:cubicBezTo>
                <a:cubicBezTo>
                  <a:pt x="8305" y="2469"/>
                  <a:pt x="8336" y="2469"/>
                  <a:pt x="8336" y="2469"/>
                </a:cubicBezTo>
                <a:lnTo>
                  <a:pt x="8336" y="2439"/>
                </a:lnTo>
                <a:lnTo>
                  <a:pt x="8336" y="2439"/>
                </a:lnTo>
                <a:lnTo>
                  <a:pt x="8336" y="2439"/>
                </a:lnTo>
                <a:cubicBezTo>
                  <a:pt x="8336" y="2439"/>
                  <a:pt x="8366" y="2408"/>
                  <a:pt x="8366" y="2439"/>
                </a:cubicBezTo>
                <a:cubicBezTo>
                  <a:pt x="8398" y="2408"/>
                  <a:pt x="8366" y="2408"/>
                  <a:pt x="8366" y="2408"/>
                </a:cubicBezTo>
                <a:lnTo>
                  <a:pt x="8366" y="2408"/>
                </a:lnTo>
                <a:lnTo>
                  <a:pt x="8336" y="2408"/>
                </a:lnTo>
                <a:cubicBezTo>
                  <a:pt x="8336" y="2377"/>
                  <a:pt x="8366" y="2377"/>
                  <a:pt x="8366" y="2377"/>
                </a:cubicBezTo>
                <a:lnTo>
                  <a:pt x="8305" y="2377"/>
                </a:lnTo>
                <a:cubicBezTo>
                  <a:pt x="8336" y="2377"/>
                  <a:pt x="8366" y="2346"/>
                  <a:pt x="8366" y="2315"/>
                </a:cubicBezTo>
                <a:cubicBezTo>
                  <a:pt x="8366" y="2315"/>
                  <a:pt x="8336" y="2346"/>
                  <a:pt x="8336" y="2315"/>
                </a:cubicBezTo>
                <a:cubicBezTo>
                  <a:pt x="8336" y="2315"/>
                  <a:pt x="8336" y="2315"/>
                  <a:pt x="8336" y="2346"/>
                </a:cubicBezTo>
                <a:cubicBezTo>
                  <a:pt x="8336" y="2315"/>
                  <a:pt x="8336" y="2315"/>
                  <a:pt x="8336" y="2315"/>
                </a:cubicBezTo>
                <a:lnTo>
                  <a:pt x="8336" y="2315"/>
                </a:lnTo>
                <a:cubicBezTo>
                  <a:pt x="8336" y="2315"/>
                  <a:pt x="8336" y="2315"/>
                  <a:pt x="8366" y="2315"/>
                </a:cubicBezTo>
                <a:lnTo>
                  <a:pt x="8366" y="2315"/>
                </a:lnTo>
                <a:cubicBezTo>
                  <a:pt x="8336" y="2315"/>
                  <a:pt x="8336" y="2315"/>
                  <a:pt x="8336" y="2315"/>
                </a:cubicBezTo>
                <a:cubicBezTo>
                  <a:pt x="8336" y="2315"/>
                  <a:pt x="8336" y="2315"/>
                  <a:pt x="8366" y="2315"/>
                </a:cubicBezTo>
                <a:cubicBezTo>
                  <a:pt x="8336" y="2285"/>
                  <a:pt x="8305" y="2315"/>
                  <a:pt x="8274" y="2315"/>
                </a:cubicBezTo>
                <a:cubicBezTo>
                  <a:pt x="8274" y="2315"/>
                  <a:pt x="8305" y="2315"/>
                  <a:pt x="8274" y="2315"/>
                </a:cubicBezTo>
                <a:cubicBezTo>
                  <a:pt x="8305" y="2315"/>
                  <a:pt x="8336" y="2285"/>
                  <a:pt x="8336" y="2285"/>
                </a:cubicBezTo>
                <a:cubicBezTo>
                  <a:pt x="8336" y="2285"/>
                  <a:pt x="8336" y="2285"/>
                  <a:pt x="8305" y="2285"/>
                </a:cubicBezTo>
                <a:cubicBezTo>
                  <a:pt x="8336" y="2285"/>
                  <a:pt x="8366" y="2254"/>
                  <a:pt x="8366" y="2254"/>
                </a:cubicBezTo>
                <a:cubicBezTo>
                  <a:pt x="8336" y="2254"/>
                  <a:pt x="8336" y="2285"/>
                  <a:pt x="8305" y="2285"/>
                </a:cubicBezTo>
                <a:lnTo>
                  <a:pt x="8305" y="2285"/>
                </a:lnTo>
                <a:cubicBezTo>
                  <a:pt x="8305" y="2254"/>
                  <a:pt x="8305" y="2285"/>
                  <a:pt x="8305" y="2285"/>
                </a:cubicBezTo>
                <a:lnTo>
                  <a:pt x="8305" y="2285"/>
                </a:lnTo>
                <a:cubicBezTo>
                  <a:pt x="8305" y="2254"/>
                  <a:pt x="8274" y="2254"/>
                  <a:pt x="8274" y="2285"/>
                </a:cubicBezTo>
                <a:cubicBezTo>
                  <a:pt x="8305" y="2254"/>
                  <a:pt x="8336" y="2254"/>
                  <a:pt x="8336" y="2254"/>
                </a:cubicBezTo>
                <a:lnTo>
                  <a:pt x="8336" y="2254"/>
                </a:lnTo>
                <a:lnTo>
                  <a:pt x="8336" y="2222"/>
                </a:lnTo>
                <a:lnTo>
                  <a:pt x="8336" y="2222"/>
                </a:lnTo>
                <a:lnTo>
                  <a:pt x="8336" y="2222"/>
                </a:lnTo>
                <a:lnTo>
                  <a:pt x="8336" y="2222"/>
                </a:lnTo>
                <a:lnTo>
                  <a:pt x="8336" y="2222"/>
                </a:lnTo>
                <a:lnTo>
                  <a:pt x="8336" y="2222"/>
                </a:lnTo>
                <a:lnTo>
                  <a:pt x="8274" y="2222"/>
                </a:lnTo>
                <a:lnTo>
                  <a:pt x="8274" y="2222"/>
                </a:lnTo>
                <a:cubicBezTo>
                  <a:pt x="8305" y="2222"/>
                  <a:pt x="8336" y="2222"/>
                  <a:pt x="8336" y="2192"/>
                </a:cubicBezTo>
                <a:lnTo>
                  <a:pt x="8336" y="2192"/>
                </a:lnTo>
                <a:lnTo>
                  <a:pt x="8336" y="2192"/>
                </a:lnTo>
                <a:cubicBezTo>
                  <a:pt x="8336" y="2192"/>
                  <a:pt x="8336" y="2192"/>
                  <a:pt x="8305" y="2192"/>
                </a:cubicBezTo>
                <a:lnTo>
                  <a:pt x="8336" y="2192"/>
                </a:lnTo>
                <a:cubicBezTo>
                  <a:pt x="8336" y="2161"/>
                  <a:pt x="8305" y="2192"/>
                  <a:pt x="8305" y="2192"/>
                </a:cubicBezTo>
                <a:lnTo>
                  <a:pt x="8305" y="2192"/>
                </a:lnTo>
                <a:lnTo>
                  <a:pt x="8305" y="2192"/>
                </a:lnTo>
                <a:lnTo>
                  <a:pt x="8305" y="2192"/>
                </a:lnTo>
                <a:cubicBezTo>
                  <a:pt x="8305" y="2161"/>
                  <a:pt x="8336" y="2161"/>
                  <a:pt x="8336" y="2161"/>
                </a:cubicBezTo>
                <a:cubicBezTo>
                  <a:pt x="8305" y="2161"/>
                  <a:pt x="8305" y="2161"/>
                  <a:pt x="8305" y="2161"/>
                </a:cubicBezTo>
                <a:lnTo>
                  <a:pt x="8305" y="2161"/>
                </a:lnTo>
                <a:lnTo>
                  <a:pt x="8305" y="2161"/>
                </a:lnTo>
                <a:lnTo>
                  <a:pt x="8305" y="2161"/>
                </a:lnTo>
                <a:cubicBezTo>
                  <a:pt x="8305" y="2161"/>
                  <a:pt x="8336" y="2161"/>
                  <a:pt x="8336" y="2130"/>
                </a:cubicBezTo>
                <a:lnTo>
                  <a:pt x="8366" y="2130"/>
                </a:lnTo>
                <a:cubicBezTo>
                  <a:pt x="8336" y="2130"/>
                  <a:pt x="8336" y="2130"/>
                  <a:pt x="8336" y="2130"/>
                </a:cubicBezTo>
                <a:cubicBezTo>
                  <a:pt x="8366" y="2130"/>
                  <a:pt x="8336" y="2130"/>
                  <a:pt x="8336" y="2130"/>
                </a:cubicBezTo>
                <a:lnTo>
                  <a:pt x="8366" y="2130"/>
                </a:lnTo>
                <a:cubicBezTo>
                  <a:pt x="8366" y="2099"/>
                  <a:pt x="8336" y="2099"/>
                  <a:pt x="8336" y="2099"/>
                </a:cubicBezTo>
                <a:cubicBezTo>
                  <a:pt x="8336" y="2130"/>
                  <a:pt x="8336" y="2130"/>
                  <a:pt x="8366" y="2130"/>
                </a:cubicBezTo>
                <a:cubicBezTo>
                  <a:pt x="8336" y="2130"/>
                  <a:pt x="8336" y="2130"/>
                  <a:pt x="8336" y="2130"/>
                </a:cubicBezTo>
                <a:lnTo>
                  <a:pt x="8336" y="2130"/>
                </a:lnTo>
                <a:cubicBezTo>
                  <a:pt x="8336" y="2130"/>
                  <a:pt x="8336" y="2099"/>
                  <a:pt x="8336" y="2130"/>
                </a:cubicBezTo>
                <a:cubicBezTo>
                  <a:pt x="8336" y="2130"/>
                  <a:pt x="8366" y="2099"/>
                  <a:pt x="8336" y="2099"/>
                </a:cubicBezTo>
                <a:lnTo>
                  <a:pt x="8336" y="2099"/>
                </a:lnTo>
                <a:lnTo>
                  <a:pt x="8336" y="2099"/>
                </a:lnTo>
                <a:lnTo>
                  <a:pt x="8336" y="2099"/>
                </a:lnTo>
                <a:cubicBezTo>
                  <a:pt x="8366" y="2099"/>
                  <a:pt x="8336" y="2099"/>
                  <a:pt x="8336" y="2099"/>
                </a:cubicBezTo>
                <a:cubicBezTo>
                  <a:pt x="8336" y="2099"/>
                  <a:pt x="8336" y="2099"/>
                  <a:pt x="8366" y="2099"/>
                </a:cubicBezTo>
                <a:cubicBezTo>
                  <a:pt x="8336" y="2068"/>
                  <a:pt x="8274" y="2130"/>
                  <a:pt x="8274" y="2130"/>
                </a:cubicBezTo>
                <a:cubicBezTo>
                  <a:pt x="8274" y="2130"/>
                  <a:pt x="8243" y="2130"/>
                  <a:pt x="8274" y="2130"/>
                </a:cubicBezTo>
                <a:cubicBezTo>
                  <a:pt x="8243" y="2161"/>
                  <a:pt x="8181" y="2130"/>
                  <a:pt x="8212" y="2192"/>
                </a:cubicBezTo>
                <a:cubicBezTo>
                  <a:pt x="8212" y="2161"/>
                  <a:pt x="8181" y="2161"/>
                  <a:pt x="8181" y="2161"/>
                </a:cubicBezTo>
                <a:lnTo>
                  <a:pt x="8181" y="2161"/>
                </a:lnTo>
                <a:lnTo>
                  <a:pt x="8181" y="2192"/>
                </a:lnTo>
                <a:lnTo>
                  <a:pt x="8181" y="2192"/>
                </a:lnTo>
                <a:lnTo>
                  <a:pt x="8151" y="2192"/>
                </a:lnTo>
                <a:lnTo>
                  <a:pt x="8151" y="2192"/>
                </a:lnTo>
                <a:cubicBezTo>
                  <a:pt x="8151" y="2192"/>
                  <a:pt x="8151" y="2192"/>
                  <a:pt x="8151" y="2222"/>
                </a:cubicBezTo>
                <a:lnTo>
                  <a:pt x="8151" y="2222"/>
                </a:lnTo>
                <a:lnTo>
                  <a:pt x="8151" y="2222"/>
                </a:lnTo>
                <a:cubicBezTo>
                  <a:pt x="8151" y="2222"/>
                  <a:pt x="8151" y="2222"/>
                  <a:pt x="8119" y="2222"/>
                </a:cubicBezTo>
                <a:cubicBezTo>
                  <a:pt x="8151" y="2222"/>
                  <a:pt x="8151" y="2222"/>
                  <a:pt x="8151" y="2222"/>
                </a:cubicBezTo>
                <a:cubicBezTo>
                  <a:pt x="8119" y="2222"/>
                  <a:pt x="8119" y="2222"/>
                  <a:pt x="8119" y="2222"/>
                </a:cubicBezTo>
                <a:lnTo>
                  <a:pt x="8119" y="2222"/>
                </a:lnTo>
                <a:cubicBezTo>
                  <a:pt x="8089" y="2254"/>
                  <a:pt x="8089" y="2222"/>
                  <a:pt x="8119" y="2254"/>
                </a:cubicBezTo>
                <a:cubicBezTo>
                  <a:pt x="8089" y="2254"/>
                  <a:pt x="8089" y="2285"/>
                  <a:pt x="8089" y="2285"/>
                </a:cubicBezTo>
                <a:cubicBezTo>
                  <a:pt x="8058" y="2285"/>
                  <a:pt x="8119" y="2254"/>
                  <a:pt x="8089" y="2222"/>
                </a:cubicBezTo>
                <a:cubicBezTo>
                  <a:pt x="8058" y="2222"/>
                  <a:pt x="8027" y="2285"/>
                  <a:pt x="8027" y="2285"/>
                </a:cubicBezTo>
                <a:cubicBezTo>
                  <a:pt x="8027" y="2285"/>
                  <a:pt x="8027" y="2285"/>
                  <a:pt x="8027" y="2254"/>
                </a:cubicBezTo>
                <a:cubicBezTo>
                  <a:pt x="7996" y="2254"/>
                  <a:pt x="7935" y="2315"/>
                  <a:pt x="7935" y="2315"/>
                </a:cubicBezTo>
                <a:cubicBezTo>
                  <a:pt x="7904" y="2315"/>
                  <a:pt x="7965" y="2285"/>
                  <a:pt x="7935" y="2285"/>
                </a:cubicBezTo>
                <a:lnTo>
                  <a:pt x="7904" y="2315"/>
                </a:lnTo>
                <a:cubicBezTo>
                  <a:pt x="7904" y="2315"/>
                  <a:pt x="7965" y="2285"/>
                  <a:pt x="7935" y="2254"/>
                </a:cubicBezTo>
                <a:cubicBezTo>
                  <a:pt x="7935" y="2254"/>
                  <a:pt x="7935" y="2254"/>
                  <a:pt x="7904" y="2285"/>
                </a:cubicBezTo>
                <a:lnTo>
                  <a:pt x="7904" y="2254"/>
                </a:lnTo>
                <a:cubicBezTo>
                  <a:pt x="7904" y="2254"/>
                  <a:pt x="7904" y="2254"/>
                  <a:pt x="7904" y="2222"/>
                </a:cubicBezTo>
                <a:cubicBezTo>
                  <a:pt x="7872" y="2192"/>
                  <a:pt x="7811" y="2254"/>
                  <a:pt x="7780" y="2254"/>
                </a:cubicBezTo>
                <a:lnTo>
                  <a:pt x="7811" y="2254"/>
                </a:lnTo>
                <a:cubicBezTo>
                  <a:pt x="7780" y="2254"/>
                  <a:pt x="7780" y="2254"/>
                  <a:pt x="7780" y="2254"/>
                </a:cubicBezTo>
                <a:lnTo>
                  <a:pt x="7780" y="2254"/>
                </a:lnTo>
                <a:cubicBezTo>
                  <a:pt x="7780" y="2222"/>
                  <a:pt x="7811" y="2222"/>
                  <a:pt x="7811" y="2222"/>
                </a:cubicBezTo>
                <a:cubicBezTo>
                  <a:pt x="7811" y="2222"/>
                  <a:pt x="7811" y="2254"/>
                  <a:pt x="7811" y="2222"/>
                </a:cubicBezTo>
                <a:cubicBezTo>
                  <a:pt x="7811" y="2254"/>
                  <a:pt x="7842" y="2192"/>
                  <a:pt x="7842" y="2192"/>
                </a:cubicBezTo>
                <a:lnTo>
                  <a:pt x="7842" y="2192"/>
                </a:lnTo>
                <a:lnTo>
                  <a:pt x="7872" y="2192"/>
                </a:lnTo>
                <a:lnTo>
                  <a:pt x="7842" y="2192"/>
                </a:lnTo>
                <a:cubicBezTo>
                  <a:pt x="7842" y="2161"/>
                  <a:pt x="7904" y="2130"/>
                  <a:pt x="7935" y="2130"/>
                </a:cubicBezTo>
                <a:cubicBezTo>
                  <a:pt x="7904" y="2130"/>
                  <a:pt x="7935" y="2068"/>
                  <a:pt x="7935" y="2068"/>
                </a:cubicBezTo>
                <a:cubicBezTo>
                  <a:pt x="7965" y="2068"/>
                  <a:pt x="8027" y="2007"/>
                  <a:pt x="7996" y="2007"/>
                </a:cubicBezTo>
                <a:lnTo>
                  <a:pt x="7965" y="2038"/>
                </a:lnTo>
                <a:lnTo>
                  <a:pt x="7935" y="2038"/>
                </a:lnTo>
                <a:cubicBezTo>
                  <a:pt x="7965" y="2007"/>
                  <a:pt x="7935" y="2007"/>
                  <a:pt x="7965" y="2007"/>
                </a:cubicBezTo>
                <a:lnTo>
                  <a:pt x="7872" y="2007"/>
                </a:lnTo>
                <a:lnTo>
                  <a:pt x="7872" y="2007"/>
                </a:lnTo>
                <a:cubicBezTo>
                  <a:pt x="7842" y="2007"/>
                  <a:pt x="7842" y="2007"/>
                  <a:pt x="7842" y="2007"/>
                </a:cubicBezTo>
                <a:lnTo>
                  <a:pt x="7842" y="1975"/>
                </a:lnTo>
                <a:lnTo>
                  <a:pt x="7842" y="1975"/>
                </a:lnTo>
                <a:lnTo>
                  <a:pt x="7842" y="1975"/>
                </a:lnTo>
                <a:cubicBezTo>
                  <a:pt x="7842" y="1975"/>
                  <a:pt x="7872" y="1975"/>
                  <a:pt x="7842" y="1975"/>
                </a:cubicBezTo>
                <a:cubicBezTo>
                  <a:pt x="7842" y="1975"/>
                  <a:pt x="7872" y="1975"/>
                  <a:pt x="7872" y="1945"/>
                </a:cubicBezTo>
                <a:lnTo>
                  <a:pt x="7842" y="1945"/>
                </a:lnTo>
                <a:lnTo>
                  <a:pt x="7842" y="1945"/>
                </a:lnTo>
                <a:lnTo>
                  <a:pt x="7842" y="1945"/>
                </a:lnTo>
                <a:lnTo>
                  <a:pt x="7842" y="1945"/>
                </a:lnTo>
                <a:lnTo>
                  <a:pt x="7842" y="1945"/>
                </a:lnTo>
                <a:cubicBezTo>
                  <a:pt x="7842" y="1914"/>
                  <a:pt x="7811" y="1914"/>
                  <a:pt x="7811" y="1945"/>
                </a:cubicBezTo>
                <a:lnTo>
                  <a:pt x="7811" y="1945"/>
                </a:lnTo>
                <a:cubicBezTo>
                  <a:pt x="7811" y="1914"/>
                  <a:pt x="7842" y="1914"/>
                  <a:pt x="7842" y="1914"/>
                </a:cubicBezTo>
                <a:cubicBezTo>
                  <a:pt x="7811" y="1914"/>
                  <a:pt x="7811" y="1914"/>
                  <a:pt x="7811" y="1914"/>
                </a:cubicBezTo>
                <a:lnTo>
                  <a:pt x="7780" y="1884"/>
                </a:lnTo>
                <a:cubicBezTo>
                  <a:pt x="7780" y="1852"/>
                  <a:pt x="7657" y="1884"/>
                  <a:pt x="7688" y="1914"/>
                </a:cubicBezTo>
                <a:cubicBezTo>
                  <a:pt x="7657" y="1914"/>
                  <a:pt x="7657" y="1884"/>
                  <a:pt x="7657" y="1884"/>
                </a:cubicBezTo>
                <a:lnTo>
                  <a:pt x="7595" y="1914"/>
                </a:lnTo>
                <a:cubicBezTo>
                  <a:pt x="7595" y="1914"/>
                  <a:pt x="7625" y="1884"/>
                  <a:pt x="7595" y="1884"/>
                </a:cubicBezTo>
                <a:cubicBezTo>
                  <a:pt x="7564" y="1852"/>
                  <a:pt x="7502" y="1852"/>
                  <a:pt x="7441" y="1884"/>
                </a:cubicBezTo>
                <a:cubicBezTo>
                  <a:pt x="7410" y="1884"/>
                  <a:pt x="7378" y="1914"/>
                  <a:pt x="7378" y="1945"/>
                </a:cubicBezTo>
                <a:cubicBezTo>
                  <a:pt x="7378" y="1945"/>
                  <a:pt x="7410" y="1945"/>
                  <a:pt x="7410" y="1975"/>
                </a:cubicBezTo>
                <a:cubicBezTo>
                  <a:pt x="7410" y="1975"/>
                  <a:pt x="7410" y="1945"/>
                  <a:pt x="7410" y="1975"/>
                </a:cubicBezTo>
                <a:lnTo>
                  <a:pt x="7410" y="1975"/>
                </a:lnTo>
                <a:cubicBezTo>
                  <a:pt x="7378" y="1975"/>
                  <a:pt x="7348" y="2007"/>
                  <a:pt x="7317" y="2038"/>
                </a:cubicBezTo>
                <a:cubicBezTo>
                  <a:pt x="7317" y="2038"/>
                  <a:pt x="7317" y="2038"/>
                  <a:pt x="7348" y="2038"/>
                </a:cubicBezTo>
                <a:cubicBezTo>
                  <a:pt x="7317" y="2038"/>
                  <a:pt x="7348" y="2038"/>
                  <a:pt x="7348" y="2038"/>
                </a:cubicBezTo>
                <a:cubicBezTo>
                  <a:pt x="7348" y="2038"/>
                  <a:pt x="7348" y="2038"/>
                  <a:pt x="7378" y="2038"/>
                </a:cubicBezTo>
                <a:cubicBezTo>
                  <a:pt x="7378" y="2038"/>
                  <a:pt x="7317" y="2038"/>
                  <a:pt x="7348" y="2068"/>
                </a:cubicBezTo>
                <a:lnTo>
                  <a:pt x="7348" y="2068"/>
                </a:lnTo>
                <a:cubicBezTo>
                  <a:pt x="7317" y="2068"/>
                  <a:pt x="7348" y="2068"/>
                  <a:pt x="7317" y="2099"/>
                </a:cubicBezTo>
                <a:cubicBezTo>
                  <a:pt x="7348" y="2099"/>
                  <a:pt x="7317" y="2099"/>
                  <a:pt x="7317" y="2099"/>
                </a:cubicBezTo>
                <a:lnTo>
                  <a:pt x="7348" y="2099"/>
                </a:lnTo>
                <a:cubicBezTo>
                  <a:pt x="7348" y="2099"/>
                  <a:pt x="7255" y="2130"/>
                  <a:pt x="7255" y="2161"/>
                </a:cubicBezTo>
                <a:lnTo>
                  <a:pt x="7286" y="2130"/>
                </a:lnTo>
                <a:cubicBezTo>
                  <a:pt x="7286" y="2161"/>
                  <a:pt x="7224" y="2161"/>
                  <a:pt x="7194" y="2161"/>
                </a:cubicBezTo>
                <a:cubicBezTo>
                  <a:pt x="7224" y="2161"/>
                  <a:pt x="7224" y="2161"/>
                  <a:pt x="7224" y="2161"/>
                </a:cubicBezTo>
                <a:cubicBezTo>
                  <a:pt x="7194" y="2192"/>
                  <a:pt x="7163" y="2222"/>
                  <a:pt x="7163" y="2222"/>
                </a:cubicBezTo>
                <a:lnTo>
                  <a:pt x="7131" y="2222"/>
                </a:lnTo>
                <a:lnTo>
                  <a:pt x="7131" y="2222"/>
                </a:lnTo>
                <a:lnTo>
                  <a:pt x="7101" y="2254"/>
                </a:lnTo>
                <a:lnTo>
                  <a:pt x="7101" y="2254"/>
                </a:lnTo>
                <a:cubicBezTo>
                  <a:pt x="7131" y="2254"/>
                  <a:pt x="7131" y="2254"/>
                  <a:pt x="7101" y="2254"/>
                </a:cubicBezTo>
                <a:lnTo>
                  <a:pt x="7163" y="2315"/>
                </a:lnTo>
                <a:cubicBezTo>
                  <a:pt x="7194" y="2346"/>
                  <a:pt x="7163" y="2408"/>
                  <a:pt x="7131" y="2439"/>
                </a:cubicBezTo>
                <a:cubicBezTo>
                  <a:pt x="7101" y="2501"/>
                  <a:pt x="7070" y="2532"/>
                  <a:pt x="7040" y="2562"/>
                </a:cubicBezTo>
                <a:cubicBezTo>
                  <a:pt x="7040" y="2562"/>
                  <a:pt x="7040" y="2562"/>
                  <a:pt x="7008" y="2562"/>
                </a:cubicBezTo>
                <a:cubicBezTo>
                  <a:pt x="6977" y="2593"/>
                  <a:pt x="7008" y="2593"/>
                  <a:pt x="6947" y="2624"/>
                </a:cubicBezTo>
                <a:cubicBezTo>
                  <a:pt x="6916" y="2624"/>
                  <a:pt x="6854" y="2655"/>
                  <a:pt x="6793" y="2655"/>
                </a:cubicBezTo>
                <a:lnTo>
                  <a:pt x="6823" y="2655"/>
                </a:lnTo>
                <a:cubicBezTo>
                  <a:pt x="6823" y="2655"/>
                  <a:pt x="6823" y="2655"/>
                  <a:pt x="6793" y="2655"/>
                </a:cubicBezTo>
                <a:cubicBezTo>
                  <a:pt x="6823" y="2655"/>
                  <a:pt x="6823" y="2655"/>
                  <a:pt x="6823" y="2655"/>
                </a:cubicBezTo>
                <a:lnTo>
                  <a:pt x="6793" y="2716"/>
                </a:lnTo>
                <a:lnTo>
                  <a:pt x="6823" y="2716"/>
                </a:lnTo>
                <a:cubicBezTo>
                  <a:pt x="6823" y="2716"/>
                  <a:pt x="6823" y="2716"/>
                  <a:pt x="6793" y="2716"/>
                </a:cubicBezTo>
                <a:cubicBezTo>
                  <a:pt x="6823" y="2716"/>
                  <a:pt x="6823" y="2716"/>
                  <a:pt x="6823" y="2716"/>
                </a:cubicBezTo>
                <a:lnTo>
                  <a:pt x="6823" y="2748"/>
                </a:lnTo>
                <a:lnTo>
                  <a:pt x="6823" y="2748"/>
                </a:lnTo>
                <a:lnTo>
                  <a:pt x="6823" y="2748"/>
                </a:lnTo>
                <a:lnTo>
                  <a:pt x="6823" y="2748"/>
                </a:lnTo>
                <a:lnTo>
                  <a:pt x="6793" y="2748"/>
                </a:lnTo>
                <a:cubicBezTo>
                  <a:pt x="6823" y="2778"/>
                  <a:pt x="6793" y="2748"/>
                  <a:pt x="6793" y="2778"/>
                </a:cubicBezTo>
                <a:lnTo>
                  <a:pt x="6793" y="2778"/>
                </a:lnTo>
                <a:lnTo>
                  <a:pt x="6793" y="2778"/>
                </a:lnTo>
                <a:lnTo>
                  <a:pt x="6793" y="2778"/>
                </a:lnTo>
                <a:cubicBezTo>
                  <a:pt x="6793" y="2778"/>
                  <a:pt x="6793" y="2809"/>
                  <a:pt x="6761" y="2840"/>
                </a:cubicBezTo>
                <a:lnTo>
                  <a:pt x="6793" y="2840"/>
                </a:lnTo>
                <a:cubicBezTo>
                  <a:pt x="6761" y="2840"/>
                  <a:pt x="6761" y="2840"/>
                  <a:pt x="6761" y="2840"/>
                </a:cubicBezTo>
                <a:lnTo>
                  <a:pt x="6793" y="2840"/>
                </a:lnTo>
                <a:cubicBezTo>
                  <a:pt x="6793" y="2840"/>
                  <a:pt x="6761" y="2840"/>
                  <a:pt x="6793" y="2840"/>
                </a:cubicBezTo>
                <a:lnTo>
                  <a:pt x="6761" y="2871"/>
                </a:lnTo>
                <a:lnTo>
                  <a:pt x="6761" y="2871"/>
                </a:lnTo>
                <a:cubicBezTo>
                  <a:pt x="6793" y="2902"/>
                  <a:pt x="6761" y="2902"/>
                  <a:pt x="6761" y="2902"/>
                </a:cubicBezTo>
                <a:lnTo>
                  <a:pt x="6761" y="2902"/>
                </a:lnTo>
                <a:cubicBezTo>
                  <a:pt x="6761" y="2902"/>
                  <a:pt x="6669" y="2963"/>
                  <a:pt x="6700" y="2995"/>
                </a:cubicBezTo>
                <a:lnTo>
                  <a:pt x="6700" y="2995"/>
                </a:lnTo>
                <a:cubicBezTo>
                  <a:pt x="6700" y="2995"/>
                  <a:pt x="6669" y="2995"/>
                  <a:pt x="6669" y="3025"/>
                </a:cubicBezTo>
                <a:lnTo>
                  <a:pt x="6669" y="2995"/>
                </a:lnTo>
                <a:cubicBezTo>
                  <a:pt x="6669" y="2995"/>
                  <a:pt x="6669" y="2995"/>
                  <a:pt x="6669" y="2963"/>
                </a:cubicBezTo>
                <a:cubicBezTo>
                  <a:pt x="6669" y="2963"/>
                  <a:pt x="6637" y="2995"/>
                  <a:pt x="6607" y="2995"/>
                </a:cubicBezTo>
                <a:cubicBezTo>
                  <a:pt x="6576" y="3025"/>
                  <a:pt x="6637" y="3056"/>
                  <a:pt x="6607" y="3087"/>
                </a:cubicBezTo>
                <a:cubicBezTo>
                  <a:pt x="6607" y="3056"/>
                  <a:pt x="6576" y="3025"/>
                  <a:pt x="6576" y="3025"/>
                </a:cubicBezTo>
                <a:cubicBezTo>
                  <a:pt x="6546" y="2995"/>
                  <a:pt x="6514" y="3025"/>
                  <a:pt x="6483" y="3056"/>
                </a:cubicBezTo>
                <a:cubicBezTo>
                  <a:pt x="6483" y="3025"/>
                  <a:pt x="6483" y="3025"/>
                  <a:pt x="6483" y="3056"/>
                </a:cubicBezTo>
                <a:cubicBezTo>
                  <a:pt x="6514" y="3025"/>
                  <a:pt x="6576" y="2995"/>
                  <a:pt x="6546" y="2963"/>
                </a:cubicBezTo>
                <a:cubicBezTo>
                  <a:pt x="6514" y="2933"/>
                  <a:pt x="6514" y="2902"/>
                  <a:pt x="6483" y="2933"/>
                </a:cubicBezTo>
                <a:cubicBezTo>
                  <a:pt x="6483" y="2902"/>
                  <a:pt x="6483" y="2902"/>
                  <a:pt x="6483" y="2902"/>
                </a:cubicBezTo>
                <a:cubicBezTo>
                  <a:pt x="6514" y="2902"/>
                  <a:pt x="6546" y="2902"/>
                  <a:pt x="6514" y="2871"/>
                </a:cubicBezTo>
                <a:cubicBezTo>
                  <a:pt x="6483" y="2809"/>
                  <a:pt x="6514" y="2840"/>
                  <a:pt x="6546" y="2778"/>
                </a:cubicBezTo>
                <a:cubicBezTo>
                  <a:pt x="6546" y="2778"/>
                  <a:pt x="6546" y="2748"/>
                  <a:pt x="6546" y="2716"/>
                </a:cubicBezTo>
                <a:cubicBezTo>
                  <a:pt x="6576" y="2716"/>
                  <a:pt x="6546" y="2716"/>
                  <a:pt x="6576" y="2686"/>
                </a:cubicBezTo>
                <a:cubicBezTo>
                  <a:pt x="6546" y="2686"/>
                  <a:pt x="6637" y="2624"/>
                  <a:pt x="6607" y="2624"/>
                </a:cubicBezTo>
                <a:lnTo>
                  <a:pt x="6576" y="2624"/>
                </a:lnTo>
                <a:lnTo>
                  <a:pt x="6576" y="2593"/>
                </a:lnTo>
                <a:cubicBezTo>
                  <a:pt x="6576" y="2593"/>
                  <a:pt x="6546" y="2593"/>
                  <a:pt x="6514" y="2593"/>
                </a:cubicBezTo>
                <a:lnTo>
                  <a:pt x="6514" y="2624"/>
                </a:lnTo>
                <a:cubicBezTo>
                  <a:pt x="6514" y="2593"/>
                  <a:pt x="6514" y="2593"/>
                  <a:pt x="6483" y="2593"/>
                </a:cubicBezTo>
                <a:cubicBezTo>
                  <a:pt x="6453" y="2593"/>
                  <a:pt x="6453" y="2593"/>
                  <a:pt x="6422" y="2593"/>
                </a:cubicBezTo>
                <a:cubicBezTo>
                  <a:pt x="6391" y="2593"/>
                  <a:pt x="6391" y="2624"/>
                  <a:pt x="6360" y="2624"/>
                </a:cubicBezTo>
                <a:lnTo>
                  <a:pt x="6391" y="2593"/>
                </a:lnTo>
                <a:cubicBezTo>
                  <a:pt x="6391" y="2562"/>
                  <a:pt x="6267" y="2501"/>
                  <a:pt x="6236" y="2532"/>
                </a:cubicBezTo>
                <a:cubicBezTo>
                  <a:pt x="6267" y="2469"/>
                  <a:pt x="6206" y="2439"/>
                  <a:pt x="6175" y="2439"/>
                </a:cubicBezTo>
                <a:cubicBezTo>
                  <a:pt x="6144" y="2408"/>
                  <a:pt x="6113" y="2408"/>
                  <a:pt x="6082" y="2408"/>
                </a:cubicBezTo>
                <a:cubicBezTo>
                  <a:pt x="6020" y="2377"/>
                  <a:pt x="5959" y="2408"/>
                  <a:pt x="5928" y="2439"/>
                </a:cubicBezTo>
                <a:cubicBezTo>
                  <a:pt x="5928" y="2439"/>
                  <a:pt x="5928" y="2408"/>
                  <a:pt x="5959" y="2408"/>
                </a:cubicBezTo>
                <a:cubicBezTo>
                  <a:pt x="5928" y="2408"/>
                  <a:pt x="5897" y="2439"/>
                  <a:pt x="5897" y="2439"/>
                </a:cubicBezTo>
                <a:cubicBezTo>
                  <a:pt x="5897" y="2439"/>
                  <a:pt x="6020" y="2346"/>
                  <a:pt x="5959" y="2346"/>
                </a:cubicBezTo>
                <a:cubicBezTo>
                  <a:pt x="5989" y="2315"/>
                  <a:pt x="5989" y="2254"/>
                  <a:pt x="5989" y="2254"/>
                </a:cubicBezTo>
                <a:cubicBezTo>
                  <a:pt x="5989" y="2222"/>
                  <a:pt x="5959" y="2254"/>
                  <a:pt x="5928" y="2254"/>
                </a:cubicBezTo>
                <a:cubicBezTo>
                  <a:pt x="5897" y="2254"/>
                  <a:pt x="5897" y="2285"/>
                  <a:pt x="5866" y="2285"/>
                </a:cubicBezTo>
                <a:cubicBezTo>
                  <a:pt x="5897" y="2285"/>
                  <a:pt x="5897" y="2254"/>
                  <a:pt x="5928" y="2222"/>
                </a:cubicBezTo>
                <a:lnTo>
                  <a:pt x="5897" y="2254"/>
                </a:lnTo>
                <a:cubicBezTo>
                  <a:pt x="5897" y="2222"/>
                  <a:pt x="5897" y="2222"/>
                  <a:pt x="5897" y="2222"/>
                </a:cubicBezTo>
                <a:cubicBezTo>
                  <a:pt x="5897" y="2222"/>
                  <a:pt x="5897" y="2222"/>
                  <a:pt x="5866" y="2222"/>
                </a:cubicBezTo>
                <a:cubicBezTo>
                  <a:pt x="5897" y="2192"/>
                  <a:pt x="5928" y="2192"/>
                  <a:pt x="5928" y="2192"/>
                </a:cubicBezTo>
                <a:lnTo>
                  <a:pt x="5959" y="2130"/>
                </a:lnTo>
                <a:cubicBezTo>
                  <a:pt x="5989" y="2130"/>
                  <a:pt x="6020" y="2068"/>
                  <a:pt x="6020" y="2068"/>
                </a:cubicBezTo>
                <a:lnTo>
                  <a:pt x="6020" y="2068"/>
                </a:lnTo>
                <a:cubicBezTo>
                  <a:pt x="6052" y="2038"/>
                  <a:pt x="6082" y="2038"/>
                  <a:pt x="6113" y="2007"/>
                </a:cubicBezTo>
                <a:lnTo>
                  <a:pt x="6144" y="1975"/>
                </a:lnTo>
                <a:cubicBezTo>
                  <a:pt x="6144" y="1945"/>
                  <a:pt x="6206" y="1945"/>
                  <a:pt x="6206" y="1945"/>
                </a:cubicBezTo>
                <a:lnTo>
                  <a:pt x="6206" y="1945"/>
                </a:lnTo>
                <a:lnTo>
                  <a:pt x="6236" y="1945"/>
                </a:lnTo>
                <a:cubicBezTo>
                  <a:pt x="6206" y="1945"/>
                  <a:pt x="6236" y="1945"/>
                  <a:pt x="6206" y="1945"/>
                </a:cubicBezTo>
                <a:cubicBezTo>
                  <a:pt x="6206" y="1914"/>
                  <a:pt x="6236" y="1945"/>
                  <a:pt x="6206" y="1914"/>
                </a:cubicBezTo>
                <a:cubicBezTo>
                  <a:pt x="6206" y="1945"/>
                  <a:pt x="6236" y="1914"/>
                  <a:pt x="6236" y="1914"/>
                </a:cubicBezTo>
                <a:lnTo>
                  <a:pt x="6236" y="1914"/>
                </a:lnTo>
                <a:lnTo>
                  <a:pt x="6267" y="1914"/>
                </a:lnTo>
                <a:lnTo>
                  <a:pt x="6267" y="1914"/>
                </a:lnTo>
                <a:cubicBezTo>
                  <a:pt x="6267" y="1884"/>
                  <a:pt x="6299" y="1914"/>
                  <a:pt x="6299" y="1884"/>
                </a:cubicBezTo>
                <a:lnTo>
                  <a:pt x="6299" y="1884"/>
                </a:lnTo>
                <a:cubicBezTo>
                  <a:pt x="6299" y="1884"/>
                  <a:pt x="6299" y="1884"/>
                  <a:pt x="6299" y="1914"/>
                </a:cubicBezTo>
                <a:lnTo>
                  <a:pt x="6299" y="1914"/>
                </a:lnTo>
                <a:cubicBezTo>
                  <a:pt x="6299" y="1884"/>
                  <a:pt x="6329" y="1884"/>
                  <a:pt x="6329" y="1884"/>
                </a:cubicBezTo>
                <a:cubicBezTo>
                  <a:pt x="6299" y="1884"/>
                  <a:pt x="6299" y="1884"/>
                  <a:pt x="6299" y="1884"/>
                </a:cubicBezTo>
                <a:cubicBezTo>
                  <a:pt x="6299" y="1884"/>
                  <a:pt x="6329" y="1884"/>
                  <a:pt x="6329" y="1852"/>
                </a:cubicBezTo>
                <a:cubicBezTo>
                  <a:pt x="6329" y="1884"/>
                  <a:pt x="6329" y="1852"/>
                  <a:pt x="6329" y="1852"/>
                </a:cubicBezTo>
                <a:cubicBezTo>
                  <a:pt x="6329" y="1884"/>
                  <a:pt x="6360" y="1852"/>
                  <a:pt x="6360" y="1852"/>
                </a:cubicBezTo>
                <a:lnTo>
                  <a:pt x="6360" y="1852"/>
                </a:lnTo>
                <a:lnTo>
                  <a:pt x="6391" y="1852"/>
                </a:lnTo>
                <a:lnTo>
                  <a:pt x="6360" y="1852"/>
                </a:lnTo>
                <a:lnTo>
                  <a:pt x="6391" y="1852"/>
                </a:lnTo>
                <a:cubicBezTo>
                  <a:pt x="6391" y="1821"/>
                  <a:pt x="6422" y="1821"/>
                  <a:pt x="6453" y="1821"/>
                </a:cubicBezTo>
                <a:lnTo>
                  <a:pt x="6514" y="1821"/>
                </a:lnTo>
                <a:lnTo>
                  <a:pt x="6546" y="1791"/>
                </a:lnTo>
                <a:cubicBezTo>
                  <a:pt x="6546" y="1791"/>
                  <a:pt x="6546" y="1791"/>
                  <a:pt x="6514" y="1791"/>
                </a:cubicBezTo>
                <a:lnTo>
                  <a:pt x="6514" y="1791"/>
                </a:lnTo>
                <a:cubicBezTo>
                  <a:pt x="6514" y="1760"/>
                  <a:pt x="6514" y="1760"/>
                  <a:pt x="6514" y="1760"/>
                </a:cubicBezTo>
                <a:cubicBezTo>
                  <a:pt x="6483" y="1760"/>
                  <a:pt x="6514" y="1728"/>
                  <a:pt x="6483" y="1760"/>
                </a:cubicBezTo>
                <a:cubicBezTo>
                  <a:pt x="6453" y="1760"/>
                  <a:pt x="6422" y="1760"/>
                  <a:pt x="6422" y="1760"/>
                </a:cubicBezTo>
                <a:lnTo>
                  <a:pt x="6453" y="1760"/>
                </a:lnTo>
                <a:cubicBezTo>
                  <a:pt x="6453" y="1728"/>
                  <a:pt x="6422" y="1728"/>
                  <a:pt x="6422" y="1728"/>
                </a:cubicBezTo>
                <a:lnTo>
                  <a:pt x="6391" y="1728"/>
                </a:lnTo>
                <a:lnTo>
                  <a:pt x="6391" y="1728"/>
                </a:lnTo>
                <a:cubicBezTo>
                  <a:pt x="6360" y="1728"/>
                  <a:pt x="6360" y="1728"/>
                  <a:pt x="6360" y="1728"/>
                </a:cubicBezTo>
                <a:cubicBezTo>
                  <a:pt x="6360" y="1728"/>
                  <a:pt x="6360" y="1728"/>
                  <a:pt x="6391" y="1728"/>
                </a:cubicBezTo>
                <a:cubicBezTo>
                  <a:pt x="6360" y="1728"/>
                  <a:pt x="6391" y="1698"/>
                  <a:pt x="6391" y="1698"/>
                </a:cubicBezTo>
                <a:lnTo>
                  <a:pt x="6422" y="1728"/>
                </a:lnTo>
                <a:cubicBezTo>
                  <a:pt x="6453" y="1728"/>
                  <a:pt x="6483" y="1728"/>
                  <a:pt x="6483" y="1728"/>
                </a:cubicBezTo>
                <a:cubicBezTo>
                  <a:pt x="6483" y="1760"/>
                  <a:pt x="6514" y="1728"/>
                  <a:pt x="6514" y="1760"/>
                </a:cubicBezTo>
                <a:lnTo>
                  <a:pt x="6576" y="1760"/>
                </a:lnTo>
                <a:lnTo>
                  <a:pt x="6576" y="1760"/>
                </a:lnTo>
                <a:lnTo>
                  <a:pt x="6576" y="1760"/>
                </a:lnTo>
                <a:lnTo>
                  <a:pt x="6607" y="1760"/>
                </a:lnTo>
                <a:lnTo>
                  <a:pt x="6637" y="1728"/>
                </a:lnTo>
                <a:lnTo>
                  <a:pt x="6637" y="1728"/>
                </a:lnTo>
                <a:lnTo>
                  <a:pt x="6637" y="1728"/>
                </a:lnTo>
                <a:cubicBezTo>
                  <a:pt x="6669" y="1728"/>
                  <a:pt x="6637" y="1698"/>
                  <a:pt x="6669" y="1698"/>
                </a:cubicBezTo>
                <a:lnTo>
                  <a:pt x="6637" y="1698"/>
                </a:lnTo>
                <a:lnTo>
                  <a:pt x="6669" y="1698"/>
                </a:lnTo>
                <a:cubicBezTo>
                  <a:pt x="6637" y="1728"/>
                  <a:pt x="6669" y="1698"/>
                  <a:pt x="6669" y="1698"/>
                </a:cubicBezTo>
                <a:lnTo>
                  <a:pt x="6669" y="1728"/>
                </a:lnTo>
                <a:cubicBezTo>
                  <a:pt x="6669" y="1698"/>
                  <a:pt x="6700" y="1728"/>
                  <a:pt x="6700" y="1728"/>
                </a:cubicBezTo>
                <a:cubicBezTo>
                  <a:pt x="6700" y="1728"/>
                  <a:pt x="6700" y="1728"/>
                  <a:pt x="6700" y="1698"/>
                </a:cubicBezTo>
                <a:cubicBezTo>
                  <a:pt x="6730" y="1728"/>
                  <a:pt x="6793" y="1698"/>
                  <a:pt x="6793" y="1698"/>
                </a:cubicBezTo>
                <a:cubicBezTo>
                  <a:pt x="6823" y="1698"/>
                  <a:pt x="6854" y="1667"/>
                  <a:pt x="6884" y="1637"/>
                </a:cubicBezTo>
                <a:lnTo>
                  <a:pt x="6947" y="1605"/>
                </a:lnTo>
                <a:cubicBezTo>
                  <a:pt x="6916" y="1605"/>
                  <a:pt x="6823" y="1605"/>
                  <a:pt x="6823" y="1574"/>
                </a:cubicBezTo>
                <a:lnTo>
                  <a:pt x="6793" y="1544"/>
                </a:lnTo>
                <a:cubicBezTo>
                  <a:pt x="6793" y="1544"/>
                  <a:pt x="6793" y="1544"/>
                  <a:pt x="6761" y="1574"/>
                </a:cubicBezTo>
                <a:cubicBezTo>
                  <a:pt x="6793" y="1544"/>
                  <a:pt x="6793" y="1544"/>
                  <a:pt x="6793" y="1544"/>
                </a:cubicBezTo>
                <a:cubicBezTo>
                  <a:pt x="6761" y="1544"/>
                  <a:pt x="6700" y="1544"/>
                  <a:pt x="6700" y="1544"/>
                </a:cubicBezTo>
                <a:lnTo>
                  <a:pt x="6761" y="1544"/>
                </a:lnTo>
                <a:cubicBezTo>
                  <a:pt x="6793" y="1544"/>
                  <a:pt x="6823" y="1544"/>
                  <a:pt x="6823" y="1544"/>
                </a:cubicBezTo>
                <a:cubicBezTo>
                  <a:pt x="6793" y="1544"/>
                  <a:pt x="6793" y="1544"/>
                  <a:pt x="6793" y="1544"/>
                </a:cubicBezTo>
                <a:cubicBezTo>
                  <a:pt x="6823" y="1544"/>
                  <a:pt x="6884" y="1544"/>
                  <a:pt x="6884" y="1574"/>
                </a:cubicBezTo>
                <a:lnTo>
                  <a:pt x="6854" y="1574"/>
                </a:lnTo>
                <a:cubicBezTo>
                  <a:pt x="6884" y="1574"/>
                  <a:pt x="6947" y="1605"/>
                  <a:pt x="6977" y="1574"/>
                </a:cubicBezTo>
                <a:cubicBezTo>
                  <a:pt x="7008" y="1544"/>
                  <a:pt x="7070" y="1544"/>
                  <a:pt x="7101" y="1513"/>
                </a:cubicBezTo>
                <a:cubicBezTo>
                  <a:pt x="7131" y="1513"/>
                  <a:pt x="7070" y="1513"/>
                  <a:pt x="7070" y="1481"/>
                </a:cubicBezTo>
                <a:lnTo>
                  <a:pt x="7070" y="1481"/>
                </a:lnTo>
                <a:cubicBezTo>
                  <a:pt x="7070" y="1481"/>
                  <a:pt x="7163" y="1451"/>
                  <a:pt x="7163" y="1481"/>
                </a:cubicBezTo>
                <a:cubicBezTo>
                  <a:pt x="7194" y="1481"/>
                  <a:pt x="7163" y="1481"/>
                  <a:pt x="7163" y="1513"/>
                </a:cubicBezTo>
                <a:lnTo>
                  <a:pt x="7194" y="1481"/>
                </a:lnTo>
                <a:cubicBezTo>
                  <a:pt x="7194" y="1513"/>
                  <a:pt x="7224" y="1513"/>
                  <a:pt x="7224" y="1513"/>
                </a:cubicBezTo>
                <a:lnTo>
                  <a:pt x="7224" y="1481"/>
                </a:lnTo>
                <a:lnTo>
                  <a:pt x="7224" y="1481"/>
                </a:lnTo>
                <a:lnTo>
                  <a:pt x="7224" y="1513"/>
                </a:lnTo>
                <a:cubicBezTo>
                  <a:pt x="7255" y="1513"/>
                  <a:pt x="7286" y="1513"/>
                  <a:pt x="7255" y="1513"/>
                </a:cubicBezTo>
                <a:cubicBezTo>
                  <a:pt x="7286" y="1513"/>
                  <a:pt x="7255" y="1451"/>
                  <a:pt x="7286" y="1451"/>
                </a:cubicBezTo>
                <a:cubicBezTo>
                  <a:pt x="7255" y="1451"/>
                  <a:pt x="7255" y="1481"/>
                  <a:pt x="7286" y="1451"/>
                </a:cubicBezTo>
                <a:lnTo>
                  <a:pt x="7286" y="1451"/>
                </a:lnTo>
                <a:lnTo>
                  <a:pt x="7286" y="1451"/>
                </a:lnTo>
                <a:cubicBezTo>
                  <a:pt x="7286" y="1451"/>
                  <a:pt x="7286" y="1451"/>
                  <a:pt x="7317" y="1451"/>
                </a:cubicBezTo>
                <a:lnTo>
                  <a:pt x="7286" y="1451"/>
                </a:lnTo>
                <a:lnTo>
                  <a:pt x="7286" y="1481"/>
                </a:lnTo>
                <a:lnTo>
                  <a:pt x="7317" y="1481"/>
                </a:lnTo>
                <a:cubicBezTo>
                  <a:pt x="7348" y="1481"/>
                  <a:pt x="7471" y="1451"/>
                  <a:pt x="7502" y="1420"/>
                </a:cubicBezTo>
                <a:cubicBezTo>
                  <a:pt x="7533" y="1420"/>
                  <a:pt x="7564" y="1390"/>
                  <a:pt x="7533" y="1358"/>
                </a:cubicBezTo>
                <a:cubicBezTo>
                  <a:pt x="7502" y="1327"/>
                  <a:pt x="7533" y="1327"/>
                  <a:pt x="7533" y="1327"/>
                </a:cubicBezTo>
                <a:cubicBezTo>
                  <a:pt x="7564" y="1327"/>
                  <a:pt x="7533" y="1327"/>
                  <a:pt x="7533" y="1327"/>
                </a:cubicBezTo>
                <a:lnTo>
                  <a:pt x="7533" y="1327"/>
                </a:lnTo>
                <a:cubicBezTo>
                  <a:pt x="7533" y="1297"/>
                  <a:pt x="7533" y="1297"/>
                  <a:pt x="7533" y="1297"/>
                </a:cubicBezTo>
                <a:lnTo>
                  <a:pt x="7533" y="1297"/>
                </a:lnTo>
                <a:lnTo>
                  <a:pt x="7533" y="1297"/>
                </a:lnTo>
                <a:lnTo>
                  <a:pt x="7533" y="1297"/>
                </a:lnTo>
                <a:cubicBezTo>
                  <a:pt x="7502" y="1297"/>
                  <a:pt x="7564" y="1297"/>
                  <a:pt x="7564" y="1297"/>
                </a:cubicBezTo>
                <a:cubicBezTo>
                  <a:pt x="7564" y="1297"/>
                  <a:pt x="7657" y="1297"/>
                  <a:pt x="7657" y="1266"/>
                </a:cubicBezTo>
                <a:lnTo>
                  <a:pt x="7595" y="1266"/>
                </a:lnTo>
                <a:cubicBezTo>
                  <a:pt x="7595" y="1235"/>
                  <a:pt x="7657" y="1235"/>
                  <a:pt x="7657" y="1235"/>
                </a:cubicBezTo>
                <a:cubicBezTo>
                  <a:pt x="7657" y="1204"/>
                  <a:pt x="7595" y="1235"/>
                  <a:pt x="7595" y="1235"/>
                </a:cubicBezTo>
                <a:cubicBezTo>
                  <a:pt x="7625" y="1235"/>
                  <a:pt x="7625" y="1204"/>
                  <a:pt x="7625" y="1204"/>
                </a:cubicBezTo>
                <a:lnTo>
                  <a:pt x="7625" y="1204"/>
                </a:lnTo>
                <a:cubicBezTo>
                  <a:pt x="7595" y="1204"/>
                  <a:pt x="7564" y="1204"/>
                  <a:pt x="7564" y="1204"/>
                </a:cubicBezTo>
                <a:cubicBezTo>
                  <a:pt x="7564" y="1173"/>
                  <a:pt x="7595" y="1204"/>
                  <a:pt x="7595" y="1204"/>
                </a:cubicBezTo>
                <a:cubicBezTo>
                  <a:pt x="7625" y="1204"/>
                  <a:pt x="7595" y="1204"/>
                  <a:pt x="7595" y="1204"/>
                </a:cubicBezTo>
                <a:cubicBezTo>
                  <a:pt x="7625" y="1173"/>
                  <a:pt x="7625" y="1204"/>
                  <a:pt x="7625" y="1173"/>
                </a:cubicBezTo>
                <a:cubicBezTo>
                  <a:pt x="7595" y="1173"/>
                  <a:pt x="7564" y="1173"/>
                  <a:pt x="7502" y="1173"/>
                </a:cubicBezTo>
                <a:lnTo>
                  <a:pt x="7410" y="1173"/>
                </a:lnTo>
                <a:lnTo>
                  <a:pt x="7441" y="1173"/>
                </a:lnTo>
                <a:cubicBezTo>
                  <a:pt x="7410" y="1173"/>
                  <a:pt x="7378" y="1204"/>
                  <a:pt x="7410" y="1204"/>
                </a:cubicBezTo>
                <a:lnTo>
                  <a:pt x="7410" y="1204"/>
                </a:lnTo>
                <a:cubicBezTo>
                  <a:pt x="7410" y="1204"/>
                  <a:pt x="7378" y="1204"/>
                  <a:pt x="7410" y="1204"/>
                </a:cubicBezTo>
                <a:cubicBezTo>
                  <a:pt x="7378" y="1204"/>
                  <a:pt x="7378" y="1235"/>
                  <a:pt x="7378" y="1235"/>
                </a:cubicBezTo>
                <a:lnTo>
                  <a:pt x="7410" y="1235"/>
                </a:lnTo>
                <a:lnTo>
                  <a:pt x="7410" y="1235"/>
                </a:lnTo>
                <a:cubicBezTo>
                  <a:pt x="7410" y="1235"/>
                  <a:pt x="7410" y="1235"/>
                  <a:pt x="7441" y="1235"/>
                </a:cubicBezTo>
                <a:cubicBezTo>
                  <a:pt x="7410" y="1235"/>
                  <a:pt x="7410" y="1235"/>
                  <a:pt x="7410" y="1235"/>
                </a:cubicBezTo>
                <a:lnTo>
                  <a:pt x="7410" y="1235"/>
                </a:lnTo>
                <a:cubicBezTo>
                  <a:pt x="7410" y="1266"/>
                  <a:pt x="7378" y="1266"/>
                  <a:pt x="7378" y="1235"/>
                </a:cubicBezTo>
                <a:cubicBezTo>
                  <a:pt x="7378" y="1266"/>
                  <a:pt x="7378" y="1266"/>
                  <a:pt x="7378" y="1266"/>
                </a:cubicBezTo>
                <a:lnTo>
                  <a:pt x="7378" y="1266"/>
                </a:lnTo>
                <a:cubicBezTo>
                  <a:pt x="7378" y="1266"/>
                  <a:pt x="7378" y="1266"/>
                  <a:pt x="7410" y="1266"/>
                </a:cubicBezTo>
                <a:lnTo>
                  <a:pt x="7348" y="1266"/>
                </a:lnTo>
                <a:cubicBezTo>
                  <a:pt x="7317" y="1266"/>
                  <a:pt x="7286" y="1297"/>
                  <a:pt x="7255" y="1327"/>
                </a:cubicBezTo>
                <a:lnTo>
                  <a:pt x="7224" y="1358"/>
                </a:lnTo>
                <a:cubicBezTo>
                  <a:pt x="7194" y="1358"/>
                  <a:pt x="7163" y="1390"/>
                  <a:pt x="7163" y="1390"/>
                </a:cubicBezTo>
                <a:lnTo>
                  <a:pt x="7131" y="1390"/>
                </a:lnTo>
                <a:cubicBezTo>
                  <a:pt x="7101" y="1420"/>
                  <a:pt x="7101" y="1420"/>
                  <a:pt x="7070" y="1420"/>
                </a:cubicBezTo>
                <a:cubicBezTo>
                  <a:pt x="7101" y="1420"/>
                  <a:pt x="7101" y="1420"/>
                  <a:pt x="7070" y="1420"/>
                </a:cubicBezTo>
                <a:cubicBezTo>
                  <a:pt x="7070" y="1420"/>
                  <a:pt x="7070" y="1420"/>
                  <a:pt x="7101" y="1420"/>
                </a:cubicBezTo>
                <a:cubicBezTo>
                  <a:pt x="7101" y="1390"/>
                  <a:pt x="7070" y="1358"/>
                  <a:pt x="7070" y="1358"/>
                </a:cubicBezTo>
                <a:cubicBezTo>
                  <a:pt x="7070" y="1327"/>
                  <a:pt x="7101" y="1327"/>
                  <a:pt x="7101" y="1297"/>
                </a:cubicBezTo>
                <a:cubicBezTo>
                  <a:pt x="7101" y="1327"/>
                  <a:pt x="7101" y="1327"/>
                  <a:pt x="7101" y="1327"/>
                </a:cubicBezTo>
                <a:cubicBezTo>
                  <a:pt x="7131" y="1327"/>
                  <a:pt x="7163" y="1266"/>
                  <a:pt x="7163" y="1266"/>
                </a:cubicBezTo>
                <a:cubicBezTo>
                  <a:pt x="7163" y="1235"/>
                  <a:pt x="7131" y="1204"/>
                  <a:pt x="7101" y="1235"/>
                </a:cubicBezTo>
                <a:cubicBezTo>
                  <a:pt x="7101" y="1235"/>
                  <a:pt x="7070" y="1235"/>
                  <a:pt x="7040" y="1266"/>
                </a:cubicBezTo>
                <a:lnTo>
                  <a:pt x="7040" y="1266"/>
                </a:lnTo>
                <a:lnTo>
                  <a:pt x="7040" y="1266"/>
                </a:lnTo>
                <a:cubicBezTo>
                  <a:pt x="7040" y="1266"/>
                  <a:pt x="6977" y="1327"/>
                  <a:pt x="6947" y="1327"/>
                </a:cubicBezTo>
                <a:cubicBezTo>
                  <a:pt x="6947" y="1297"/>
                  <a:pt x="6947" y="1297"/>
                  <a:pt x="6977" y="1297"/>
                </a:cubicBezTo>
                <a:cubicBezTo>
                  <a:pt x="6947" y="1297"/>
                  <a:pt x="6947" y="1297"/>
                  <a:pt x="6947" y="1297"/>
                </a:cubicBezTo>
                <a:cubicBezTo>
                  <a:pt x="6977" y="1297"/>
                  <a:pt x="6947" y="1297"/>
                  <a:pt x="6947" y="1297"/>
                </a:cubicBezTo>
                <a:cubicBezTo>
                  <a:pt x="6947" y="1297"/>
                  <a:pt x="7008" y="1266"/>
                  <a:pt x="6977" y="1266"/>
                </a:cubicBezTo>
                <a:lnTo>
                  <a:pt x="7008" y="1235"/>
                </a:lnTo>
                <a:cubicBezTo>
                  <a:pt x="7008" y="1235"/>
                  <a:pt x="6977" y="1235"/>
                  <a:pt x="6977" y="1204"/>
                </a:cubicBezTo>
                <a:lnTo>
                  <a:pt x="7008" y="1204"/>
                </a:lnTo>
                <a:cubicBezTo>
                  <a:pt x="6977" y="1235"/>
                  <a:pt x="6977" y="1204"/>
                  <a:pt x="7008" y="1204"/>
                </a:cubicBezTo>
                <a:cubicBezTo>
                  <a:pt x="6977" y="1235"/>
                  <a:pt x="7008" y="1204"/>
                  <a:pt x="7008" y="1235"/>
                </a:cubicBezTo>
                <a:lnTo>
                  <a:pt x="7040" y="1204"/>
                </a:lnTo>
                <a:cubicBezTo>
                  <a:pt x="7008" y="1204"/>
                  <a:pt x="6977" y="1204"/>
                  <a:pt x="6977" y="1204"/>
                </a:cubicBezTo>
                <a:cubicBezTo>
                  <a:pt x="6977" y="1204"/>
                  <a:pt x="7008" y="1204"/>
                  <a:pt x="7008" y="1173"/>
                </a:cubicBezTo>
                <a:cubicBezTo>
                  <a:pt x="7008" y="1204"/>
                  <a:pt x="6977" y="1204"/>
                  <a:pt x="6977" y="1204"/>
                </a:cubicBezTo>
                <a:cubicBezTo>
                  <a:pt x="6947" y="1204"/>
                  <a:pt x="6916" y="1204"/>
                  <a:pt x="6947" y="1173"/>
                </a:cubicBezTo>
                <a:cubicBezTo>
                  <a:pt x="6947" y="1173"/>
                  <a:pt x="6916" y="1173"/>
                  <a:pt x="6947" y="1173"/>
                </a:cubicBezTo>
                <a:cubicBezTo>
                  <a:pt x="6916" y="1173"/>
                  <a:pt x="6916" y="1173"/>
                  <a:pt x="6884" y="1173"/>
                </a:cubicBezTo>
                <a:lnTo>
                  <a:pt x="6916" y="1173"/>
                </a:lnTo>
                <a:cubicBezTo>
                  <a:pt x="6854" y="1173"/>
                  <a:pt x="6977" y="1173"/>
                  <a:pt x="6977" y="1143"/>
                </a:cubicBezTo>
                <a:lnTo>
                  <a:pt x="6947" y="1143"/>
                </a:lnTo>
                <a:cubicBezTo>
                  <a:pt x="6977" y="1143"/>
                  <a:pt x="6977" y="1143"/>
                  <a:pt x="6977" y="1143"/>
                </a:cubicBezTo>
                <a:cubicBezTo>
                  <a:pt x="6977" y="1143"/>
                  <a:pt x="7008" y="1143"/>
                  <a:pt x="7040" y="1143"/>
                </a:cubicBezTo>
                <a:cubicBezTo>
                  <a:pt x="7040" y="1143"/>
                  <a:pt x="7040" y="1143"/>
                  <a:pt x="7008" y="1143"/>
                </a:cubicBezTo>
                <a:cubicBezTo>
                  <a:pt x="7040" y="1143"/>
                  <a:pt x="7040" y="1111"/>
                  <a:pt x="7040" y="1111"/>
                </a:cubicBezTo>
                <a:lnTo>
                  <a:pt x="7008" y="1143"/>
                </a:lnTo>
                <a:cubicBezTo>
                  <a:pt x="7008" y="1111"/>
                  <a:pt x="7008" y="1111"/>
                  <a:pt x="7008" y="1111"/>
                </a:cubicBezTo>
                <a:lnTo>
                  <a:pt x="7008" y="1111"/>
                </a:lnTo>
                <a:lnTo>
                  <a:pt x="7008" y="1111"/>
                </a:lnTo>
                <a:lnTo>
                  <a:pt x="7008" y="1111"/>
                </a:lnTo>
                <a:cubicBezTo>
                  <a:pt x="7008" y="1111"/>
                  <a:pt x="7008" y="1111"/>
                  <a:pt x="7008" y="1080"/>
                </a:cubicBezTo>
                <a:lnTo>
                  <a:pt x="7008" y="1080"/>
                </a:lnTo>
                <a:lnTo>
                  <a:pt x="7008" y="1080"/>
                </a:lnTo>
                <a:lnTo>
                  <a:pt x="6977" y="1080"/>
                </a:lnTo>
                <a:cubicBezTo>
                  <a:pt x="6977" y="1080"/>
                  <a:pt x="7040" y="1050"/>
                  <a:pt x="7040" y="1019"/>
                </a:cubicBezTo>
                <a:lnTo>
                  <a:pt x="7008" y="1019"/>
                </a:lnTo>
                <a:cubicBezTo>
                  <a:pt x="7008" y="988"/>
                  <a:pt x="7008" y="988"/>
                  <a:pt x="7008" y="988"/>
                </a:cubicBezTo>
                <a:cubicBezTo>
                  <a:pt x="7008" y="988"/>
                  <a:pt x="6977" y="988"/>
                  <a:pt x="6947" y="988"/>
                </a:cubicBezTo>
                <a:cubicBezTo>
                  <a:pt x="6977" y="988"/>
                  <a:pt x="6977" y="988"/>
                  <a:pt x="6977" y="988"/>
                </a:cubicBezTo>
                <a:lnTo>
                  <a:pt x="6947" y="988"/>
                </a:lnTo>
                <a:lnTo>
                  <a:pt x="6977" y="988"/>
                </a:lnTo>
                <a:cubicBezTo>
                  <a:pt x="6977" y="957"/>
                  <a:pt x="6977" y="957"/>
                  <a:pt x="6977" y="988"/>
                </a:cubicBezTo>
                <a:cubicBezTo>
                  <a:pt x="6977" y="957"/>
                  <a:pt x="7008" y="988"/>
                  <a:pt x="7008" y="957"/>
                </a:cubicBezTo>
                <a:lnTo>
                  <a:pt x="7008" y="957"/>
                </a:lnTo>
                <a:cubicBezTo>
                  <a:pt x="7008" y="957"/>
                  <a:pt x="7040" y="957"/>
                  <a:pt x="7070" y="957"/>
                </a:cubicBezTo>
                <a:cubicBezTo>
                  <a:pt x="7101" y="926"/>
                  <a:pt x="7101" y="926"/>
                  <a:pt x="7101" y="926"/>
                </a:cubicBezTo>
                <a:lnTo>
                  <a:pt x="7101" y="896"/>
                </a:lnTo>
                <a:lnTo>
                  <a:pt x="7070" y="896"/>
                </a:lnTo>
                <a:cubicBezTo>
                  <a:pt x="7070" y="896"/>
                  <a:pt x="7131" y="896"/>
                  <a:pt x="7163" y="896"/>
                </a:cubicBezTo>
                <a:cubicBezTo>
                  <a:pt x="7194" y="926"/>
                  <a:pt x="7224" y="896"/>
                  <a:pt x="7224" y="896"/>
                </a:cubicBezTo>
                <a:cubicBezTo>
                  <a:pt x="7255" y="896"/>
                  <a:pt x="7317" y="864"/>
                  <a:pt x="7286" y="864"/>
                </a:cubicBezTo>
                <a:cubicBezTo>
                  <a:pt x="7348" y="864"/>
                  <a:pt x="7410" y="833"/>
                  <a:pt x="7441" y="803"/>
                </a:cubicBezTo>
                <a:cubicBezTo>
                  <a:pt x="7410" y="772"/>
                  <a:pt x="7348" y="803"/>
                  <a:pt x="7317" y="803"/>
                </a:cubicBezTo>
                <a:cubicBezTo>
                  <a:pt x="7348" y="772"/>
                  <a:pt x="7224" y="772"/>
                  <a:pt x="7224" y="803"/>
                </a:cubicBezTo>
                <a:cubicBezTo>
                  <a:pt x="7224" y="803"/>
                  <a:pt x="7131" y="772"/>
                  <a:pt x="7101" y="803"/>
                </a:cubicBezTo>
                <a:cubicBezTo>
                  <a:pt x="7101" y="803"/>
                  <a:pt x="7101" y="803"/>
                  <a:pt x="7131" y="803"/>
                </a:cubicBezTo>
                <a:cubicBezTo>
                  <a:pt x="7101" y="803"/>
                  <a:pt x="7101" y="803"/>
                  <a:pt x="7101" y="803"/>
                </a:cubicBezTo>
                <a:cubicBezTo>
                  <a:pt x="7101" y="833"/>
                  <a:pt x="7131" y="833"/>
                  <a:pt x="7131" y="833"/>
                </a:cubicBezTo>
                <a:cubicBezTo>
                  <a:pt x="7101" y="803"/>
                  <a:pt x="7070" y="833"/>
                  <a:pt x="7070" y="833"/>
                </a:cubicBezTo>
                <a:lnTo>
                  <a:pt x="6977" y="896"/>
                </a:lnTo>
                <a:cubicBezTo>
                  <a:pt x="6977" y="926"/>
                  <a:pt x="6977" y="957"/>
                  <a:pt x="6947" y="957"/>
                </a:cubicBezTo>
                <a:cubicBezTo>
                  <a:pt x="6947" y="957"/>
                  <a:pt x="6947" y="957"/>
                  <a:pt x="6947" y="988"/>
                </a:cubicBezTo>
                <a:cubicBezTo>
                  <a:pt x="6947" y="988"/>
                  <a:pt x="6916" y="988"/>
                  <a:pt x="6947" y="988"/>
                </a:cubicBezTo>
                <a:lnTo>
                  <a:pt x="6916" y="988"/>
                </a:lnTo>
                <a:cubicBezTo>
                  <a:pt x="6947" y="988"/>
                  <a:pt x="6947" y="988"/>
                  <a:pt x="6977" y="988"/>
                </a:cubicBezTo>
                <a:cubicBezTo>
                  <a:pt x="6947" y="988"/>
                  <a:pt x="6854" y="1019"/>
                  <a:pt x="6854" y="1019"/>
                </a:cubicBezTo>
                <a:cubicBezTo>
                  <a:pt x="6854" y="1019"/>
                  <a:pt x="6854" y="1019"/>
                  <a:pt x="6884" y="1019"/>
                </a:cubicBezTo>
                <a:cubicBezTo>
                  <a:pt x="6854" y="1019"/>
                  <a:pt x="6854" y="1019"/>
                  <a:pt x="6854" y="1019"/>
                </a:cubicBezTo>
                <a:cubicBezTo>
                  <a:pt x="6823" y="1050"/>
                  <a:pt x="6823" y="1019"/>
                  <a:pt x="6793" y="1019"/>
                </a:cubicBezTo>
                <a:cubicBezTo>
                  <a:pt x="6793" y="1050"/>
                  <a:pt x="6761" y="1050"/>
                  <a:pt x="6761" y="1050"/>
                </a:cubicBezTo>
                <a:lnTo>
                  <a:pt x="6761" y="1050"/>
                </a:lnTo>
                <a:lnTo>
                  <a:pt x="6730" y="1080"/>
                </a:lnTo>
                <a:cubicBezTo>
                  <a:pt x="6730" y="1111"/>
                  <a:pt x="6761" y="1080"/>
                  <a:pt x="6761" y="1080"/>
                </a:cubicBezTo>
                <a:cubicBezTo>
                  <a:pt x="6761" y="1080"/>
                  <a:pt x="6761" y="1080"/>
                  <a:pt x="6761" y="1111"/>
                </a:cubicBezTo>
                <a:lnTo>
                  <a:pt x="6761" y="1111"/>
                </a:lnTo>
                <a:lnTo>
                  <a:pt x="6700" y="1111"/>
                </a:lnTo>
                <a:cubicBezTo>
                  <a:pt x="6669" y="1143"/>
                  <a:pt x="6700" y="1143"/>
                  <a:pt x="6700" y="1173"/>
                </a:cubicBezTo>
                <a:lnTo>
                  <a:pt x="6669" y="1173"/>
                </a:lnTo>
                <a:cubicBezTo>
                  <a:pt x="6700" y="1173"/>
                  <a:pt x="6700" y="1173"/>
                  <a:pt x="6700" y="1173"/>
                </a:cubicBezTo>
                <a:lnTo>
                  <a:pt x="6700" y="1173"/>
                </a:lnTo>
                <a:cubicBezTo>
                  <a:pt x="6730" y="1173"/>
                  <a:pt x="6730" y="1173"/>
                  <a:pt x="6761" y="1173"/>
                </a:cubicBezTo>
                <a:cubicBezTo>
                  <a:pt x="6761" y="1204"/>
                  <a:pt x="6793" y="1204"/>
                  <a:pt x="6823" y="1204"/>
                </a:cubicBezTo>
                <a:cubicBezTo>
                  <a:pt x="6793" y="1204"/>
                  <a:pt x="6761" y="1235"/>
                  <a:pt x="6761" y="1235"/>
                </a:cubicBezTo>
                <a:lnTo>
                  <a:pt x="6761" y="1235"/>
                </a:lnTo>
                <a:cubicBezTo>
                  <a:pt x="6730" y="1235"/>
                  <a:pt x="6730" y="1235"/>
                  <a:pt x="6700" y="1266"/>
                </a:cubicBezTo>
                <a:cubicBezTo>
                  <a:pt x="6700" y="1266"/>
                  <a:pt x="6730" y="1266"/>
                  <a:pt x="6761" y="1266"/>
                </a:cubicBezTo>
                <a:lnTo>
                  <a:pt x="6730" y="1266"/>
                </a:lnTo>
                <a:cubicBezTo>
                  <a:pt x="6761" y="1266"/>
                  <a:pt x="6761" y="1235"/>
                  <a:pt x="6761" y="1235"/>
                </a:cubicBezTo>
                <a:lnTo>
                  <a:pt x="6761" y="1235"/>
                </a:lnTo>
                <a:lnTo>
                  <a:pt x="6761" y="1235"/>
                </a:lnTo>
                <a:lnTo>
                  <a:pt x="6793" y="1235"/>
                </a:lnTo>
                <a:cubicBezTo>
                  <a:pt x="6761" y="1266"/>
                  <a:pt x="6700" y="1297"/>
                  <a:pt x="6761" y="1266"/>
                </a:cubicBezTo>
                <a:cubicBezTo>
                  <a:pt x="6700" y="1297"/>
                  <a:pt x="6637" y="1327"/>
                  <a:pt x="6576" y="1327"/>
                </a:cubicBezTo>
                <a:cubicBezTo>
                  <a:pt x="6607" y="1327"/>
                  <a:pt x="6607" y="1327"/>
                  <a:pt x="6576" y="1327"/>
                </a:cubicBezTo>
                <a:lnTo>
                  <a:pt x="6514" y="1358"/>
                </a:lnTo>
                <a:cubicBezTo>
                  <a:pt x="6546" y="1390"/>
                  <a:pt x="6546" y="1390"/>
                  <a:pt x="6514" y="1420"/>
                </a:cubicBezTo>
                <a:cubicBezTo>
                  <a:pt x="6514" y="1420"/>
                  <a:pt x="6514" y="1420"/>
                  <a:pt x="6483" y="1451"/>
                </a:cubicBezTo>
                <a:cubicBezTo>
                  <a:pt x="6483" y="1451"/>
                  <a:pt x="6483" y="1451"/>
                  <a:pt x="6453" y="1451"/>
                </a:cubicBezTo>
                <a:cubicBezTo>
                  <a:pt x="6483" y="1451"/>
                  <a:pt x="6483" y="1420"/>
                  <a:pt x="6483" y="1420"/>
                </a:cubicBezTo>
                <a:lnTo>
                  <a:pt x="6514" y="1390"/>
                </a:lnTo>
                <a:lnTo>
                  <a:pt x="6453" y="1420"/>
                </a:lnTo>
                <a:lnTo>
                  <a:pt x="6453" y="1420"/>
                </a:lnTo>
                <a:lnTo>
                  <a:pt x="6483" y="1390"/>
                </a:lnTo>
                <a:cubicBezTo>
                  <a:pt x="6453" y="1390"/>
                  <a:pt x="6453" y="1390"/>
                  <a:pt x="6453" y="1390"/>
                </a:cubicBezTo>
                <a:cubicBezTo>
                  <a:pt x="6453" y="1358"/>
                  <a:pt x="6483" y="1390"/>
                  <a:pt x="6483" y="1358"/>
                </a:cubicBezTo>
                <a:cubicBezTo>
                  <a:pt x="6483" y="1358"/>
                  <a:pt x="6546" y="1327"/>
                  <a:pt x="6576" y="1297"/>
                </a:cubicBezTo>
                <a:cubicBezTo>
                  <a:pt x="6546" y="1327"/>
                  <a:pt x="6514" y="1327"/>
                  <a:pt x="6483" y="1327"/>
                </a:cubicBezTo>
                <a:cubicBezTo>
                  <a:pt x="6514" y="1327"/>
                  <a:pt x="6483" y="1327"/>
                  <a:pt x="6483" y="1327"/>
                </a:cubicBezTo>
                <a:lnTo>
                  <a:pt x="6514" y="1297"/>
                </a:lnTo>
                <a:lnTo>
                  <a:pt x="6514" y="1327"/>
                </a:lnTo>
                <a:cubicBezTo>
                  <a:pt x="6483" y="1327"/>
                  <a:pt x="6514" y="1327"/>
                  <a:pt x="6514" y="1327"/>
                </a:cubicBezTo>
                <a:cubicBezTo>
                  <a:pt x="6483" y="1327"/>
                  <a:pt x="6483" y="1327"/>
                  <a:pt x="6483" y="1327"/>
                </a:cubicBezTo>
                <a:cubicBezTo>
                  <a:pt x="6483" y="1297"/>
                  <a:pt x="6483" y="1297"/>
                  <a:pt x="6483" y="1297"/>
                </a:cubicBezTo>
                <a:cubicBezTo>
                  <a:pt x="6483" y="1297"/>
                  <a:pt x="6453" y="1266"/>
                  <a:pt x="6453" y="1297"/>
                </a:cubicBezTo>
                <a:lnTo>
                  <a:pt x="6453" y="1297"/>
                </a:lnTo>
                <a:cubicBezTo>
                  <a:pt x="6453" y="1297"/>
                  <a:pt x="6453" y="1266"/>
                  <a:pt x="6422" y="1297"/>
                </a:cubicBezTo>
                <a:cubicBezTo>
                  <a:pt x="6422" y="1327"/>
                  <a:pt x="6391" y="1297"/>
                  <a:pt x="6391" y="1297"/>
                </a:cubicBezTo>
                <a:lnTo>
                  <a:pt x="6360" y="1297"/>
                </a:lnTo>
                <a:lnTo>
                  <a:pt x="6391" y="1327"/>
                </a:lnTo>
                <a:cubicBezTo>
                  <a:pt x="6360" y="1327"/>
                  <a:pt x="6360" y="1327"/>
                  <a:pt x="6360" y="1327"/>
                </a:cubicBezTo>
                <a:lnTo>
                  <a:pt x="6360" y="1327"/>
                </a:lnTo>
                <a:lnTo>
                  <a:pt x="6360" y="1358"/>
                </a:lnTo>
                <a:cubicBezTo>
                  <a:pt x="6360" y="1358"/>
                  <a:pt x="6453" y="1327"/>
                  <a:pt x="6422" y="1358"/>
                </a:cubicBezTo>
                <a:lnTo>
                  <a:pt x="6422" y="1358"/>
                </a:lnTo>
                <a:lnTo>
                  <a:pt x="6422" y="1358"/>
                </a:lnTo>
                <a:cubicBezTo>
                  <a:pt x="6391" y="1358"/>
                  <a:pt x="6360" y="1390"/>
                  <a:pt x="6360" y="1358"/>
                </a:cubicBezTo>
                <a:lnTo>
                  <a:pt x="6360" y="1327"/>
                </a:lnTo>
                <a:cubicBezTo>
                  <a:pt x="6329" y="1327"/>
                  <a:pt x="6329" y="1358"/>
                  <a:pt x="6329" y="1358"/>
                </a:cubicBezTo>
                <a:lnTo>
                  <a:pt x="6144" y="1358"/>
                </a:lnTo>
                <a:cubicBezTo>
                  <a:pt x="6113" y="1358"/>
                  <a:pt x="6082" y="1358"/>
                  <a:pt x="6052" y="1358"/>
                </a:cubicBezTo>
                <a:cubicBezTo>
                  <a:pt x="6052" y="1358"/>
                  <a:pt x="6020" y="1327"/>
                  <a:pt x="5989" y="1327"/>
                </a:cubicBezTo>
                <a:lnTo>
                  <a:pt x="6020" y="1327"/>
                </a:lnTo>
                <a:cubicBezTo>
                  <a:pt x="5989" y="1327"/>
                  <a:pt x="5928" y="1327"/>
                  <a:pt x="5928" y="1327"/>
                </a:cubicBezTo>
                <a:lnTo>
                  <a:pt x="5928" y="1327"/>
                </a:lnTo>
                <a:cubicBezTo>
                  <a:pt x="5928" y="1297"/>
                  <a:pt x="5897" y="1327"/>
                  <a:pt x="5897" y="1327"/>
                </a:cubicBezTo>
                <a:cubicBezTo>
                  <a:pt x="5897" y="1327"/>
                  <a:pt x="5928" y="1327"/>
                  <a:pt x="5928" y="1297"/>
                </a:cubicBezTo>
                <a:cubicBezTo>
                  <a:pt x="5897" y="1327"/>
                  <a:pt x="5897" y="1297"/>
                  <a:pt x="5897" y="1297"/>
                </a:cubicBezTo>
                <a:lnTo>
                  <a:pt x="5897" y="1297"/>
                </a:lnTo>
                <a:cubicBezTo>
                  <a:pt x="5897" y="1297"/>
                  <a:pt x="5928" y="1235"/>
                  <a:pt x="5866" y="1266"/>
                </a:cubicBezTo>
                <a:cubicBezTo>
                  <a:pt x="5805" y="1266"/>
                  <a:pt x="5712" y="1266"/>
                  <a:pt x="5650" y="1327"/>
                </a:cubicBezTo>
                <a:cubicBezTo>
                  <a:pt x="5619" y="1327"/>
                  <a:pt x="5650" y="1297"/>
                  <a:pt x="5650" y="1297"/>
                </a:cubicBezTo>
                <a:cubicBezTo>
                  <a:pt x="5681" y="1327"/>
                  <a:pt x="5650" y="1327"/>
                  <a:pt x="5650" y="1327"/>
                </a:cubicBezTo>
                <a:lnTo>
                  <a:pt x="5712" y="1327"/>
                </a:lnTo>
                <a:lnTo>
                  <a:pt x="5712" y="1327"/>
                </a:lnTo>
                <a:cubicBezTo>
                  <a:pt x="5712" y="1327"/>
                  <a:pt x="5773" y="1297"/>
                  <a:pt x="5805" y="1297"/>
                </a:cubicBezTo>
                <a:lnTo>
                  <a:pt x="5835" y="1297"/>
                </a:lnTo>
                <a:cubicBezTo>
                  <a:pt x="5835" y="1297"/>
                  <a:pt x="5866" y="1266"/>
                  <a:pt x="5897" y="1266"/>
                </a:cubicBezTo>
                <a:cubicBezTo>
                  <a:pt x="5866" y="1297"/>
                  <a:pt x="5805" y="1327"/>
                  <a:pt x="5805" y="1327"/>
                </a:cubicBezTo>
                <a:lnTo>
                  <a:pt x="5742" y="1327"/>
                </a:lnTo>
                <a:cubicBezTo>
                  <a:pt x="5712" y="1327"/>
                  <a:pt x="5712" y="1327"/>
                  <a:pt x="5681" y="1327"/>
                </a:cubicBezTo>
                <a:lnTo>
                  <a:pt x="5712" y="1327"/>
                </a:lnTo>
                <a:cubicBezTo>
                  <a:pt x="5681" y="1327"/>
                  <a:pt x="5681" y="1327"/>
                  <a:pt x="5681" y="1327"/>
                </a:cubicBezTo>
                <a:cubicBezTo>
                  <a:pt x="5681" y="1327"/>
                  <a:pt x="5681" y="1327"/>
                  <a:pt x="5681" y="1358"/>
                </a:cubicBezTo>
                <a:cubicBezTo>
                  <a:pt x="5650" y="1358"/>
                  <a:pt x="5650" y="1358"/>
                  <a:pt x="5650" y="1390"/>
                </a:cubicBezTo>
                <a:cubicBezTo>
                  <a:pt x="5650" y="1390"/>
                  <a:pt x="5588" y="1420"/>
                  <a:pt x="5650" y="1420"/>
                </a:cubicBezTo>
                <a:cubicBezTo>
                  <a:pt x="5619" y="1420"/>
                  <a:pt x="5619" y="1420"/>
                  <a:pt x="5619" y="1451"/>
                </a:cubicBezTo>
                <a:cubicBezTo>
                  <a:pt x="5619" y="1420"/>
                  <a:pt x="5588" y="1451"/>
                  <a:pt x="5588" y="1451"/>
                </a:cubicBezTo>
                <a:lnTo>
                  <a:pt x="5588" y="1451"/>
                </a:lnTo>
                <a:lnTo>
                  <a:pt x="5588" y="1451"/>
                </a:lnTo>
                <a:cubicBezTo>
                  <a:pt x="5588" y="1451"/>
                  <a:pt x="5619" y="1451"/>
                  <a:pt x="5619" y="1420"/>
                </a:cubicBezTo>
                <a:cubicBezTo>
                  <a:pt x="5588" y="1420"/>
                  <a:pt x="5558" y="1451"/>
                  <a:pt x="5558" y="1451"/>
                </a:cubicBezTo>
                <a:cubicBezTo>
                  <a:pt x="5526" y="1420"/>
                  <a:pt x="5588" y="1420"/>
                  <a:pt x="5588" y="1420"/>
                </a:cubicBezTo>
                <a:cubicBezTo>
                  <a:pt x="5619" y="1390"/>
                  <a:pt x="5588" y="1390"/>
                  <a:pt x="5558" y="1390"/>
                </a:cubicBezTo>
                <a:cubicBezTo>
                  <a:pt x="5588" y="1390"/>
                  <a:pt x="5588" y="1390"/>
                  <a:pt x="5588" y="1390"/>
                </a:cubicBezTo>
                <a:cubicBezTo>
                  <a:pt x="5588" y="1358"/>
                  <a:pt x="5558" y="1390"/>
                  <a:pt x="5558" y="1390"/>
                </a:cubicBezTo>
                <a:lnTo>
                  <a:pt x="5558" y="1358"/>
                </a:lnTo>
                <a:lnTo>
                  <a:pt x="5526" y="1358"/>
                </a:lnTo>
                <a:lnTo>
                  <a:pt x="5526" y="1358"/>
                </a:lnTo>
                <a:lnTo>
                  <a:pt x="5526" y="1358"/>
                </a:lnTo>
                <a:lnTo>
                  <a:pt x="5526" y="1327"/>
                </a:lnTo>
                <a:cubicBezTo>
                  <a:pt x="5495" y="1327"/>
                  <a:pt x="5434" y="1358"/>
                  <a:pt x="5403" y="1358"/>
                </a:cubicBezTo>
                <a:lnTo>
                  <a:pt x="5434" y="1358"/>
                </a:lnTo>
                <a:lnTo>
                  <a:pt x="5372" y="1358"/>
                </a:lnTo>
                <a:cubicBezTo>
                  <a:pt x="5341" y="1358"/>
                  <a:pt x="5311" y="1358"/>
                  <a:pt x="5311" y="1358"/>
                </a:cubicBezTo>
                <a:cubicBezTo>
                  <a:pt x="5249" y="1358"/>
                  <a:pt x="5218" y="1358"/>
                  <a:pt x="5187" y="1358"/>
                </a:cubicBezTo>
                <a:lnTo>
                  <a:pt x="5125" y="1358"/>
                </a:lnTo>
                <a:cubicBezTo>
                  <a:pt x="5125" y="1327"/>
                  <a:pt x="5156" y="1358"/>
                  <a:pt x="5156" y="1327"/>
                </a:cubicBezTo>
                <a:cubicBezTo>
                  <a:pt x="5156" y="1327"/>
                  <a:pt x="5218" y="1297"/>
                  <a:pt x="5187" y="1297"/>
                </a:cubicBezTo>
                <a:cubicBezTo>
                  <a:pt x="5218" y="1297"/>
                  <a:pt x="5218" y="1327"/>
                  <a:pt x="5249" y="1327"/>
                </a:cubicBezTo>
                <a:lnTo>
                  <a:pt x="5279" y="1297"/>
                </a:lnTo>
                <a:lnTo>
                  <a:pt x="5279" y="1297"/>
                </a:lnTo>
                <a:lnTo>
                  <a:pt x="5249" y="1266"/>
                </a:lnTo>
                <a:cubicBezTo>
                  <a:pt x="5249" y="1235"/>
                  <a:pt x="5156" y="1235"/>
                  <a:pt x="5156" y="1235"/>
                </a:cubicBezTo>
                <a:cubicBezTo>
                  <a:pt x="5156" y="1266"/>
                  <a:pt x="5125" y="1266"/>
                  <a:pt x="5094" y="1266"/>
                </a:cubicBezTo>
                <a:cubicBezTo>
                  <a:pt x="5064" y="1266"/>
                  <a:pt x="5002" y="1173"/>
                  <a:pt x="4940" y="1204"/>
                </a:cubicBezTo>
                <a:cubicBezTo>
                  <a:pt x="4909" y="1173"/>
                  <a:pt x="4817" y="1143"/>
                  <a:pt x="4755" y="1173"/>
                </a:cubicBezTo>
                <a:cubicBezTo>
                  <a:pt x="4755" y="1204"/>
                  <a:pt x="4631" y="1235"/>
                  <a:pt x="4631" y="1204"/>
                </a:cubicBezTo>
                <a:cubicBezTo>
                  <a:pt x="4631" y="1204"/>
                  <a:pt x="4693" y="1204"/>
                  <a:pt x="4693" y="1173"/>
                </a:cubicBezTo>
                <a:lnTo>
                  <a:pt x="4662" y="1173"/>
                </a:lnTo>
                <a:cubicBezTo>
                  <a:pt x="4662" y="1173"/>
                  <a:pt x="4724" y="1173"/>
                  <a:pt x="4693" y="1143"/>
                </a:cubicBezTo>
                <a:cubicBezTo>
                  <a:pt x="4724" y="1143"/>
                  <a:pt x="4693" y="1143"/>
                  <a:pt x="4693" y="1143"/>
                </a:cubicBezTo>
                <a:lnTo>
                  <a:pt x="4631" y="1173"/>
                </a:lnTo>
                <a:lnTo>
                  <a:pt x="4600" y="1204"/>
                </a:lnTo>
                <a:cubicBezTo>
                  <a:pt x="4631" y="1204"/>
                  <a:pt x="4538" y="1235"/>
                  <a:pt x="4538" y="1173"/>
                </a:cubicBezTo>
                <a:cubicBezTo>
                  <a:pt x="4508" y="1173"/>
                  <a:pt x="4538" y="1143"/>
                  <a:pt x="4538" y="1143"/>
                </a:cubicBezTo>
                <a:cubicBezTo>
                  <a:pt x="4570" y="1111"/>
                  <a:pt x="4538" y="1111"/>
                  <a:pt x="4508" y="1111"/>
                </a:cubicBezTo>
                <a:cubicBezTo>
                  <a:pt x="4508" y="1111"/>
                  <a:pt x="4508" y="1111"/>
                  <a:pt x="4508" y="1143"/>
                </a:cubicBezTo>
                <a:lnTo>
                  <a:pt x="4354" y="1173"/>
                </a:lnTo>
                <a:lnTo>
                  <a:pt x="4384" y="1143"/>
                </a:lnTo>
                <a:lnTo>
                  <a:pt x="4322" y="1173"/>
                </a:lnTo>
                <a:cubicBezTo>
                  <a:pt x="4291" y="1173"/>
                  <a:pt x="4230" y="1173"/>
                  <a:pt x="4199" y="1204"/>
                </a:cubicBezTo>
                <a:cubicBezTo>
                  <a:pt x="4199" y="1204"/>
                  <a:pt x="4168" y="1235"/>
                  <a:pt x="4137" y="1235"/>
                </a:cubicBezTo>
                <a:cubicBezTo>
                  <a:pt x="4168" y="1235"/>
                  <a:pt x="4137" y="1204"/>
                  <a:pt x="4137" y="1204"/>
                </a:cubicBezTo>
                <a:lnTo>
                  <a:pt x="4137" y="1204"/>
                </a:lnTo>
                <a:lnTo>
                  <a:pt x="4107" y="1204"/>
                </a:lnTo>
                <a:cubicBezTo>
                  <a:pt x="4076" y="1204"/>
                  <a:pt x="4076" y="1235"/>
                  <a:pt x="4076" y="1235"/>
                </a:cubicBezTo>
                <a:cubicBezTo>
                  <a:pt x="4076" y="1204"/>
                  <a:pt x="4044" y="1235"/>
                  <a:pt x="4076" y="1235"/>
                </a:cubicBezTo>
                <a:lnTo>
                  <a:pt x="4076" y="1235"/>
                </a:lnTo>
                <a:cubicBezTo>
                  <a:pt x="4076" y="1204"/>
                  <a:pt x="4107" y="1204"/>
                  <a:pt x="4137" y="1204"/>
                </a:cubicBezTo>
                <a:cubicBezTo>
                  <a:pt x="4199" y="1173"/>
                  <a:pt x="4199" y="1173"/>
                  <a:pt x="4261" y="1173"/>
                </a:cubicBezTo>
                <a:cubicBezTo>
                  <a:pt x="4322" y="1173"/>
                  <a:pt x="4384" y="1143"/>
                  <a:pt x="4354" y="1143"/>
                </a:cubicBezTo>
                <a:lnTo>
                  <a:pt x="4384" y="1143"/>
                </a:lnTo>
                <a:cubicBezTo>
                  <a:pt x="4354" y="1143"/>
                  <a:pt x="4354" y="1143"/>
                  <a:pt x="4322" y="1143"/>
                </a:cubicBezTo>
                <a:cubicBezTo>
                  <a:pt x="4354" y="1143"/>
                  <a:pt x="4322" y="1143"/>
                  <a:pt x="4291" y="1143"/>
                </a:cubicBezTo>
                <a:cubicBezTo>
                  <a:pt x="4322" y="1143"/>
                  <a:pt x="4322" y="1143"/>
                  <a:pt x="4322" y="1143"/>
                </a:cubicBezTo>
                <a:lnTo>
                  <a:pt x="4291" y="1143"/>
                </a:lnTo>
                <a:cubicBezTo>
                  <a:pt x="4291" y="1143"/>
                  <a:pt x="4261" y="1143"/>
                  <a:pt x="4199" y="1173"/>
                </a:cubicBezTo>
                <a:cubicBezTo>
                  <a:pt x="4230" y="1173"/>
                  <a:pt x="4230" y="1173"/>
                  <a:pt x="4230" y="1173"/>
                </a:cubicBezTo>
                <a:cubicBezTo>
                  <a:pt x="4230" y="1143"/>
                  <a:pt x="4168" y="1173"/>
                  <a:pt x="4137" y="1173"/>
                </a:cubicBezTo>
                <a:lnTo>
                  <a:pt x="4076" y="1173"/>
                </a:lnTo>
                <a:cubicBezTo>
                  <a:pt x="4044" y="1173"/>
                  <a:pt x="4014" y="1204"/>
                  <a:pt x="3983" y="1204"/>
                </a:cubicBezTo>
                <a:cubicBezTo>
                  <a:pt x="3952" y="1235"/>
                  <a:pt x="3890" y="1204"/>
                  <a:pt x="3860" y="1266"/>
                </a:cubicBezTo>
                <a:cubicBezTo>
                  <a:pt x="3860" y="1204"/>
                  <a:pt x="3983" y="1235"/>
                  <a:pt x="4014" y="1204"/>
                </a:cubicBezTo>
                <a:lnTo>
                  <a:pt x="3983" y="1204"/>
                </a:lnTo>
                <a:lnTo>
                  <a:pt x="3983" y="1204"/>
                </a:lnTo>
                <a:lnTo>
                  <a:pt x="3983" y="1173"/>
                </a:lnTo>
                <a:cubicBezTo>
                  <a:pt x="3983" y="1173"/>
                  <a:pt x="3952" y="1204"/>
                  <a:pt x="3983" y="1173"/>
                </a:cubicBezTo>
                <a:lnTo>
                  <a:pt x="3952" y="1204"/>
                </a:lnTo>
                <a:cubicBezTo>
                  <a:pt x="3921" y="1173"/>
                  <a:pt x="3860" y="1204"/>
                  <a:pt x="3829" y="1235"/>
                </a:cubicBezTo>
                <a:cubicBezTo>
                  <a:pt x="3829" y="1204"/>
                  <a:pt x="3829" y="1204"/>
                  <a:pt x="3829" y="1235"/>
                </a:cubicBezTo>
                <a:lnTo>
                  <a:pt x="3829" y="1235"/>
                </a:lnTo>
                <a:cubicBezTo>
                  <a:pt x="3829" y="1235"/>
                  <a:pt x="3829" y="1204"/>
                  <a:pt x="3797" y="1235"/>
                </a:cubicBezTo>
                <a:cubicBezTo>
                  <a:pt x="3797" y="1235"/>
                  <a:pt x="3797" y="1235"/>
                  <a:pt x="3829" y="1235"/>
                </a:cubicBezTo>
                <a:cubicBezTo>
                  <a:pt x="3797" y="1235"/>
                  <a:pt x="3767" y="1235"/>
                  <a:pt x="3767" y="1235"/>
                </a:cubicBezTo>
                <a:cubicBezTo>
                  <a:pt x="3767" y="1266"/>
                  <a:pt x="3829" y="1235"/>
                  <a:pt x="3829" y="1235"/>
                </a:cubicBezTo>
                <a:cubicBezTo>
                  <a:pt x="3797" y="1235"/>
                  <a:pt x="3860" y="1235"/>
                  <a:pt x="3860" y="1235"/>
                </a:cubicBezTo>
                <a:cubicBezTo>
                  <a:pt x="3860" y="1235"/>
                  <a:pt x="3860" y="1297"/>
                  <a:pt x="3860" y="1266"/>
                </a:cubicBezTo>
                <a:cubicBezTo>
                  <a:pt x="3860" y="1297"/>
                  <a:pt x="3860" y="1266"/>
                  <a:pt x="3860" y="1266"/>
                </a:cubicBezTo>
                <a:lnTo>
                  <a:pt x="3797" y="1266"/>
                </a:lnTo>
                <a:lnTo>
                  <a:pt x="3797" y="1266"/>
                </a:lnTo>
                <a:lnTo>
                  <a:pt x="3797" y="1266"/>
                </a:lnTo>
                <a:lnTo>
                  <a:pt x="3797" y="1266"/>
                </a:lnTo>
                <a:cubicBezTo>
                  <a:pt x="3767" y="1266"/>
                  <a:pt x="3767" y="1266"/>
                  <a:pt x="3736" y="1266"/>
                </a:cubicBezTo>
                <a:cubicBezTo>
                  <a:pt x="3705" y="1266"/>
                  <a:pt x="3643" y="1235"/>
                  <a:pt x="3643" y="1204"/>
                </a:cubicBezTo>
                <a:cubicBezTo>
                  <a:pt x="3643" y="1235"/>
                  <a:pt x="3613" y="1235"/>
                  <a:pt x="3613" y="1235"/>
                </a:cubicBezTo>
                <a:cubicBezTo>
                  <a:pt x="3643" y="1204"/>
                  <a:pt x="3581" y="1173"/>
                  <a:pt x="3581" y="1204"/>
                </a:cubicBezTo>
                <a:cubicBezTo>
                  <a:pt x="3581" y="1173"/>
                  <a:pt x="3550" y="1173"/>
                  <a:pt x="3550" y="1173"/>
                </a:cubicBezTo>
                <a:cubicBezTo>
                  <a:pt x="3520" y="1173"/>
                  <a:pt x="3459" y="1173"/>
                  <a:pt x="3427" y="1173"/>
                </a:cubicBezTo>
                <a:lnTo>
                  <a:pt x="3427" y="1143"/>
                </a:lnTo>
                <a:lnTo>
                  <a:pt x="3427" y="1173"/>
                </a:lnTo>
                <a:cubicBezTo>
                  <a:pt x="3427" y="1173"/>
                  <a:pt x="3427" y="1173"/>
                  <a:pt x="3396" y="1173"/>
                </a:cubicBezTo>
                <a:lnTo>
                  <a:pt x="3396" y="1173"/>
                </a:lnTo>
                <a:lnTo>
                  <a:pt x="3396" y="1173"/>
                </a:lnTo>
                <a:lnTo>
                  <a:pt x="3396" y="1173"/>
                </a:lnTo>
                <a:lnTo>
                  <a:pt x="3396" y="1173"/>
                </a:lnTo>
                <a:lnTo>
                  <a:pt x="3396" y="1173"/>
                </a:lnTo>
                <a:cubicBezTo>
                  <a:pt x="3366" y="1173"/>
                  <a:pt x="3366" y="1173"/>
                  <a:pt x="3366" y="1173"/>
                </a:cubicBezTo>
                <a:cubicBezTo>
                  <a:pt x="3366" y="1173"/>
                  <a:pt x="3366" y="1173"/>
                  <a:pt x="3335" y="1173"/>
                </a:cubicBezTo>
                <a:lnTo>
                  <a:pt x="3335" y="1173"/>
                </a:lnTo>
                <a:lnTo>
                  <a:pt x="3335" y="1173"/>
                </a:lnTo>
                <a:lnTo>
                  <a:pt x="3335" y="1173"/>
                </a:lnTo>
                <a:lnTo>
                  <a:pt x="3335" y="1173"/>
                </a:lnTo>
                <a:cubicBezTo>
                  <a:pt x="3335" y="1173"/>
                  <a:pt x="3335" y="1173"/>
                  <a:pt x="3303" y="1173"/>
                </a:cubicBezTo>
                <a:lnTo>
                  <a:pt x="3303" y="1173"/>
                </a:lnTo>
                <a:cubicBezTo>
                  <a:pt x="3273" y="1173"/>
                  <a:pt x="3273" y="1173"/>
                  <a:pt x="3273" y="1173"/>
                </a:cubicBezTo>
                <a:lnTo>
                  <a:pt x="3242" y="1173"/>
                </a:lnTo>
                <a:lnTo>
                  <a:pt x="3242" y="1173"/>
                </a:lnTo>
                <a:lnTo>
                  <a:pt x="3242" y="1173"/>
                </a:lnTo>
                <a:lnTo>
                  <a:pt x="3242" y="1173"/>
                </a:lnTo>
                <a:lnTo>
                  <a:pt x="3242" y="1173"/>
                </a:lnTo>
                <a:lnTo>
                  <a:pt x="3242" y="1173"/>
                </a:lnTo>
                <a:lnTo>
                  <a:pt x="3242" y="1173"/>
                </a:lnTo>
                <a:cubicBezTo>
                  <a:pt x="3212" y="1173"/>
                  <a:pt x="3212" y="1173"/>
                  <a:pt x="3212" y="1173"/>
                </a:cubicBezTo>
                <a:lnTo>
                  <a:pt x="3212" y="1173"/>
                </a:lnTo>
                <a:cubicBezTo>
                  <a:pt x="3212" y="1143"/>
                  <a:pt x="3180" y="1173"/>
                  <a:pt x="3180" y="1173"/>
                </a:cubicBezTo>
                <a:cubicBezTo>
                  <a:pt x="3149" y="1173"/>
                  <a:pt x="3149" y="1173"/>
                  <a:pt x="3149" y="1173"/>
                </a:cubicBezTo>
                <a:lnTo>
                  <a:pt x="3119" y="1173"/>
                </a:lnTo>
                <a:cubicBezTo>
                  <a:pt x="3119" y="1173"/>
                  <a:pt x="3119" y="1173"/>
                  <a:pt x="3119" y="1143"/>
                </a:cubicBezTo>
                <a:lnTo>
                  <a:pt x="3119" y="1143"/>
                </a:lnTo>
                <a:lnTo>
                  <a:pt x="3088" y="1143"/>
                </a:lnTo>
                <a:lnTo>
                  <a:pt x="3088" y="1143"/>
                </a:lnTo>
                <a:lnTo>
                  <a:pt x="3088" y="1143"/>
                </a:lnTo>
                <a:lnTo>
                  <a:pt x="3088" y="1143"/>
                </a:lnTo>
                <a:lnTo>
                  <a:pt x="3056" y="1143"/>
                </a:lnTo>
                <a:cubicBezTo>
                  <a:pt x="3056" y="1143"/>
                  <a:pt x="3088" y="1143"/>
                  <a:pt x="3056" y="1143"/>
                </a:cubicBezTo>
                <a:lnTo>
                  <a:pt x="3056" y="1143"/>
                </a:lnTo>
                <a:lnTo>
                  <a:pt x="3026" y="1143"/>
                </a:lnTo>
                <a:lnTo>
                  <a:pt x="3026" y="1143"/>
                </a:lnTo>
                <a:lnTo>
                  <a:pt x="2995" y="1143"/>
                </a:lnTo>
                <a:lnTo>
                  <a:pt x="2995" y="1143"/>
                </a:lnTo>
                <a:cubicBezTo>
                  <a:pt x="2965" y="1143"/>
                  <a:pt x="2965" y="1143"/>
                  <a:pt x="2933" y="1143"/>
                </a:cubicBezTo>
                <a:lnTo>
                  <a:pt x="2965" y="1143"/>
                </a:lnTo>
                <a:cubicBezTo>
                  <a:pt x="2965" y="1143"/>
                  <a:pt x="2965" y="1143"/>
                  <a:pt x="2933" y="1143"/>
                </a:cubicBezTo>
                <a:cubicBezTo>
                  <a:pt x="2933" y="1143"/>
                  <a:pt x="2933" y="1143"/>
                  <a:pt x="2965" y="1143"/>
                </a:cubicBezTo>
                <a:cubicBezTo>
                  <a:pt x="2933" y="1143"/>
                  <a:pt x="2933" y="1143"/>
                  <a:pt x="2933" y="1143"/>
                </a:cubicBezTo>
                <a:lnTo>
                  <a:pt x="2933" y="1143"/>
                </a:lnTo>
                <a:lnTo>
                  <a:pt x="2933" y="1143"/>
                </a:lnTo>
                <a:cubicBezTo>
                  <a:pt x="2902" y="1143"/>
                  <a:pt x="2902" y="1143"/>
                  <a:pt x="2902" y="1143"/>
                </a:cubicBezTo>
                <a:cubicBezTo>
                  <a:pt x="2872" y="1143"/>
                  <a:pt x="2902" y="1143"/>
                  <a:pt x="2872" y="1143"/>
                </a:cubicBezTo>
                <a:lnTo>
                  <a:pt x="2872" y="1143"/>
                </a:lnTo>
                <a:lnTo>
                  <a:pt x="2872" y="1143"/>
                </a:lnTo>
                <a:lnTo>
                  <a:pt x="2841" y="1143"/>
                </a:lnTo>
                <a:cubicBezTo>
                  <a:pt x="2841" y="1143"/>
                  <a:pt x="2841" y="1143"/>
                  <a:pt x="2872" y="1143"/>
                </a:cubicBezTo>
                <a:lnTo>
                  <a:pt x="2872" y="1143"/>
                </a:lnTo>
                <a:cubicBezTo>
                  <a:pt x="2872" y="1143"/>
                  <a:pt x="2872" y="1143"/>
                  <a:pt x="2872" y="1111"/>
                </a:cubicBezTo>
                <a:lnTo>
                  <a:pt x="2841" y="1111"/>
                </a:lnTo>
                <a:cubicBezTo>
                  <a:pt x="2841" y="1111"/>
                  <a:pt x="2809" y="1143"/>
                  <a:pt x="2809" y="1111"/>
                </a:cubicBezTo>
                <a:lnTo>
                  <a:pt x="2841" y="1111"/>
                </a:lnTo>
                <a:lnTo>
                  <a:pt x="2841" y="1111"/>
                </a:lnTo>
                <a:cubicBezTo>
                  <a:pt x="2841" y="1111"/>
                  <a:pt x="2809" y="1111"/>
                  <a:pt x="2841" y="1111"/>
                </a:cubicBezTo>
                <a:lnTo>
                  <a:pt x="2841" y="1111"/>
                </a:lnTo>
                <a:cubicBezTo>
                  <a:pt x="2872" y="1111"/>
                  <a:pt x="2872" y="1111"/>
                  <a:pt x="2872" y="1111"/>
                </a:cubicBezTo>
                <a:cubicBezTo>
                  <a:pt x="2872" y="1080"/>
                  <a:pt x="2841" y="1080"/>
                  <a:pt x="2841" y="1111"/>
                </a:cubicBezTo>
                <a:lnTo>
                  <a:pt x="2841" y="1111"/>
                </a:lnTo>
                <a:cubicBezTo>
                  <a:pt x="2841" y="1111"/>
                  <a:pt x="2841" y="1111"/>
                  <a:pt x="2841" y="1080"/>
                </a:cubicBezTo>
                <a:cubicBezTo>
                  <a:pt x="2841" y="1080"/>
                  <a:pt x="2841" y="1111"/>
                  <a:pt x="2841" y="1080"/>
                </a:cubicBezTo>
                <a:cubicBezTo>
                  <a:pt x="2809" y="1080"/>
                  <a:pt x="2809" y="1080"/>
                  <a:pt x="2809" y="1080"/>
                </a:cubicBezTo>
                <a:lnTo>
                  <a:pt x="2779" y="1080"/>
                </a:lnTo>
                <a:lnTo>
                  <a:pt x="2748" y="1111"/>
                </a:lnTo>
                <a:cubicBezTo>
                  <a:pt x="2748" y="1111"/>
                  <a:pt x="2748" y="1111"/>
                  <a:pt x="2718" y="1111"/>
                </a:cubicBezTo>
                <a:cubicBezTo>
                  <a:pt x="2748" y="1111"/>
                  <a:pt x="2718" y="1111"/>
                  <a:pt x="2718" y="1111"/>
                </a:cubicBezTo>
                <a:cubicBezTo>
                  <a:pt x="2718" y="1080"/>
                  <a:pt x="2718" y="1111"/>
                  <a:pt x="2718" y="1080"/>
                </a:cubicBezTo>
                <a:lnTo>
                  <a:pt x="2748" y="1080"/>
                </a:lnTo>
                <a:lnTo>
                  <a:pt x="2718" y="1080"/>
                </a:lnTo>
                <a:lnTo>
                  <a:pt x="2718" y="1080"/>
                </a:lnTo>
                <a:lnTo>
                  <a:pt x="2718" y="1080"/>
                </a:lnTo>
                <a:lnTo>
                  <a:pt x="2718" y="1080"/>
                </a:lnTo>
                <a:cubicBezTo>
                  <a:pt x="2718" y="1080"/>
                  <a:pt x="2718" y="1080"/>
                  <a:pt x="2686" y="1080"/>
                </a:cubicBezTo>
                <a:lnTo>
                  <a:pt x="2686" y="1080"/>
                </a:lnTo>
                <a:lnTo>
                  <a:pt x="2686" y="1080"/>
                </a:lnTo>
                <a:lnTo>
                  <a:pt x="2686" y="1080"/>
                </a:lnTo>
                <a:cubicBezTo>
                  <a:pt x="2686" y="1080"/>
                  <a:pt x="2655" y="1080"/>
                  <a:pt x="2655" y="1111"/>
                </a:cubicBezTo>
                <a:lnTo>
                  <a:pt x="2625" y="1111"/>
                </a:lnTo>
                <a:lnTo>
                  <a:pt x="2625" y="1111"/>
                </a:lnTo>
                <a:lnTo>
                  <a:pt x="2625" y="1111"/>
                </a:lnTo>
                <a:cubicBezTo>
                  <a:pt x="2625" y="1111"/>
                  <a:pt x="2625" y="1111"/>
                  <a:pt x="2594" y="1111"/>
                </a:cubicBezTo>
                <a:cubicBezTo>
                  <a:pt x="2625" y="1111"/>
                  <a:pt x="2625" y="1111"/>
                  <a:pt x="2625" y="1080"/>
                </a:cubicBezTo>
                <a:lnTo>
                  <a:pt x="2625" y="1080"/>
                </a:lnTo>
                <a:lnTo>
                  <a:pt x="2625" y="1080"/>
                </a:lnTo>
                <a:lnTo>
                  <a:pt x="2625" y="1080"/>
                </a:lnTo>
                <a:lnTo>
                  <a:pt x="2625" y="1080"/>
                </a:lnTo>
                <a:lnTo>
                  <a:pt x="2655" y="1080"/>
                </a:lnTo>
                <a:lnTo>
                  <a:pt x="2655" y="1080"/>
                </a:lnTo>
                <a:cubicBezTo>
                  <a:pt x="2686" y="1080"/>
                  <a:pt x="2686" y="1080"/>
                  <a:pt x="2686" y="1080"/>
                </a:cubicBezTo>
                <a:cubicBezTo>
                  <a:pt x="2686" y="1050"/>
                  <a:pt x="2655" y="1080"/>
                  <a:pt x="2655" y="1080"/>
                </a:cubicBezTo>
                <a:lnTo>
                  <a:pt x="2655" y="1080"/>
                </a:lnTo>
                <a:cubicBezTo>
                  <a:pt x="2655" y="1080"/>
                  <a:pt x="2655" y="1080"/>
                  <a:pt x="2655" y="1050"/>
                </a:cubicBezTo>
                <a:lnTo>
                  <a:pt x="2655" y="1050"/>
                </a:lnTo>
                <a:lnTo>
                  <a:pt x="2655" y="1050"/>
                </a:lnTo>
                <a:lnTo>
                  <a:pt x="2655" y="1050"/>
                </a:lnTo>
                <a:lnTo>
                  <a:pt x="2655" y="1050"/>
                </a:lnTo>
                <a:lnTo>
                  <a:pt x="2655" y="1050"/>
                </a:lnTo>
                <a:lnTo>
                  <a:pt x="2655" y="1050"/>
                </a:lnTo>
                <a:cubicBezTo>
                  <a:pt x="2625" y="1050"/>
                  <a:pt x="2625" y="1050"/>
                  <a:pt x="2594" y="1080"/>
                </a:cubicBezTo>
                <a:cubicBezTo>
                  <a:pt x="2563" y="1080"/>
                  <a:pt x="2532" y="1080"/>
                  <a:pt x="2501" y="1080"/>
                </a:cubicBezTo>
                <a:cubicBezTo>
                  <a:pt x="2501" y="1111"/>
                  <a:pt x="2471" y="1111"/>
                  <a:pt x="2471" y="1111"/>
                </a:cubicBezTo>
                <a:cubicBezTo>
                  <a:pt x="2471" y="1111"/>
                  <a:pt x="2471" y="1111"/>
                  <a:pt x="2439" y="1111"/>
                </a:cubicBezTo>
                <a:lnTo>
                  <a:pt x="2439" y="1111"/>
                </a:lnTo>
                <a:lnTo>
                  <a:pt x="2439" y="1111"/>
                </a:lnTo>
                <a:cubicBezTo>
                  <a:pt x="2439" y="1111"/>
                  <a:pt x="2439" y="1111"/>
                  <a:pt x="2408" y="1111"/>
                </a:cubicBezTo>
                <a:lnTo>
                  <a:pt x="2408" y="1111"/>
                </a:lnTo>
                <a:lnTo>
                  <a:pt x="2378" y="1111"/>
                </a:lnTo>
                <a:lnTo>
                  <a:pt x="2378" y="1111"/>
                </a:lnTo>
                <a:lnTo>
                  <a:pt x="2378" y="1111"/>
                </a:lnTo>
                <a:lnTo>
                  <a:pt x="2378" y="1111"/>
                </a:lnTo>
                <a:lnTo>
                  <a:pt x="2408" y="1111"/>
                </a:lnTo>
                <a:cubicBezTo>
                  <a:pt x="2378" y="1111"/>
                  <a:pt x="2378" y="1111"/>
                  <a:pt x="2378" y="1111"/>
                </a:cubicBezTo>
                <a:cubicBezTo>
                  <a:pt x="2378" y="1111"/>
                  <a:pt x="2378" y="1111"/>
                  <a:pt x="2408" y="1111"/>
                </a:cubicBezTo>
                <a:cubicBezTo>
                  <a:pt x="2378" y="1080"/>
                  <a:pt x="2378" y="1111"/>
                  <a:pt x="2378" y="1111"/>
                </a:cubicBezTo>
                <a:lnTo>
                  <a:pt x="2347" y="1111"/>
                </a:lnTo>
                <a:lnTo>
                  <a:pt x="2316" y="1111"/>
                </a:lnTo>
                <a:cubicBezTo>
                  <a:pt x="2316" y="1111"/>
                  <a:pt x="2316" y="1111"/>
                  <a:pt x="2285" y="1111"/>
                </a:cubicBezTo>
                <a:lnTo>
                  <a:pt x="2316" y="1111"/>
                </a:lnTo>
                <a:lnTo>
                  <a:pt x="2316" y="1111"/>
                </a:lnTo>
                <a:lnTo>
                  <a:pt x="2316" y="1143"/>
                </a:lnTo>
                <a:lnTo>
                  <a:pt x="2316" y="1143"/>
                </a:lnTo>
                <a:lnTo>
                  <a:pt x="2347" y="1143"/>
                </a:lnTo>
                <a:lnTo>
                  <a:pt x="2316" y="1143"/>
                </a:lnTo>
                <a:cubicBezTo>
                  <a:pt x="2316" y="1143"/>
                  <a:pt x="2285" y="1143"/>
                  <a:pt x="2316" y="1143"/>
                </a:cubicBezTo>
                <a:cubicBezTo>
                  <a:pt x="2285" y="1143"/>
                  <a:pt x="2285" y="1143"/>
                  <a:pt x="2285" y="1143"/>
                </a:cubicBezTo>
                <a:lnTo>
                  <a:pt x="2254" y="1143"/>
                </a:lnTo>
                <a:lnTo>
                  <a:pt x="2254" y="1143"/>
                </a:lnTo>
                <a:lnTo>
                  <a:pt x="2254" y="1143"/>
                </a:lnTo>
                <a:cubicBezTo>
                  <a:pt x="2254" y="1143"/>
                  <a:pt x="2285" y="1143"/>
                  <a:pt x="2254" y="1143"/>
                </a:cubicBezTo>
                <a:lnTo>
                  <a:pt x="2254" y="1143"/>
                </a:lnTo>
                <a:lnTo>
                  <a:pt x="2285" y="1143"/>
                </a:lnTo>
                <a:lnTo>
                  <a:pt x="2285" y="1143"/>
                </a:lnTo>
                <a:cubicBezTo>
                  <a:pt x="2285" y="1143"/>
                  <a:pt x="2285" y="1143"/>
                  <a:pt x="2316" y="1111"/>
                </a:cubicBezTo>
                <a:lnTo>
                  <a:pt x="2285" y="1111"/>
                </a:lnTo>
                <a:cubicBezTo>
                  <a:pt x="2254" y="1143"/>
                  <a:pt x="2254" y="1143"/>
                  <a:pt x="2224" y="1143"/>
                </a:cubicBezTo>
                <a:lnTo>
                  <a:pt x="2224" y="1143"/>
                </a:lnTo>
                <a:lnTo>
                  <a:pt x="2224" y="1143"/>
                </a:lnTo>
                <a:cubicBezTo>
                  <a:pt x="2192" y="1143"/>
                  <a:pt x="2192" y="1143"/>
                  <a:pt x="2192" y="1143"/>
                </a:cubicBezTo>
                <a:lnTo>
                  <a:pt x="2192" y="1143"/>
                </a:lnTo>
                <a:lnTo>
                  <a:pt x="2192" y="1143"/>
                </a:lnTo>
                <a:lnTo>
                  <a:pt x="2161" y="1143"/>
                </a:lnTo>
                <a:cubicBezTo>
                  <a:pt x="2161" y="1143"/>
                  <a:pt x="2161" y="1143"/>
                  <a:pt x="2131" y="1143"/>
                </a:cubicBezTo>
                <a:lnTo>
                  <a:pt x="2131" y="1143"/>
                </a:lnTo>
                <a:cubicBezTo>
                  <a:pt x="2131" y="1173"/>
                  <a:pt x="2131" y="1173"/>
                  <a:pt x="2100" y="1173"/>
                </a:cubicBezTo>
                <a:lnTo>
                  <a:pt x="2100" y="1173"/>
                </a:lnTo>
                <a:cubicBezTo>
                  <a:pt x="2100" y="1173"/>
                  <a:pt x="2100" y="1173"/>
                  <a:pt x="2131" y="1143"/>
                </a:cubicBezTo>
                <a:lnTo>
                  <a:pt x="2131" y="1143"/>
                </a:lnTo>
                <a:lnTo>
                  <a:pt x="2131" y="1143"/>
                </a:lnTo>
                <a:lnTo>
                  <a:pt x="2131" y="1143"/>
                </a:lnTo>
                <a:lnTo>
                  <a:pt x="2131" y="1143"/>
                </a:lnTo>
                <a:cubicBezTo>
                  <a:pt x="2131" y="1143"/>
                  <a:pt x="2100" y="1143"/>
                  <a:pt x="2100" y="1173"/>
                </a:cubicBezTo>
                <a:cubicBezTo>
                  <a:pt x="2069" y="1173"/>
                  <a:pt x="2069" y="1173"/>
                  <a:pt x="2069" y="1173"/>
                </a:cubicBezTo>
                <a:lnTo>
                  <a:pt x="2038" y="1173"/>
                </a:lnTo>
                <a:lnTo>
                  <a:pt x="2038" y="1173"/>
                </a:lnTo>
                <a:cubicBezTo>
                  <a:pt x="2007" y="1173"/>
                  <a:pt x="2007" y="1173"/>
                  <a:pt x="2007" y="1204"/>
                </a:cubicBezTo>
                <a:lnTo>
                  <a:pt x="1977" y="1204"/>
                </a:lnTo>
                <a:lnTo>
                  <a:pt x="1977" y="1204"/>
                </a:lnTo>
                <a:cubicBezTo>
                  <a:pt x="1977" y="1204"/>
                  <a:pt x="1977" y="1204"/>
                  <a:pt x="1945" y="1204"/>
                </a:cubicBezTo>
                <a:lnTo>
                  <a:pt x="1945" y="1204"/>
                </a:lnTo>
                <a:lnTo>
                  <a:pt x="1945" y="1204"/>
                </a:lnTo>
                <a:lnTo>
                  <a:pt x="1945" y="1204"/>
                </a:lnTo>
                <a:cubicBezTo>
                  <a:pt x="1914" y="1235"/>
                  <a:pt x="1914" y="1235"/>
                  <a:pt x="1884" y="1235"/>
                </a:cubicBezTo>
                <a:lnTo>
                  <a:pt x="1914" y="1235"/>
                </a:lnTo>
                <a:lnTo>
                  <a:pt x="1884" y="1235"/>
                </a:lnTo>
                <a:cubicBezTo>
                  <a:pt x="1884" y="1235"/>
                  <a:pt x="1853" y="1235"/>
                  <a:pt x="1853" y="1266"/>
                </a:cubicBezTo>
                <a:cubicBezTo>
                  <a:pt x="1822" y="1266"/>
                  <a:pt x="1822" y="1266"/>
                  <a:pt x="1791" y="1266"/>
                </a:cubicBezTo>
                <a:cubicBezTo>
                  <a:pt x="1760" y="1266"/>
                  <a:pt x="1760" y="1266"/>
                  <a:pt x="1730" y="1266"/>
                </a:cubicBezTo>
                <a:cubicBezTo>
                  <a:pt x="1698" y="1266"/>
                  <a:pt x="1698" y="1266"/>
                  <a:pt x="1668" y="1266"/>
                </a:cubicBezTo>
                <a:lnTo>
                  <a:pt x="1637" y="1266"/>
                </a:lnTo>
                <a:lnTo>
                  <a:pt x="1637" y="1266"/>
                </a:lnTo>
                <a:cubicBezTo>
                  <a:pt x="1606" y="1266"/>
                  <a:pt x="1606" y="1297"/>
                  <a:pt x="1606" y="1297"/>
                </a:cubicBezTo>
                <a:cubicBezTo>
                  <a:pt x="1606" y="1297"/>
                  <a:pt x="1575" y="1297"/>
                  <a:pt x="1544" y="1327"/>
                </a:cubicBezTo>
                <a:lnTo>
                  <a:pt x="1544" y="1327"/>
                </a:lnTo>
                <a:lnTo>
                  <a:pt x="1544" y="1327"/>
                </a:lnTo>
                <a:lnTo>
                  <a:pt x="1544" y="1327"/>
                </a:lnTo>
                <a:cubicBezTo>
                  <a:pt x="1513" y="1327"/>
                  <a:pt x="1513" y="1327"/>
                  <a:pt x="1513" y="1327"/>
                </a:cubicBezTo>
                <a:cubicBezTo>
                  <a:pt x="1513" y="1327"/>
                  <a:pt x="1513" y="1327"/>
                  <a:pt x="1544" y="1327"/>
                </a:cubicBezTo>
                <a:cubicBezTo>
                  <a:pt x="1513" y="1327"/>
                  <a:pt x="1513" y="1327"/>
                  <a:pt x="1513" y="1327"/>
                </a:cubicBezTo>
                <a:lnTo>
                  <a:pt x="1513" y="1327"/>
                </a:lnTo>
                <a:lnTo>
                  <a:pt x="1544" y="1327"/>
                </a:lnTo>
                <a:lnTo>
                  <a:pt x="1544" y="1358"/>
                </a:lnTo>
                <a:lnTo>
                  <a:pt x="1544" y="1358"/>
                </a:lnTo>
                <a:cubicBezTo>
                  <a:pt x="1575" y="1358"/>
                  <a:pt x="1575" y="1358"/>
                  <a:pt x="1575" y="1390"/>
                </a:cubicBezTo>
                <a:lnTo>
                  <a:pt x="1575" y="1390"/>
                </a:lnTo>
                <a:lnTo>
                  <a:pt x="1575" y="1390"/>
                </a:lnTo>
                <a:lnTo>
                  <a:pt x="1575" y="1390"/>
                </a:lnTo>
                <a:lnTo>
                  <a:pt x="1575" y="1390"/>
                </a:lnTo>
                <a:lnTo>
                  <a:pt x="1575" y="1390"/>
                </a:lnTo>
                <a:cubicBezTo>
                  <a:pt x="1575" y="1420"/>
                  <a:pt x="1575" y="1420"/>
                  <a:pt x="1575" y="1420"/>
                </a:cubicBezTo>
                <a:cubicBezTo>
                  <a:pt x="1575" y="1420"/>
                  <a:pt x="1544" y="1420"/>
                  <a:pt x="1544" y="1451"/>
                </a:cubicBezTo>
                <a:lnTo>
                  <a:pt x="1544" y="1451"/>
                </a:lnTo>
                <a:lnTo>
                  <a:pt x="1575" y="1451"/>
                </a:lnTo>
                <a:lnTo>
                  <a:pt x="1575" y="1451"/>
                </a:lnTo>
                <a:lnTo>
                  <a:pt x="1606" y="1451"/>
                </a:lnTo>
                <a:cubicBezTo>
                  <a:pt x="1575" y="1451"/>
                  <a:pt x="1606" y="1451"/>
                  <a:pt x="1606" y="1451"/>
                </a:cubicBezTo>
                <a:lnTo>
                  <a:pt x="1606" y="1451"/>
                </a:lnTo>
                <a:lnTo>
                  <a:pt x="1606" y="1451"/>
                </a:lnTo>
                <a:cubicBezTo>
                  <a:pt x="1637" y="1451"/>
                  <a:pt x="1637" y="1451"/>
                  <a:pt x="1637" y="1451"/>
                </a:cubicBezTo>
                <a:lnTo>
                  <a:pt x="1637" y="1451"/>
                </a:lnTo>
                <a:lnTo>
                  <a:pt x="1668" y="1451"/>
                </a:lnTo>
                <a:cubicBezTo>
                  <a:pt x="1637" y="1451"/>
                  <a:pt x="1637" y="1451"/>
                  <a:pt x="1637" y="1451"/>
                </a:cubicBezTo>
                <a:lnTo>
                  <a:pt x="1637" y="1451"/>
                </a:lnTo>
                <a:lnTo>
                  <a:pt x="1637" y="1451"/>
                </a:lnTo>
                <a:lnTo>
                  <a:pt x="1668" y="1451"/>
                </a:lnTo>
                <a:lnTo>
                  <a:pt x="1668" y="1451"/>
                </a:lnTo>
                <a:cubicBezTo>
                  <a:pt x="1668" y="1451"/>
                  <a:pt x="1668" y="1451"/>
                  <a:pt x="1698" y="1451"/>
                </a:cubicBezTo>
                <a:lnTo>
                  <a:pt x="1698" y="1451"/>
                </a:lnTo>
                <a:lnTo>
                  <a:pt x="1668" y="1451"/>
                </a:lnTo>
                <a:lnTo>
                  <a:pt x="1668" y="1451"/>
                </a:lnTo>
                <a:cubicBezTo>
                  <a:pt x="1637" y="1481"/>
                  <a:pt x="1637" y="1481"/>
                  <a:pt x="1637" y="1481"/>
                </a:cubicBezTo>
                <a:lnTo>
                  <a:pt x="1637" y="1481"/>
                </a:lnTo>
                <a:lnTo>
                  <a:pt x="1637" y="1481"/>
                </a:lnTo>
                <a:lnTo>
                  <a:pt x="1637" y="1513"/>
                </a:lnTo>
                <a:cubicBezTo>
                  <a:pt x="1637" y="1513"/>
                  <a:pt x="1637" y="1513"/>
                  <a:pt x="1668" y="1481"/>
                </a:cubicBezTo>
                <a:cubicBezTo>
                  <a:pt x="1668" y="1481"/>
                  <a:pt x="1668" y="1481"/>
                  <a:pt x="1698" y="1481"/>
                </a:cubicBezTo>
                <a:lnTo>
                  <a:pt x="1698" y="1481"/>
                </a:lnTo>
                <a:lnTo>
                  <a:pt x="1698" y="1481"/>
                </a:lnTo>
                <a:lnTo>
                  <a:pt x="1698" y="1481"/>
                </a:lnTo>
                <a:cubicBezTo>
                  <a:pt x="1730" y="1481"/>
                  <a:pt x="1730" y="1481"/>
                  <a:pt x="1730" y="1481"/>
                </a:cubicBezTo>
                <a:lnTo>
                  <a:pt x="1730" y="1481"/>
                </a:lnTo>
                <a:lnTo>
                  <a:pt x="1730" y="1481"/>
                </a:lnTo>
                <a:cubicBezTo>
                  <a:pt x="1730" y="1513"/>
                  <a:pt x="1730" y="1513"/>
                  <a:pt x="1730" y="1513"/>
                </a:cubicBezTo>
                <a:cubicBezTo>
                  <a:pt x="1698" y="1513"/>
                  <a:pt x="1698" y="1513"/>
                  <a:pt x="1698" y="1513"/>
                </a:cubicBezTo>
                <a:cubicBezTo>
                  <a:pt x="1698" y="1513"/>
                  <a:pt x="1698" y="1513"/>
                  <a:pt x="1668" y="1513"/>
                </a:cubicBezTo>
                <a:lnTo>
                  <a:pt x="1668" y="1513"/>
                </a:lnTo>
                <a:lnTo>
                  <a:pt x="1668" y="1513"/>
                </a:lnTo>
                <a:lnTo>
                  <a:pt x="1668" y="1513"/>
                </a:lnTo>
                <a:cubicBezTo>
                  <a:pt x="1637" y="1513"/>
                  <a:pt x="1637" y="1513"/>
                  <a:pt x="1668" y="1513"/>
                </a:cubicBezTo>
                <a:cubicBezTo>
                  <a:pt x="1637" y="1513"/>
                  <a:pt x="1606" y="1513"/>
                  <a:pt x="1606" y="1513"/>
                </a:cubicBezTo>
                <a:lnTo>
                  <a:pt x="1606" y="1481"/>
                </a:lnTo>
                <a:cubicBezTo>
                  <a:pt x="1606" y="1481"/>
                  <a:pt x="1606" y="1481"/>
                  <a:pt x="1637" y="1481"/>
                </a:cubicBezTo>
                <a:cubicBezTo>
                  <a:pt x="1606" y="1481"/>
                  <a:pt x="1637" y="1481"/>
                  <a:pt x="1637" y="1451"/>
                </a:cubicBezTo>
                <a:lnTo>
                  <a:pt x="1637" y="1451"/>
                </a:lnTo>
                <a:cubicBezTo>
                  <a:pt x="1606" y="1451"/>
                  <a:pt x="1606" y="1451"/>
                  <a:pt x="1606" y="1451"/>
                </a:cubicBezTo>
                <a:lnTo>
                  <a:pt x="1606" y="1451"/>
                </a:lnTo>
                <a:lnTo>
                  <a:pt x="1606" y="1451"/>
                </a:lnTo>
                <a:lnTo>
                  <a:pt x="1606" y="1451"/>
                </a:lnTo>
                <a:cubicBezTo>
                  <a:pt x="1606" y="1481"/>
                  <a:pt x="1606" y="1481"/>
                  <a:pt x="1606" y="1481"/>
                </a:cubicBezTo>
                <a:cubicBezTo>
                  <a:pt x="1575" y="1481"/>
                  <a:pt x="1575" y="1481"/>
                  <a:pt x="1575" y="1481"/>
                </a:cubicBezTo>
                <a:cubicBezTo>
                  <a:pt x="1606" y="1481"/>
                  <a:pt x="1606" y="1481"/>
                  <a:pt x="1606" y="1481"/>
                </a:cubicBezTo>
                <a:lnTo>
                  <a:pt x="1606" y="1481"/>
                </a:lnTo>
                <a:cubicBezTo>
                  <a:pt x="1606" y="1513"/>
                  <a:pt x="1606" y="1513"/>
                  <a:pt x="1606" y="1513"/>
                </a:cubicBezTo>
                <a:lnTo>
                  <a:pt x="1575" y="1513"/>
                </a:lnTo>
                <a:lnTo>
                  <a:pt x="1575" y="1513"/>
                </a:lnTo>
                <a:lnTo>
                  <a:pt x="1575" y="1513"/>
                </a:lnTo>
                <a:lnTo>
                  <a:pt x="1575" y="1513"/>
                </a:lnTo>
                <a:lnTo>
                  <a:pt x="1575" y="1513"/>
                </a:lnTo>
                <a:cubicBezTo>
                  <a:pt x="1606" y="1513"/>
                  <a:pt x="1606" y="1513"/>
                  <a:pt x="1606" y="1513"/>
                </a:cubicBezTo>
                <a:cubicBezTo>
                  <a:pt x="1637" y="1513"/>
                  <a:pt x="1637" y="1513"/>
                  <a:pt x="1637" y="1513"/>
                </a:cubicBezTo>
                <a:cubicBezTo>
                  <a:pt x="1637" y="1513"/>
                  <a:pt x="1637" y="1513"/>
                  <a:pt x="1637" y="1544"/>
                </a:cubicBezTo>
                <a:cubicBezTo>
                  <a:pt x="1606" y="1544"/>
                  <a:pt x="1606" y="1544"/>
                  <a:pt x="1606" y="1544"/>
                </a:cubicBezTo>
                <a:cubicBezTo>
                  <a:pt x="1606" y="1544"/>
                  <a:pt x="1606" y="1544"/>
                  <a:pt x="1606" y="1513"/>
                </a:cubicBezTo>
                <a:cubicBezTo>
                  <a:pt x="1606" y="1513"/>
                  <a:pt x="1606" y="1544"/>
                  <a:pt x="1606" y="1513"/>
                </a:cubicBezTo>
                <a:cubicBezTo>
                  <a:pt x="1606" y="1513"/>
                  <a:pt x="1575" y="1513"/>
                  <a:pt x="1575" y="1544"/>
                </a:cubicBezTo>
                <a:lnTo>
                  <a:pt x="1544" y="1544"/>
                </a:lnTo>
                <a:lnTo>
                  <a:pt x="1544" y="1544"/>
                </a:lnTo>
                <a:lnTo>
                  <a:pt x="1544" y="1544"/>
                </a:lnTo>
                <a:lnTo>
                  <a:pt x="1544" y="1544"/>
                </a:lnTo>
                <a:lnTo>
                  <a:pt x="1513" y="1544"/>
                </a:lnTo>
                <a:lnTo>
                  <a:pt x="1544" y="1544"/>
                </a:lnTo>
                <a:lnTo>
                  <a:pt x="1513" y="1544"/>
                </a:lnTo>
                <a:lnTo>
                  <a:pt x="1544" y="1544"/>
                </a:lnTo>
                <a:cubicBezTo>
                  <a:pt x="1513" y="1544"/>
                  <a:pt x="1513" y="1544"/>
                  <a:pt x="1513" y="1544"/>
                </a:cubicBezTo>
                <a:cubicBezTo>
                  <a:pt x="1483" y="1544"/>
                  <a:pt x="1483" y="1544"/>
                  <a:pt x="1483" y="1544"/>
                </a:cubicBezTo>
                <a:lnTo>
                  <a:pt x="1483" y="1544"/>
                </a:lnTo>
                <a:lnTo>
                  <a:pt x="1483" y="1544"/>
                </a:lnTo>
                <a:lnTo>
                  <a:pt x="1483" y="1544"/>
                </a:lnTo>
                <a:cubicBezTo>
                  <a:pt x="1483" y="1544"/>
                  <a:pt x="1483" y="1544"/>
                  <a:pt x="1451" y="1544"/>
                </a:cubicBezTo>
                <a:lnTo>
                  <a:pt x="1451" y="1544"/>
                </a:lnTo>
                <a:cubicBezTo>
                  <a:pt x="1421" y="1544"/>
                  <a:pt x="1421" y="1544"/>
                  <a:pt x="1421" y="1544"/>
                </a:cubicBezTo>
                <a:lnTo>
                  <a:pt x="1421" y="1544"/>
                </a:lnTo>
                <a:cubicBezTo>
                  <a:pt x="1390" y="1544"/>
                  <a:pt x="1390" y="1544"/>
                  <a:pt x="1421" y="1544"/>
                </a:cubicBezTo>
                <a:lnTo>
                  <a:pt x="1390" y="1544"/>
                </a:lnTo>
                <a:lnTo>
                  <a:pt x="1390" y="1544"/>
                </a:lnTo>
                <a:lnTo>
                  <a:pt x="1390" y="1544"/>
                </a:lnTo>
                <a:cubicBezTo>
                  <a:pt x="1390" y="1544"/>
                  <a:pt x="1390" y="1544"/>
                  <a:pt x="1421" y="1513"/>
                </a:cubicBezTo>
                <a:lnTo>
                  <a:pt x="1421" y="1513"/>
                </a:lnTo>
                <a:cubicBezTo>
                  <a:pt x="1451" y="1513"/>
                  <a:pt x="1451" y="1513"/>
                  <a:pt x="1451" y="1513"/>
                </a:cubicBezTo>
                <a:lnTo>
                  <a:pt x="1451" y="1513"/>
                </a:lnTo>
                <a:cubicBezTo>
                  <a:pt x="1483" y="1481"/>
                  <a:pt x="1451" y="1481"/>
                  <a:pt x="1451" y="1481"/>
                </a:cubicBezTo>
                <a:cubicBezTo>
                  <a:pt x="1451" y="1481"/>
                  <a:pt x="1483" y="1513"/>
                  <a:pt x="1483" y="1481"/>
                </a:cubicBezTo>
                <a:lnTo>
                  <a:pt x="1451" y="1481"/>
                </a:lnTo>
                <a:cubicBezTo>
                  <a:pt x="1421" y="1481"/>
                  <a:pt x="1390" y="1513"/>
                  <a:pt x="1359" y="1513"/>
                </a:cubicBezTo>
                <a:lnTo>
                  <a:pt x="1359" y="1513"/>
                </a:lnTo>
                <a:lnTo>
                  <a:pt x="1359" y="1513"/>
                </a:lnTo>
                <a:lnTo>
                  <a:pt x="1328" y="1513"/>
                </a:lnTo>
                <a:cubicBezTo>
                  <a:pt x="1328" y="1513"/>
                  <a:pt x="1328" y="1513"/>
                  <a:pt x="1297" y="1513"/>
                </a:cubicBezTo>
                <a:cubicBezTo>
                  <a:pt x="1297" y="1513"/>
                  <a:pt x="1297" y="1513"/>
                  <a:pt x="1266" y="1513"/>
                </a:cubicBezTo>
                <a:cubicBezTo>
                  <a:pt x="1266" y="1513"/>
                  <a:pt x="1266" y="1513"/>
                  <a:pt x="1266" y="1544"/>
                </a:cubicBezTo>
                <a:lnTo>
                  <a:pt x="1266" y="1544"/>
                </a:lnTo>
                <a:cubicBezTo>
                  <a:pt x="1297" y="1544"/>
                  <a:pt x="1297" y="1544"/>
                  <a:pt x="1266" y="1544"/>
                </a:cubicBezTo>
                <a:lnTo>
                  <a:pt x="1266" y="1544"/>
                </a:lnTo>
                <a:cubicBezTo>
                  <a:pt x="1266" y="1544"/>
                  <a:pt x="1266" y="1544"/>
                  <a:pt x="1236" y="1544"/>
                </a:cubicBezTo>
                <a:lnTo>
                  <a:pt x="1236" y="1544"/>
                </a:lnTo>
                <a:lnTo>
                  <a:pt x="1236" y="1544"/>
                </a:lnTo>
                <a:lnTo>
                  <a:pt x="1236" y="1544"/>
                </a:lnTo>
                <a:cubicBezTo>
                  <a:pt x="1204" y="1544"/>
                  <a:pt x="1204" y="1544"/>
                  <a:pt x="1204" y="1544"/>
                </a:cubicBezTo>
                <a:cubicBezTo>
                  <a:pt x="1204" y="1544"/>
                  <a:pt x="1204" y="1544"/>
                  <a:pt x="1174" y="1544"/>
                </a:cubicBezTo>
                <a:lnTo>
                  <a:pt x="1174" y="1544"/>
                </a:lnTo>
                <a:lnTo>
                  <a:pt x="1174" y="1544"/>
                </a:lnTo>
                <a:lnTo>
                  <a:pt x="1143" y="1544"/>
                </a:lnTo>
                <a:lnTo>
                  <a:pt x="1143" y="1544"/>
                </a:lnTo>
                <a:cubicBezTo>
                  <a:pt x="1143" y="1544"/>
                  <a:pt x="1143" y="1544"/>
                  <a:pt x="1143" y="1574"/>
                </a:cubicBezTo>
                <a:lnTo>
                  <a:pt x="1112" y="1574"/>
                </a:lnTo>
                <a:cubicBezTo>
                  <a:pt x="1112" y="1574"/>
                  <a:pt x="1112" y="1574"/>
                  <a:pt x="1081" y="1574"/>
                </a:cubicBezTo>
                <a:lnTo>
                  <a:pt x="1081" y="1574"/>
                </a:lnTo>
                <a:lnTo>
                  <a:pt x="1081" y="1574"/>
                </a:lnTo>
                <a:lnTo>
                  <a:pt x="1050" y="1574"/>
                </a:lnTo>
                <a:cubicBezTo>
                  <a:pt x="1050" y="1574"/>
                  <a:pt x="1050" y="1574"/>
                  <a:pt x="1019" y="1574"/>
                </a:cubicBezTo>
                <a:lnTo>
                  <a:pt x="1050" y="1574"/>
                </a:lnTo>
                <a:lnTo>
                  <a:pt x="1050" y="1574"/>
                </a:lnTo>
                <a:lnTo>
                  <a:pt x="1019" y="1574"/>
                </a:lnTo>
                <a:cubicBezTo>
                  <a:pt x="1019" y="1605"/>
                  <a:pt x="1019" y="1574"/>
                  <a:pt x="1019" y="1605"/>
                </a:cubicBezTo>
                <a:cubicBezTo>
                  <a:pt x="1019" y="1605"/>
                  <a:pt x="1019" y="1605"/>
                  <a:pt x="1050" y="1605"/>
                </a:cubicBezTo>
                <a:lnTo>
                  <a:pt x="1050" y="1605"/>
                </a:lnTo>
                <a:lnTo>
                  <a:pt x="1050" y="1605"/>
                </a:lnTo>
                <a:cubicBezTo>
                  <a:pt x="1081" y="1605"/>
                  <a:pt x="1081" y="1605"/>
                  <a:pt x="1081" y="1605"/>
                </a:cubicBezTo>
                <a:lnTo>
                  <a:pt x="1081" y="1605"/>
                </a:lnTo>
                <a:cubicBezTo>
                  <a:pt x="1081" y="1605"/>
                  <a:pt x="1081" y="1605"/>
                  <a:pt x="1112" y="1605"/>
                </a:cubicBezTo>
                <a:lnTo>
                  <a:pt x="1112" y="1605"/>
                </a:lnTo>
                <a:lnTo>
                  <a:pt x="1112" y="1605"/>
                </a:lnTo>
                <a:cubicBezTo>
                  <a:pt x="1112" y="1637"/>
                  <a:pt x="1112" y="1605"/>
                  <a:pt x="1112" y="1605"/>
                </a:cubicBezTo>
                <a:cubicBezTo>
                  <a:pt x="1081" y="1637"/>
                  <a:pt x="1081" y="1637"/>
                  <a:pt x="1081" y="1637"/>
                </a:cubicBezTo>
                <a:cubicBezTo>
                  <a:pt x="1050" y="1637"/>
                  <a:pt x="1050" y="1637"/>
                  <a:pt x="1050" y="1637"/>
                </a:cubicBezTo>
                <a:cubicBezTo>
                  <a:pt x="1050" y="1637"/>
                  <a:pt x="1050" y="1637"/>
                  <a:pt x="1050" y="1605"/>
                </a:cubicBezTo>
                <a:lnTo>
                  <a:pt x="1050" y="1637"/>
                </a:lnTo>
                <a:lnTo>
                  <a:pt x="1050" y="1637"/>
                </a:lnTo>
                <a:lnTo>
                  <a:pt x="1050" y="1637"/>
                </a:lnTo>
                <a:cubicBezTo>
                  <a:pt x="1050" y="1637"/>
                  <a:pt x="1050" y="1637"/>
                  <a:pt x="1050" y="1667"/>
                </a:cubicBezTo>
                <a:cubicBezTo>
                  <a:pt x="1050" y="1637"/>
                  <a:pt x="1050" y="1667"/>
                  <a:pt x="1050" y="1667"/>
                </a:cubicBezTo>
                <a:lnTo>
                  <a:pt x="1050" y="1667"/>
                </a:lnTo>
                <a:lnTo>
                  <a:pt x="1019" y="1667"/>
                </a:lnTo>
                <a:cubicBezTo>
                  <a:pt x="1019" y="1667"/>
                  <a:pt x="1019" y="1667"/>
                  <a:pt x="1019" y="1698"/>
                </a:cubicBezTo>
                <a:lnTo>
                  <a:pt x="1050" y="1698"/>
                </a:lnTo>
                <a:cubicBezTo>
                  <a:pt x="1081" y="1698"/>
                  <a:pt x="1081" y="1698"/>
                  <a:pt x="1112" y="1698"/>
                </a:cubicBezTo>
                <a:lnTo>
                  <a:pt x="1112" y="1698"/>
                </a:lnTo>
                <a:lnTo>
                  <a:pt x="1112" y="1698"/>
                </a:lnTo>
                <a:lnTo>
                  <a:pt x="1112" y="1698"/>
                </a:lnTo>
                <a:lnTo>
                  <a:pt x="1112" y="1698"/>
                </a:lnTo>
                <a:lnTo>
                  <a:pt x="1112" y="1698"/>
                </a:lnTo>
                <a:lnTo>
                  <a:pt x="1112" y="1698"/>
                </a:lnTo>
                <a:cubicBezTo>
                  <a:pt x="1143" y="1698"/>
                  <a:pt x="1143" y="1698"/>
                  <a:pt x="1174" y="1698"/>
                </a:cubicBezTo>
                <a:lnTo>
                  <a:pt x="1143" y="1698"/>
                </a:lnTo>
                <a:cubicBezTo>
                  <a:pt x="1174" y="1698"/>
                  <a:pt x="1174" y="1698"/>
                  <a:pt x="1174" y="1698"/>
                </a:cubicBezTo>
                <a:cubicBezTo>
                  <a:pt x="1204" y="1698"/>
                  <a:pt x="1204" y="1698"/>
                  <a:pt x="1204" y="1698"/>
                </a:cubicBezTo>
                <a:lnTo>
                  <a:pt x="1204" y="1698"/>
                </a:lnTo>
                <a:lnTo>
                  <a:pt x="1236" y="1698"/>
                </a:lnTo>
                <a:lnTo>
                  <a:pt x="1204" y="1698"/>
                </a:lnTo>
                <a:cubicBezTo>
                  <a:pt x="1236" y="1698"/>
                  <a:pt x="1204" y="1698"/>
                  <a:pt x="1236" y="1698"/>
                </a:cubicBezTo>
                <a:lnTo>
                  <a:pt x="1236" y="1698"/>
                </a:lnTo>
                <a:lnTo>
                  <a:pt x="1236" y="1698"/>
                </a:lnTo>
                <a:lnTo>
                  <a:pt x="1236" y="1698"/>
                </a:lnTo>
                <a:lnTo>
                  <a:pt x="1236" y="1698"/>
                </a:lnTo>
                <a:lnTo>
                  <a:pt x="1236" y="1698"/>
                </a:lnTo>
                <a:lnTo>
                  <a:pt x="1236" y="1698"/>
                </a:lnTo>
                <a:cubicBezTo>
                  <a:pt x="1236" y="1698"/>
                  <a:pt x="1236" y="1667"/>
                  <a:pt x="1266" y="1667"/>
                </a:cubicBezTo>
                <a:cubicBezTo>
                  <a:pt x="1236" y="1698"/>
                  <a:pt x="1266" y="1698"/>
                  <a:pt x="1236" y="1698"/>
                </a:cubicBezTo>
                <a:cubicBezTo>
                  <a:pt x="1266" y="1698"/>
                  <a:pt x="1266" y="1698"/>
                  <a:pt x="1266" y="1698"/>
                </a:cubicBezTo>
                <a:cubicBezTo>
                  <a:pt x="1266" y="1698"/>
                  <a:pt x="1266" y="1698"/>
                  <a:pt x="1236" y="1698"/>
                </a:cubicBezTo>
                <a:lnTo>
                  <a:pt x="1236" y="1698"/>
                </a:lnTo>
                <a:lnTo>
                  <a:pt x="1266" y="1698"/>
                </a:lnTo>
                <a:cubicBezTo>
                  <a:pt x="1266" y="1698"/>
                  <a:pt x="1266" y="1698"/>
                  <a:pt x="1297" y="1698"/>
                </a:cubicBezTo>
                <a:cubicBezTo>
                  <a:pt x="1297" y="1698"/>
                  <a:pt x="1297" y="1698"/>
                  <a:pt x="1328" y="1698"/>
                </a:cubicBezTo>
                <a:cubicBezTo>
                  <a:pt x="1328" y="1667"/>
                  <a:pt x="1328" y="1667"/>
                  <a:pt x="1328" y="1667"/>
                </a:cubicBezTo>
                <a:lnTo>
                  <a:pt x="1328" y="1667"/>
                </a:lnTo>
                <a:lnTo>
                  <a:pt x="1359" y="1667"/>
                </a:lnTo>
                <a:lnTo>
                  <a:pt x="1359" y="1667"/>
                </a:lnTo>
                <a:lnTo>
                  <a:pt x="1359" y="1667"/>
                </a:lnTo>
                <a:cubicBezTo>
                  <a:pt x="1359" y="1667"/>
                  <a:pt x="1359" y="1667"/>
                  <a:pt x="1390" y="1667"/>
                </a:cubicBezTo>
                <a:lnTo>
                  <a:pt x="1390" y="1667"/>
                </a:lnTo>
                <a:lnTo>
                  <a:pt x="1390" y="1667"/>
                </a:lnTo>
                <a:lnTo>
                  <a:pt x="1390" y="1667"/>
                </a:lnTo>
                <a:lnTo>
                  <a:pt x="1421" y="1667"/>
                </a:lnTo>
                <a:cubicBezTo>
                  <a:pt x="1421" y="1667"/>
                  <a:pt x="1451" y="1637"/>
                  <a:pt x="1451" y="1667"/>
                </a:cubicBezTo>
                <a:cubicBezTo>
                  <a:pt x="1451" y="1667"/>
                  <a:pt x="1421" y="1667"/>
                  <a:pt x="1451" y="1667"/>
                </a:cubicBezTo>
                <a:lnTo>
                  <a:pt x="1451" y="1667"/>
                </a:lnTo>
                <a:lnTo>
                  <a:pt x="1451" y="1667"/>
                </a:lnTo>
                <a:cubicBezTo>
                  <a:pt x="1421" y="1667"/>
                  <a:pt x="1421" y="1667"/>
                  <a:pt x="1421" y="1698"/>
                </a:cubicBezTo>
                <a:cubicBezTo>
                  <a:pt x="1421" y="1698"/>
                  <a:pt x="1421" y="1698"/>
                  <a:pt x="1390" y="1698"/>
                </a:cubicBezTo>
                <a:lnTo>
                  <a:pt x="1390" y="1698"/>
                </a:lnTo>
                <a:lnTo>
                  <a:pt x="1390" y="1698"/>
                </a:lnTo>
                <a:cubicBezTo>
                  <a:pt x="1390" y="1698"/>
                  <a:pt x="1390" y="1698"/>
                  <a:pt x="1359" y="1698"/>
                </a:cubicBezTo>
                <a:cubicBezTo>
                  <a:pt x="1359" y="1698"/>
                  <a:pt x="1359" y="1698"/>
                  <a:pt x="1328" y="1698"/>
                </a:cubicBezTo>
                <a:cubicBezTo>
                  <a:pt x="1359" y="1698"/>
                  <a:pt x="1359" y="1698"/>
                  <a:pt x="1359" y="1698"/>
                </a:cubicBezTo>
                <a:lnTo>
                  <a:pt x="1359" y="1698"/>
                </a:lnTo>
                <a:lnTo>
                  <a:pt x="1359" y="1698"/>
                </a:lnTo>
                <a:lnTo>
                  <a:pt x="1359" y="1728"/>
                </a:lnTo>
                <a:lnTo>
                  <a:pt x="1359" y="1728"/>
                </a:lnTo>
                <a:cubicBezTo>
                  <a:pt x="1328" y="1760"/>
                  <a:pt x="1328" y="1760"/>
                  <a:pt x="1297" y="1760"/>
                </a:cubicBezTo>
                <a:cubicBezTo>
                  <a:pt x="1297" y="1760"/>
                  <a:pt x="1297" y="1760"/>
                  <a:pt x="1297" y="1791"/>
                </a:cubicBezTo>
                <a:cubicBezTo>
                  <a:pt x="1266" y="1791"/>
                  <a:pt x="1266" y="1791"/>
                  <a:pt x="1266" y="1791"/>
                </a:cubicBezTo>
                <a:cubicBezTo>
                  <a:pt x="1236" y="1791"/>
                  <a:pt x="1236" y="1791"/>
                  <a:pt x="1236" y="1791"/>
                </a:cubicBezTo>
                <a:lnTo>
                  <a:pt x="1204" y="1791"/>
                </a:lnTo>
                <a:lnTo>
                  <a:pt x="1174" y="1791"/>
                </a:lnTo>
                <a:lnTo>
                  <a:pt x="1174" y="1791"/>
                </a:lnTo>
                <a:lnTo>
                  <a:pt x="1174" y="1791"/>
                </a:lnTo>
                <a:lnTo>
                  <a:pt x="1174" y="1791"/>
                </a:lnTo>
                <a:cubicBezTo>
                  <a:pt x="1143" y="1791"/>
                  <a:pt x="1143" y="1791"/>
                  <a:pt x="1143" y="1791"/>
                </a:cubicBezTo>
                <a:cubicBezTo>
                  <a:pt x="1143" y="1821"/>
                  <a:pt x="1112" y="1821"/>
                  <a:pt x="1112" y="1821"/>
                </a:cubicBezTo>
                <a:lnTo>
                  <a:pt x="1081" y="1821"/>
                </a:lnTo>
                <a:cubicBezTo>
                  <a:pt x="1050" y="1821"/>
                  <a:pt x="1050" y="1852"/>
                  <a:pt x="1019" y="1852"/>
                </a:cubicBezTo>
                <a:lnTo>
                  <a:pt x="1019" y="1821"/>
                </a:lnTo>
                <a:lnTo>
                  <a:pt x="1019" y="1821"/>
                </a:lnTo>
                <a:cubicBezTo>
                  <a:pt x="989" y="1852"/>
                  <a:pt x="989" y="1852"/>
                  <a:pt x="989" y="1852"/>
                </a:cubicBezTo>
                <a:cubicBezTo>
                  <a:pt x="989" y="1821"/>
                  <a:pt x="1019" y="1821"/>
                  <a:pt x="1019" y="1821"/>
                </a:cubicBezTo>
                <a:lnTo>
                  <a:pt x="1019" y="1821"/>
                </a:lnTo>
                <a:lnTo>
                  <a:pt x="1019" y="1821"/>
                </a:lnTo>
                <a:cubicBezTo>
                  <a:pt x="989" y="1821"/>
                  <a:pt x="957" y="1821"/>
                  <a:pt x="957" y="1821"/>
                </a:cubicBezTo>
                <a:cubicBezTo>
                  <a:pt x="957" y="1821"/>
                  <a:pt x="957" y="1821"/>
                  <a:pt x="927" y="1821"/>
                </a:cubicBezTo>
                <a:cubicBezTo>
                  <a:pt x="957" y="1821"/>
                  <a:pt x="957" y="1821"/>
                  <a:pt x="957" y="1821"/>
                </a:cubicBezTo>
                <a:cubicBezTo>
                  <a:pt x="957" y="1852"/>
                  <a:pt x="927" y="1852"/>
                  <a:pt x="927" y="1852"/>
                </a:cubicBezTo>
                <a:lnTo>
                  <a:pt x="896" y="1852"/>
                </a:lnTo>
                <a:cubicBezTo>
                  <a:pt x="896" y="1852"/>
                  <a:pt x="865" y="1852"/>
                  <a:pt x="896" y="1852"/>
                </a:cubicBezTo>
                <a:lnTo>
                  <a:pt x="865" y="1852"/>
                </a:lnTo>
                <a:lnTo>
                  <a:pt x="865" y="1852"/>
                </a:lnTo>
                <a:cubicBezTo>
                  <a:pt x="865" y="1884"/>
                  <a:pt x="865" y="1884"/>
                  <a:pt x="865" y="1884"/>
                </a:cubicBezTo>
                <a:lnTo>
                  <a:pt x="896" y="1852"/>
                </a:lnTo>
                <a:cubicBezTo>
                  <a:pt x="896" y="1884"/>
                  <a:pt x="896" y="1884"/>
                  <a:pt x="865" y="1884"/>
                </a:cubicBezTo>
                <a:lnTo>
                  <a:pt x="865" y="1884"/>
                </a:lnTo>
                <a:lnTo>
                  <a:pt x="834" y="1884"/>
                </a:lnTo>
                <a:lnTo>
                  <a:pt x="834" y="1884"/>
                </a:lnTo>
                <a:lnTo>
                  <a:pt x="834" y="1884"/>
                </a:lnTo>
                <a:cubicBezTo>
                  <a:pt x="865" y="1884"/>
                  <a:pt x="865" y="1884"/>
                  <a:pt x="865" y="1884"/>
                </a:cubicBezTo>
                <a:cubicBezTo>
                  <a:pt x="865" y="1884"/>
                  <a:pt x="865" y="1884"/>
                  <a:pt x="834" y="1884"/>
                </a:cubicBezTo>
                <a:lnTo>
                  <a:pt x="865" y="1884"/>
                </a:lnTo>
                <a:lnTo>
                  <a:pt x="834" y="1914"/>
                </a:lnTo>
                <a:lnTo>
                  <a:pt x="834" y="1884"/>
                </a:lnTo>
                <a:lnTo>
                  <a:pt x="834" y="1884"/>
                </a:lnTo>
                <a:lnTo>
                  <a:pt x="834" y="1884"/>
                </a:lnTo>
                <a:lnTo>
                  <a:pt x="834" y="1884"/>
                </a:lnTo>
                <a:cubicBezTo>
                  <a:pt x="803" y="1884"/>
                  <a:pt x="803" y="1884"/>
                  <a:pt x="773" y="1914"/>
                </a:cubicBezTo>
                <a:cubicBezTo>
                  <a:pt x="742" y="1914"/>
                  <a:pt x="742" y="1914"/>
                  <a:pt x="710" y="1914"/>
                </a:cubicBezTo>
                <a:cubicBezTo>
                  <a:pt x="710" y="1945"/>
                  <a:pt x="710" y="1945"/>
                  <a:pt x="710" y="1945"/>
                </a:cubicBezTo>
                <a:lnTo>
                  <a:pt x="710" y="1945"/>
                </a:lnTo>
                <a:lnTo>
                  <a:pt x="710" y="1945"/>
                </a:lnTo>
                <a:cubicBezTo>
                  <a:pt x="680" y="1945"/>
                  <a:pt x="680" y="1945"/>
                  <a:pt x="680" y="1945"/>
                </a:cubicBezTo>
                <a:lnTo>
                  <a:pt x="680" y="1945"/>
                </a:lnTo>
                <a:cubicBezTo>
                  <a:pt x="680" y="1945"/>
                  <a:pt x="680" y="1945"/>
                  <a:pt x="649" y="1945"/>
                </a:cubicBezTo>
                <a:cubicBezTo>
                  <a:pt x="649" y="1945"/>
                  <a:pt x="649" y="1945"/>
                  <a:pt x="649" y="1975"/>
                </a:cubicBezTo>
                <a:lnTo>
                  <a:pt x="649" y="1975"/>
                </a:lnTo>
                <a:cubicBezTo>
                  <a:pt x="649" y="1975"/>
                  <a:pt x="649" y="1975"/>
                  <a:pt x="618" y="1975"/>
                </a:cubicBezTo>
                <a:cubicBezTo>
                  <a:pt x="618" y="1975"/>
                  <a:pt x="618" y="1975"/>
                  <a:pt x="649" y="1975"/>
                </a:cubicBezTo>
                <a:cubicBezTo>
                  <a:pt x="618" y="1975"/>
                  <a:pt x="618" y="1975"/>
                  <a:pt x="618" y="1975"/>
                </a:cubicBezTo>
                <a:lnTo>
                  <a:pt x="618" y="1975"/>
                </a:lnTo>
                <a:lnTo>
                  <a:pt x="618" y="1975"/>
                </a:lnTo>
                <a:cubicBezTo>
                  <a:pt x="649" y="1975"/>
                  <a:pt x="649" y="1975"/>
                  <a:pt x="618" y="2007"/>
                </a:cubicBezTo>
                <a:lnTo>
                  <a:pt x="618" y="2007"/>
                </a:lnTo>
                <a:cubicBezTo>
                  <a:pt x="587" y="2007"/>
                  <a:pt x="618" y="2007"/>
                  <a:pt x="618" y="2007"/>
                </a:cubicBezTo>
                <a:cubicBezTo>
                  <a:pt x="618" y="2007"/>
                  <a:pt x="618" y="2007"/>
                  <a:pt x="587" y="2038"/>
                </a:cubicBezTo>
                <a:lnTo>
                  <a:pt x="618" y="2038"/>
                </a:lnTo>
                <a:lnTo>
                  <a:pt x="618" y="2038"/>
                </a:lnTo>
                <a:cubicBezTo>
                  <a:pt x="618" y="2007"/>
                  <a:pt x="618" y="2007"/>
                  <a:pt x="618" y="2007"/>
                </a:cubicBezTo>
                <a:lnTo>
                  <a:pt x="618" y="2007"/>
                </a:lnTo>
                <a:cubicBezTo>
                  <a:pt x="649" y="2007"/>
                  <a:pt x="649" y="2007"/>
                  <a:pt x="649" y="2007"/>
                </a:cubicBezTo>
                <a:lnTo>
                  <a:pt x="649" y="2007"/>
                </a:lnTo>
                <a:cubicBezTo>
                  <a:pt x="649" y="2007"/>
                  <a:pt x="649" y="2007"/>
                  <a:pt x="680" y="2007"/>
                </a:cubicBezTo>
                <a:lnTo>
                  <a:pt x="680" y="2007"/>
                </a:lnTo>
                <a:lnTo>
                  <a:pt x="680" y="1975"/>
                </a:lnTo>
                <a:cubicBezTo>
                  <a:pt x="710" y="1975"/>
                  <a:pt x="710" y="1975"/>
                  <a:pt x="710" y="1975"/>
                </a:cubicBezTo>
                <a:lnTo>
                  <a:pt x="710" y="1975"/>
                </a:lnTo>
                <a:lnTo>
                  <a:pt x="742" y="1975"/>
                </a:lnTo>
                <a:lnTo>
                  <a:pt x="742" y="1975"/>
                </a:lnTo>
                <a:lnTo>
                  <a:pt x="710" y="1975"/>
                </a:lnTo>
                <a:lnTo>
                  <a:pt x="710" y="1975"/>
                </a:lnTo>
                <a:cubicBezTo>
                  <a:pt x="710" y="1975"/>
                  <a:pt x="710" y="1975"/>
                  <a:pt x="680" y="2007"/>
                </a:cubicBezTo>
                <a:lnTo>
                  <a:pt x="680" y="2007"/>
                </a:lnTo>
                <a:lnTo>
                  <a:pt x="649" y="2007"/>
                </a:lnTo>
                <a:lnTo>
                  <a:pt x="649" y="2007"/>
                </a:lnTo>
                <a:cubicBezTo>
                  <a:pt x="649" y="2007"/>
                  <a:pt x="649" y="2007"/>
                  <a:pt x="618" y="2007"/>
                </a:cubicBezTo>
                <a:cubicBezTo>
                  <a:pt x="618" y="2007"/>
                  <a:pt x="618" y="2038"/>
                  <a:pt x="649" y="2038"/>
                </a:cubicBezTo>
                <a:cubicBezTo>
                  <a:pt x="649" y="2007"/>
                  <a:pt x="649" y="2007"/>
                  <a:pt x="649" y="2007"/>
                </a:cubicBezTo>
                <a:lnTo>
                  <a:pt x="649" y="2007"/>
                </a:lnTo>
                <a:cubicBezTo>
                  <a:pt x="649" y="2038"/>
                  <a:pt x="618" y="2038"/>
                  <a:pt x="649" y="2038"/>
                </a:cubicBezTo>
                <a:cubicBezTo>
                  <a:pt x="618" y="2038"/>
                  <a:pt x="649" y="2038"/>
                  <a:pt x="649" y="2038"/>
                </a:cubicBezTo>
                <a:lnTo>
                  <a:pt x="649" y="2038"/>
                </a:lnTo>
                <a:lnTo>
                  <a:pt x="649" y="2038"/>
                </a:lnTo>
                <a:lnTo>
                  <a:pt x="649" y="2038"/>
                </a:lnTo>
                <a:cubicBezTo>
                  <a:pt x="649" y="2038"/>
                  <a:pt x="649" y="2038"/>
                  <a:pt x="618" y="2038"/>
                </a:cubicBezTo>
                <a:lnTo>
                  <a:pt x="618" y="2038"/>
                </a:lnTo>
                <a:lnTo>
                  <a:pt x="618" y="2038"/>
                </a:lnTo>
                <a:lnTo>
                  <a:pt x="618" y="2038"/>
                </a:lnTo>
                <a:cubicBezTo>
                  <a:pt x="618" y="2038"/>
                  <a:pt x="649" y="2038"/>
                  <a:pt x="618" y="2038"/>
                </a:cubicBezTo>
                <a:cubicBezTo>
                  <a:pt x="649" y="2038"/>
                  <a:pt x="649" y="2038"/>
                  <a:pt x="649" y="2038"/>
                </a:cubicBezTo>
                <a:lnTo>
                  <a:pt x="649" y="2038"/>
                </a:lnTo>
                <a:cubicBezTo>
                  <a:pt x="649" y="2068"/>
                  <a:pt x="649" y="2068"/>
                  <a:pt x="649" y="2038"/>
                </a:cubicBezTo>
                <a:lnTo>
                  <a:pt x="680" y="2038"/>
                </a:lnTo>
                <a:cubicBezTo>
                  <a:pt x="680" y="2038"/>
                  <a:pt x="680" y="2068"/>
                  <a:pt x="680" y="2038"/>
                </a:cubicBezTo>
                <a:cubicBezTo>
                  <a:pt x="710" y="2038"/>
                  <a:pt x="710" y="2038"/>
                  <a:pt x="710" y="2038"/>
                </a:cubicBezTo>
                <a:cubicBezTo>
                  <a:pt x="710" y="2038"/>
                  <a:pt x="710" y="2038"/>
                  <a:pt x="742" y="2038"/>
                </a:cubicBezTo>
                <a:lnTo>
                  <a:pt x="710" y="2038"/>
                </a:lnTo>
                <a:cubicBezTo>
                  <a:pt x="710" y="2038"/>
                  <a:pt x="742" y="2038"/>
                  <a:pt x="710" y="2038"/>
                </a:cubicBezTo>
                <a:cubicBezTo>
                  <a:pt x="710" y="2038"/>
                  <a:pt x="710" y="2038"/>
                  <a:pt x="680" y="2068"/>
                </a:cubicBezTo>
                <a:cubicBezTo>
                  <a:pt x="710" y="2068"/>
                  <a:pt x="710" y="2068"/>
                  <a:pt x="710" y="2068"/>
                </a:cubicBezTo>
                <a:lnTo>
                  <a:pt x="710" y="2068"/>
                </a:lnTo>
                <a:lnTo>
                  <a:pt x="710" y="2068"/>
                </a:lnTo>
                <a:lnTo>
                  <a:pt x="710" y="2068"/>
                </a:lnTo>
                <a:lnTo>
                  <a:pt x="710" y="2068"/>
                </a:lnTo>
                <a:cubicBezTo>
                  <a:pt x="680" y="2068"/>
                  <a:pt x="680" y="2068"/>
                  <a:pt x="680" y="2068"/>
                </a:cubicBezTo>
                <a:lnTo>
                  <a:pt x="680" y="2068"/>
                </a:lnTo>
                <a:lnTo>
                  <a:pt x="680" y="2068"/>
                </a:lnTo>
                <a:cubicBezTo>
                  <a:pt x="680" y="2068"/>
                  <a:pt x="680" y="2068"/>
                  <a:pt x="649" y="2068"/>
                </a:cubicBezTo>
                <a:lnTo>
                  <a:pt x="649" y="2068"/>
                </a:lnTo>
                <a:lnTo>
                  <a:pt x="649" y="2068"/>
                </a:lnTo>
                <a:cubicBezTo>
                  <a:pt x="618" y="2068"/>
                  <a:pt x="618" y="2099"/>
                  <a:pt x="618" y="2068"/>
                </a:cubicBezTo>
                <a:lnTo>
                  <a:pt x="649" y="2068"/>
                </a:lnTo>
                <a:lnTo>
                  <a:pt x="649" y="2068"/>
                </a:lnTo>
                <a:lnTo>
                  <a:pt x="649" y="2068"/>
                </a:lnTo>
                <a:cubicBezTo>
                  <a:pt x="649" y="2068"/>
                  <a:pt x="618" y="2068"/>
                  <a:pt x="649" y="2068"/>
                </a:cubicBezTo>
                <a:cubicBezTo>
                  <a:pt x="649" y="2038"/>
                  <a:pt x="649" y="2038"/>
                  <a:pt x="649" y="2038"/>
                </a:cubicBezTo>
                <a:cubicBezTo>
                  <a:pt x="649" y="2038"/>
                  <a:pt x="649" y="2038"/>
                  <a:pt x="618" y="2038"/>
                </a:cubicBezTo>
                <a:lnTo>
                  <a:pt x="618" y="2038"/>
                </a:lnTo>
                <a:cubicBezTo>
                  <a:pt x="618" y="2038"/>
                  <a:pt x="618" y="2038"/>
                  <a:pt x="618" y="2068"/>
                </a:cubicBezTo>
                <a:lnTo>
                  <a:pt x="618" y="2068"/>
                </a:lnTo>
                <a:lnTo>
                  <a:pt x="587" y="2068"/>
                </a:lnTo>
                <a:lnTo>
                  <a:pt x="587" y="2068"/>
                </a:lnTo>
                <a:cubicBezTo>
                  <a:pt x="587" y="2068"/>
                  <a:pt x="587" y="2068"/>
                  <a:pt x="556" y="2068"/>
                </a:cubicBezTo>
                <a:lnTo>
                  <a:pt x="556" y="2068"/>
                </a:lnTo>
                <a:cubicBezTo>
                  <a:pt x="526" y="2099"/>
                  <a:pt x="526" y="2099"/>
                  <a:pt x="556" y="2099"/>
                </a:cubicBezTo>
                <a:lnTo>
                  <a:pt x="556" y="2099"/>
                </a:lnTo>
                <a:cubicBezTo>
                  <a:pt x="556" y="2099"/>
                  <a:pt x="556" y="2068"/>
                  <a:pt x="556" y="2099"/>
                </a:cubicBezTo>
                <a:cubicBezTo>
                  <a:pt x="587" y="2099"/>
                  <a:pt x="556" y="2099"/>
                  <a:pt x="556" y="2099"/>
                </a:cubicBezTo>
                <a:cubicBezTo>
                  <a:pt x="556" y="2099"/>
                  <a:pt x="526" y="2099"/>
                  <a:pt x="556" y="2099"/>
                </a:cubicBezTo>
                <a:lnTo>
                  <a:pt x="556" y="2099"/>
                </a:lnTo>
                <a:lnTo>
                  <a:pt x="556" y="2099"/>
                </a:lnTo>
                <a:cubicBezTo>
                  <a:pt x="556" y="2130"/>
                  <a:pt x="556" y="2130"/>
                  <a:pt x="556" y="2130"/>
                </a:cubicBezTo>
                <a:lnTo>
                  <a:pt x="556" y="2130"/>
                </a:lnTo>
                <a:lnTo>
                  <a:pt x="556" y="2130"/>
                </a:lnTo>
                <a:lnTo>
                  <a:pt x="556" y="2130"/>
                </a:lnTo>
                <a:cubicBezTo>
                  <a:pt x="556" y="2130"/>
                  <a:pt x="526" y="2161"/>
                  <a:pt x="556" y="2161"/>
                </a:cubicBezTo>
                <a:lnTo>
                  <a:pt x="587" y="2161"/>
                </a:lnTo>
                <a:cubicBezTo>
                  <a:pt x="618" y="2161"/>
                  <a:pt x="618" y="2161"/>
                  <a:pt x="649" y="2161"/>
                </a:cubicBezTo>
                <a:cubicBezTo>
                  <a:pt x="649" y="2161"/>
                  <a:pt x="649" y="2161"/>
                  <a:pt x="680" y="2130"/>
                </a:cubicBezTo>
                <a:lnTo>
                  <a:pt x="680" y="2130"/>
                </a:lnTo>
                <a:lnTo>
                  <a:pt x="680" y="2130"/>
                </a:lnTo>
                <a:lnTo>
                  <a:pt x="680" y="2130"/>
                </a:lnTo>
                <a:cubicBezTo>
                  <a:pt x="710" y="2130"/>
                  <a:pt x="710" y="2130"/>
                  <a:pt x="710" y="2130"/>
                </a:cubicBezTo>
                <a:lnTo>
                  <a:pt x="710" y="2130"/>
                </a:lnTo>
                <a:lnTo>
                  <a:pt x="710" y="2099"/>
                </a:lnTo>
                <a:cubicBezTo>
                  <a:pt x="710" y="2099"/>
                  <a:pt x="742" y="2099"/>
                  <a:pt x="710" y="2099"/>
                </a:cubicBezTo>
                <a:cubicBezTo>
                  <a:pt x="742" y="2099"/>
                  <a:pt x="742" y="2099"/>
                  <a:pt x="742" y="2099"/>
                </a:cubicBezTo>
                <a:lnTo>
                  <a:pt x="742" y="2099"/>
                </a:lnTo>
                <a:lnTo>
                  <a:pt x="742" y="2099"/>
                </a:lnTo>
                <a:lnTo>
                  <a:pt x="742" y="2099"/>
                </a:lnTo>
                <a:lnTo>
                  <a:pt x="742" y="2099"/>
                </a:lnTo>
                <a:lnTo>
                  <a:pt x="742" y="2099"/>
                </a:lnTo>
                <a:cubicBezTo>
                  <a:pt x="773" y="2099"/>
                  <a:pt x="773" y="2099"/>
                  <a:pt x="773" y="2099"/>
                </a:cubicBezTo>
                <a:cubicBezTo>
                  <a:pt x="773" y="2099"/>
                  <a:pt x="773" y="2099"/>
                  <a:pt x="773" y="2068"/>
                </a:cubicBezTo>
                <a:lnTo>
                  <a:pt x="803" y="2068"/>
                </a:lnTo>
                <a:lnTo>
                  <a:pt x="803" y="2068"/>
                </a:lnTo>
                <a:lnTo>
                  <a:pt x="803" y="2068"/>
                </a:lnTo>
                <a:lnTo>
                  <a:pt x="803" y="2068"/>
                </a:lnTo>
                <a:lnTo>
                  <a:pt x="834" y="2068"/>
                </a:lnTo>
                <a:lnTo>
                  <a:pt x="803" y="2068"/>
                </a:lnTo>
                <a:lnTo>
                  <a:pt x="773" y="2099"/>
                </a:lnTo>
                <a:lnTo>
                  <a:pt x="773" y="2099"/>
                </a:lnTo>
                <a:lnTo>
                  <a:pt x="742" y="2099"/>
                </a:lnTo>
                <a:lnTo>
                  <a:pt x="742" y="2099"/>
                </a:lnTo>
                <a:lnTo>
                  <a:pt x="742" y="2130"/>
                </a:lnTo>
                <a:lnTo>
                  <a:pt x="710" y="2130"/>
                </a:lnTo>
                <a:lnTo>
                  <a:pt x="742" y="2130"/>
                </a:lnTo>
                <a:lnTo>
                  <a:pt x="742" y="2130"/>
                </a:lnTo>
                <a:lnTo>
                  <a:pt x="742" y="2130"/>
                </a:lnTo>
                <a:lnTo>
                  <a:pt x="742" y="2099"/>
                </a:lnTo>
                <a:cubicBezTo>
                  <a:pt x="742" y="2130"/>
                  <a:pt x="742" y="2130"/>
                  <a:pt x="742" y="2130"/>
                </a:cubicBezTo>
                <a:lnTo>
                  <a:pt x="742" y="2130"/>
                </a:lnTo>
                <a:lnTo>
                  <a:pt x="710" y="2130"/>
                </a:lnTo>
                <a:lnTo>
                  <a:pt x="710" y="2130"/>
                </a:lnTo>
                <a:cubicBezTo>
                  <a:pt x="710" y="2161"/>
                  <a:pt x="710" y="2161"/>
                  <a:pt x="710" y="2161"/>
                </a:cubicBezTo>
                <a:lnTo>
                  <a:pt x="710" y="2161"/>
                </a:lnTo>
                <a:lnTo>
                  <a:pt x="710" y="2161"/>
                </a:lnTo>
                <a:cubicBezTo>
                  <a:pt x="710" y="2161"/>
                  <a:pt x="710" y="2161"/>
                  <a:pt x="710" y="2192"/>
                </a:cubicBezTo>
                <a:cubicBezTo>
                  <a:pt x="680" y="2192"/>
                  <a:pt x="680" y="2192"/>
                  <a:pt x="680" y="2192"/>
                </a:cubicBezTo>
                <a:lnTo>
                  <a:pt x="680" y="2192"/>
                </a:lnTo>
                <a:lnTo>
                  <a:pt x="680" y="2192"/>
                </a:lnTo>
                <a:cubicBezTo>
                  <a:pt x="680" y="2192"/>
                  <a:pt x="680" y="2192"/>
                  <a:pt x="649" y="2192"/>
                </a:cubicBezTo>
                <a:lnTo>
                  <a:pt x="649" y="2222"/>
                </a:lnTo>
                <a:cubicBezTo>
                  <a:pt x="618" y="2222"/>
                  <a:pt x="618" y="2222"/>
                  <a:pt x="618" y="2222"/>
                </a:cubicBezTo>
                <a:lnTo>
                  <a:pt x="618" y="2222"/>
                </a:lnTo>
                <a:lnTo>
                  <a:pt x="618" y="2222"/>
                </a:lnTo>
                <a:lnTo>
                  <a:pt x="649" y="2222"/>
                </a:lnTo>
                <a:lnTo>
                  <a:pt x="649" y="2222"/>
                </a:lnTo>
                <a:lnTo>
                  <a:pt x="649" y="2222"/>
                </a:lnTo>
                <a:lnTo>
                  <a:pt x="649" y="2222"/>
                </a:lnTo>
                <a:cubicBezTo>
                  <a:pt x="649" y="2222"/>
                  <a:pt x="618" y="2254"/>
                  <a:pt x="618" y="2222"/>
                </a:cubicBezTo>
                <a:lnTo>
                  <a:pt x="618" y="2222"/>
                </a:lnTo>
                <a:lnTo>
                  <a:pt x="618" y="2254"/>
                </a:lnTo>
                <a:lnTo>
                  <a:pt x="618" y="2254"/>
                </a:lnTo>
                <a:cubicBezTo>
                  <a:pt x="618" y="2254"/>
                  <a:pt x="618" y="2254"/>
                  <a:pt x="587" y="2254"/>
                </a:cubicBezTo>
                <a:lnTo>
                  <a:pt x="618" y="2254"/>
                </a:lnTo>
                <a:lnTo>
                  <a:pt x="587" y="2254"/>
                </a:lnTo>
                <a:cubicBezTo>
                  <a:pt x="587" y="2254"/>
                  <a:pt x="587" y="2285"/>
                  <a:pt x="556" y="2285"/>
                </a:cubicBezTo>
                <a:cubicBezTo>
                  <a:pt x="587" y="2254"/>
                  <a:pt x="556" y="2285"/>
                  <a:pt x="556" y="2285"/>
                </a:cubicBezTo>
                <a:lnTo>
                  <a:pt x="587" y="2285"/>
                </a:lnTo>
                <a:lnTo>
                  <a:pt x="587" y="2285"/>
                </a:lnTo>
                <a:lnTo>
                  <a:pt x="587" y="2285"/>
                </a:lnTo>
                <a:lnTo>
                  <a:pt x="587" y="2285"/>
                </a:lnTo>
                <a:cubicBezTo>
                  <a:pt x="618" y="2285"/>
                  <a:pt x="618" y="2285"/>
                  <a:pt x="618" y="2285"/>
                </a:cubicBezTo>
                <a:lnTo>
                  <a:pt x="618" y="2285"/>
                </a:lnTo>
                <a:cubicBezTo>
                  <a:pt x="618" y="2254"/>
                  <a:pt x="649" y="2254"/>
                  <a:pt x="649" y="2254"/>
                </a:cubicBezTo>
                <a:lnTo>
                  <a:pt x="649" y="2254"/>
                </a:lnTo>
                <a:lnTo>
                  <a:pt x="649" y="2254"/>
                </a:lnTo>
                <a:lnTo>
                  <a:pt x="649" y="2254"/>
                </a:lnTo>
                <a:cubicBezTo>
                  <a:pt x="680" y="2254"/>
                  <a:pt x="680" y="2254"/>
                  <a:pt x="680" y="2254"/>
                </a:cubicBezTo>
                <a:lnTo>
                  <a:pt x="710" y="2254"/>
                </a:lnTo>
                <a:lnTo>
                  <a:pt x="742" y="2222"/>
                </a:lnTo>
                <a:lnTo>
                  <a:pt x="742" y="2254"/>
                </a:lnTo>
                <a:lnTo>
                  <a:pt x="742" y="2254"/>
                </a:lnTo>
                <a:lnTo>
                  <a:pt x="742" y="2254"/>
                </a:lnTo>
                <a:lnTo>
                  <a:pt x="742" y="2254"/>
                </a:lnTo>
                <a:lnTo>
                  <a:pt x="742" y="2254"/>
                </a:lnTo>
                <a:lnTo>
                  <a:pt x="742" y="2254"/>
                </a:lnTo>
                <a:lnTo>
                  <a:pt x="742" y="2254"/>
                </a:lnTo>
                <a:lnTo>
                  <a:pt x="742" y="2254"/>
                </a:lnTo>
                <a:cubicBezTo>
                  <a:pt x="773" y="2254"/>
                  <a:pt x="773" y="2254"/>
                  <a:pt x="773" y="2254"/>
                </a:cubicBezTo>
                <a:lnTo>
                  <a:pt x="773" y="2254"/>
                </a:lnTo>
                <a:lnTo>
                  <a:pt x="773" y="2254"/>
                </a:lnTo>
                <a:cubicBezTo>
                  <a:pt x="773" y="2254"/>
                  <a:pt x="773" y="2254"/>
                  <a:pt x="803" y="2254"/>
                </a:cubicBezTo>
                <a:cubicBezTo>
                  <a:pt x="773" y="2254"/>
                  <a:pt x="773" y="2254"/>
                  <a:pt x="773" y="2254"/>
                </a:cubicBezTo>
                <a:lnTo>
                  <a:pt x="773" y="2254"/>
                </a:lnTo>
                <a:cubicBezTo>
                  <a:pt x="773" y="2254"/>
                  <a:pt x="773" y="2254"/>
                  <a:pt x="773" y="2285"/>
                </a:cubicBezTo>
                <a:lnTo>
                  <a:pt x="773" y="2285"/>
                </a:lnTo>
                <a:lnTo>
                  <a:pt x="773" y="2285"/>
                </a:lnTo>
                <a:lnTo>
                  <a:pt x="773" y="2285"/>
                </a:lnTo>
                <a:cubicBezTo>
                  <a:pt x="773" y="2285"/>
                  <a:pt x="773" y="2285"/>
                  <a:pt x="773" y="2315"/>
                </a:cubicBezTo>
                <a:cubicBezTo>
                  <a:pt x="773" y="2315"/>
                  <a:pt x="773" y="2315"/>
                  <a:pt x="803" y="2285"/>
                </a:cubicBezTo>
                <a:lnTo>
                  <a:pt x="803" y="2285"/>
                </a:lnTo>
                <a:lnTo>
                  <a:pt x="803" y="2285"/>
                </a:lnTo>
                <a:cubicBezTo>
                  <a:pt x="803" y="2285"/>
                  <a:pt x="803" y="2285"/>
                  <a:pt x="834" y="2254"/>
                </a:cubicBezTo>
                <a:lnTo>
                  <a:pt x="834" y="2254"/>
                </a:lnTo>
                <a:lnTo>
                  <a:pt x="834" y="2254"/>
                </a:lnTo>
                <a:cubicBezTo>
                  <a:pt x="803" y="2285"/>
                  <a:pt x="834" y="2254"/>
                  <a:pt x="834" y="2254"/>
                </a:cubicBezTo>
                <a:lnTo>
                  <a:pt x="834" y="2254"/>
                </a:lnTo>
                <a:lnTo>
                  <a:pt x="865" y="2254"/>
                </a:lnTo>
                <a:lnTo>
                  <a:pt x="865" y="2254"/>
                </a:lnTo>
                <a:lnTo>
                  <a:pt x="865" y="2254"/>
                </a:lnTo>
                <a:cubicBezTo>
                  <a:pt x="865" y="2254"/>
                  <a:pt x="865" y="2254"/>
                  <a:pt x="834" y="2254"/>
                </a:cubicBezTo>
                <a:cubicBezTo>
                  <a:pt x="865" y="2254"/>
                  <a:pt x="865" y="2254"/>
                  <a:pt x="865" y="2254"/>
                </a:cubicBezTo>
                <a:cubicBezTo>
                  <a:pt x="896" y="2222"/>
                  <a:pt x="896" y="2222"/>
                  <a:pt x="896" y="2222"/>
                </a:cubicBezTo>
                <a:lnTo>
                  <a:pt x="896" y="2222"/>
                </a:lnTo>
                <a:lnTo>
                  <a:pt x="896" y="2222"/>
                </a:lnTo>
                <a:cubicBezTo>
                  <a:pt x="927" y="2222"/>
                  <a:pt x="927" y="2254"/>
                  <a:pt x="896" y="2254"/>
                </a:cubicBezTo>
                <a:cubicBezTo>
                  <a:pt x="896" y="2254"/>
                  <a:pt x="896" y="2254"/>
                  <a:pt x="927" y="2254"/>
                </a:cubicBezTo>
                <a:cubicBezTo>
                  <a:pt x="896" y="2254"/>
                  <a:pt x="896" y="2254"/>
                  <a:pt x="896" y="2254"/>
                </a:cubicBezTo>
                <a:lnTo>
                  <a:pt x="896" y="2254"/>
                </a:lnTo>
                <a:cubicBezTo>
                  <a:pt x="927" y="2222"/>
                  <a:pt x="896" y="2254"/>
                  <a:pt x="896" y="2222"/>
                </a:cubicBezTo>
                <a:cubicBezTo>
                  <a:pt x="896" y="2222"/>
                  <a:pt x="896" y="2222"/>
                  <a:pt x="896" y="2254"/>
                </a:cubicBezTo>
                <a:lnTo>
                  <a:pt x="896" y="2254"/>
                </a:lnTo>
                <a:lnTo>
                  <a:pt x="865" y="2254"/>
                </a:lnTo>
                <a:lnTo>
                  <a:pt x="865" y="2254"/>
                </a:lnTo>
                <a:lnTo>
                  <a:pt x="865" y="2254"/>
                </a:lnTo>
                <a:lnTo>
                  <a:pt x="865" y="2254"/>
                </a:lnTo>
                <a:cubicBezTo>
                  <a:pt x="865" y="2285"/>
                  <a:pt x="865" y="2285"/>
                  <a:pt x="865" y="2285"/>
                </a:cubicBezTo>
                <a:lnTo>
                  <a:pt x="865" y="2285"/>
                </a:lnTo>
                <a:lnTo>
                  <a:pt x="896" y="2285"/>
                </a:lnTo>
                <a:cubicBezTo>
                  <a:pt x="896" y="2254"/>
                  <a:pt x="927" y="2254"/>
                  <a:pt x="957" y="2254"/>
                </a:cubicBezTo>
                <a:lnTo>
                  <a:pt x="989" y="2254"/>
                </a:lnTo>
                <a:cubicBezTo>
                  <a:pt x="989" y="2254"/>
                  <a:pt x="1019" y="2254"/>
                  <a:pt x="1019" y="2222"/>
                </a:cubicBezTo>
                <a:cubicBezTo>
                  <a:pt x="1019" y="2222"/>
                  <a:pt x="1019" y="2222"/>
                  <a:pt x="1050" y="2222"/>
                </a:cubicBezTo>
                <a:cubicBezTo>
                  <a:pt x="1019" y="2222"/>
                  <a:pt x="1019" y="2222"/>
                  <a:pt x="1019" y="2222"/>
                </a:cubicBezTo>
                <a:cubicBezTo>
                  <a:pt x="1019" y="2254"/>
                  <a:pt x="989" y="2254"/>
                  <a:pt x="989" y="2254"/>
                </a:cubicBezTo>
                <a:cubicBezTo>
                  <a:pt x="989" y="2254"/>
                  <a:pt x="989" y="2254"/>
                  <a:pt x="957" y="2254"/>
                </a:cubicBezTo>
                <a:cubicBezTo>
                  <a:pt x="957" y="2254"/>
                  <a:pt x="957" y="2254"/>
                  <a:pt x="989" y="2254"/>
                </a:cubicBezTo>
                <a:cubicBezTo>
                  <a:pt x="957" y="2254"/>
                  <a:pt x="957" y="2285"/>
                  <a:pt x="957" y="2285"/>
                </a:cubicBezTo>
                <a:cubicBezTo>
                  <a:pt x="927" y="2285"/>
                  <a:pt x="927" y="2285"/>
                  <a:pt x="927" y="2285"/>
                </a:cubicBezTo>
                <a:cubicBezTo>
                  <a:pt x="896" y="2285"/>
                  <a:pt x="896" y="2285"/>
                  <a:pt x="865" y="2315"/>
                </a:cubicBezTo>
                <a:lnTo>
                  <a:pt x="865" y="2315"/>
                </a:lnTo>
                <a:lnTo>
                  <a:pt x="865" y="2315"/>
                </a:lnTo>
                <a:cubicBezTo>
                  <a:pt x="896" y="2315"/>
                  <a:pt x="896" y="2315"/>
                  <a:pt x="896" y="2315"/>
                </a:cubicBezTo>
                <a:lnTo>
                  <a:pt x="896" y="2315"/>
                </a:lnTo>
                <a:lnTo>
                  <a:pt x="896" y="2315"/>
                </a:lnTo>
                <a:cubicBezTo>
                  <a:pt x="865" y="2315"/>
                  <a:pt x="865" y="2315"/>
                  <a:pt x="865" y="2315"/>
                </a:cubicBezTo>
                <a:lnTo>
                  <a:pt x="865" y="2315"/>
                </a:lnTo>
                <a:cubicBezTo>
                  <a:pt x="834" y="2315"/>
                  <a:pt x="834" y="2346"/>
                  <a:pt x="834" y="2346"/>
                </a:cubicBezTo>
                <a:cubicBezTo>
                  <a:pt x="834" y="2346"/>
                  <a:pt x="803" y="2346"/>
                  <a:pt x="803" y="2377"/>
                </a:cubicBezTo>
                <a:cubicBezTo>
                  <a:pt x="803" y="2377"/>
                  <a:pt x="803" y="2377"/>
                  <a:pt x="773" y="2377"/>
                </a:cubicBezTo>
                <a:lnTo>
                  <a:pt x="773" y="2377"/>
                </a:lnTo>
                <a:lnTo>
                  <a:pt x="773" y="2377"/>
                </a:lnTo>
                <a:cubicBezTo>
                  <a:pt x="773" y="2377"/>
                  <a:pt x="803" y="2377"/>
                  <a:pt x="773" y="2377"/>
                </a:cubicBezTo>
                <a:lnTo>
                  <a:pt x="773" y="2377"/>
                </a:lnTo>
                <a:cubicBezTo>
                  <a:pt x="773" y="2377"/>
                  <a:pt x="773" y="2377"/>
                  <a:pt x="773" y="2408"/>
                </a:cubicBezTo>
                <a:lnTo>
                  <a:pt x="773" y="2377"/>
                </a:lnTo>
                <a:lnTo>
                  <a:pt x="773" y="2408"/>
                </a:lnTo>
                <a:cubicBezTo>
                  <a:pt x="803" y="2377"/>
                  <a:pt x="803" y="2377"/>
                  <a:pt x="803" y="2377"/>
                </a:cubicBezTo>
                <a:cubicBezTo>
                  <a:pt x="803" y="2377"/>
                  <a:pt x="803" y="2408"/>
                  <a:pt x="773" y="2408"/>
                </a:cubicBezTo>
                <a:lnTo>
                  <a:pt x="773" y="2408"/>
                </a:lnTo>
                <a:cubicBezTo>
                  <a:pt x="773" y="2377"/>
                  <a:pt x="773" y="2377"/>
                  <a:pt x="773" y="2377"/>
                </a:cubicBezTo>
                <a:cubicBezTo>
                  <a:pt x="773" y="2377"/>
                  <a:pt x="742" y="2377"/>
                  <a:pt x="742" y="2408"/>
                </a:cubicBezTo>
                <a:lnTo>
                  <a:pt x="710" y="2408"/>
                </a:lnTo>
                <a:lnTo>
                  <a:pt x="710" y="2408"/>
                </a:lnTo>
                <a:cubicBezTo>
                  <a:pt x="710" y="2408"/>
                  <a:pt x="710" y="2408"/>
                  <a:pt x="680" y="2408"/>
                </a:cubicBezTo>
                <a:lnTo>
                  <a:pt x="680" y="2408"/>
                </a:lnTo>
                <a:cubicBezTo>
                  <a:pt x="649" y="2439"/>
                  <a:pt x="649" y="2439"/>
                  <a:pt x="649" y="2439"/>
                </a:cubicBezTo>
                <a:cubicBezTo>
                  <a:pt x="618" y="2439"/>
                  <a:pt x="618" y="2439"/>
                  <a:pt x="618" y="2439"/>
                </a:cubicBezTo>
                <a:cubicBezTo>
                  <a:pt x="618" y="2469"/>
                  <a:pt x="618" y="2469"/>
                  <a:pt x="618" y="2469"/>
                </a:cubicBezTo>
                <a:cubicBezTo>
                  <a:pt x="587" y="2469"/>
                  <a:pt x="618" y="2469"/>
                  <a:pt x="587" y="2469"/>
                </a:cubicBezTo>
                <a:lnTo>
                  <a:pt x="587" y="2469"/>
                </a:lnTo>
                <a:lnTo>
                  <a:pt x="587" y="2469"/>
                </a:lnTo>
                <a:lnTo>
                  <a:pt x="587" y="2469"/>
                </a:lnTo>
                <a:lnTo>
                  <a:pt x="587" y="2469"/>
                </a:lnTo>
                <a:cubicBezTo>
                  <a:pt x="556" y="2469"/>
                  <a:pt x="587" y="2469"/>
                  <a:pt x="587" y="2469"/>
                </a:cubicBezTo>
                <a:lnTo>
                  <a:pt x="587" y="2469"/>
                </a:lnTo>
                <a:lnTo>
                  <a:pt x="587" y="2469"/>
                </a:lnTo>
                <a:cubicBezTo>
                  <a:pt x="556" y="2469"/>
                  <a:pt x="556" y="2469"/>
                  <a:pt x="556" y="2469"/>
                </a:cubicBezTo>
                <a:lnTo>
                  <a:pt x="556" y="2469"/>
                </a:lnTo>
                <a:lnTo>
                  <a:pt x="526" y="2469"/>
                </a:lnTo>
                <a:lnTo>
                  <a:pt x="526" y="2469"/>
                </a:lnTo>
                <a:lnTo>
                  <a:pt x="526" y="2469"/>
                </a:lnTo>
                <a:cubicBezTo>
                  <a:pt x="495" y="2501"/>
                  <a:pt x="463" y="2501"/>
                  <a:pt x="463" y="2501"/>
                </a:cubicBezTo>
                <a:cubicBezTo>
                  <a:pt x="433" y="2501"/>
                  <a:pt x="402" y="2501"/>
                  <a:pt x="402" y="2532"/>
                </a:cubicBezTo>
                <a:lnTo>
                  <a:pt x="371" y="2532"/>
                </a:lnTo>
                <a:cubicBezTo>
                  <a:pt x="371" y="2532"/>
                  <a:pt x="371" y="2532"/>
                  <a:pt x="340" y="2532"/>
                </a:cubicBezTo>
                <a:cubicBezTo>
                  <a:pt x="371" y="2562"/>
                  <a:pt x="371" y="2562"/>
                  <a:pt x="371" y="2562"/>
                </a:cubicBezTo>
                <a:cubicBezTo>
                  <a:pt x="340" y="2562"/>
                  <a:pt x="340" y="2562"/>
                  <a:pt x="340" y="2562"/>
                </a:cubicBezTo>
                <a:lnTo>
                  <a:pt x="371" y="2562"/>
                </a:lnTo>
                <a:cubicBezTo>
                  <a:pt x="371" y="2562"/>
                  <a:pt x="340" y="2562"/>
                  <a:pt x="371" y="2562"/>
                </a:cubicBezTo>
                <a:cubicBezTo>
                  <a:pt x="340" y="2562"/>
                  <a:pt x="340" y="2562"/>
                  <a:pt x="340" y="2562"/>
                </a:cubicBezTo>
                <a:lnTo>
                  <a:pt x="340" y="2562"/>
                </a:lnTo>
                <a:lnTo>
                  <a:pt x="340" y="2562"/>
                </a:lnTo>
                <a:cubicBezTo>
                  <a:pt x="309" y="2562"/>
                  <a:pt x="340" y="2562"/>
                  <a:pt x="309" y="2562"/>
                </a:cubicBezTo>
                <a:lnTo>
                  <a:pt x="309" y="2562"/>
                </a:lnTo>
                <a:lnTo>
                  <a:pt x="309" y="2562"/>
                </a:lnTo>
                <a:lnTo>
                  <a:pt x="309" y="2562"/>
                </a:lnTo>
                <a:lnTo>
                  <a:pt x="309" y="2562"/>
                </a:lnTo>
                <a:lnTo>
                  <a:pt x="309" y="2562"/>
                </a:lnTo>
                <a:lnTo>
                  <a:pt x="309" y="2562"/>
                </a:lnTo>
                <a:lnTo>
                  <a:pt x="309" y="2562"/>
                </a:lnTo>
                <a:lnTo>
                  <a:pt x="309" y="2562"/>
                </a:lnTo>
                <a:lnTo>
                  <a:pt x="309" y="2562"/>
                </a:lnTo>
                <a:lnTo>
                  <a:pt x="309" y="2562"/>
                </a:lnTo>
                <a:lnTo>
                  <a:pt x="340" y="2562"/>
                </a:lnTo>
                <a:cubicBezTo>
                  <a:pt x="340" y="2532"/>
                  <a:pt x="309" y="2562"/>
                  <a:pt x="309" y="2562"/>
                </a:cubicBezTo>
                <a:lnTo>
                  <a:pt x="279" y="2562"/>
                </a:lnTo>
                <a:cubicBezTo>
                  <a:pt x="309" y="2562"/>
                  <a:pt x="309" y="2532"/>
                  <a:pt x="309" y="2532"/>
                </a:cubicBezTo>
                <a:cubicBezTo>
                  <a:pt x="309" y="2532"/>
                  <a:pt x="309" y="2532"/>
                  <a:pt x="309" y="2562"/>
                </a:cubicBezTo>
                <a:cubicBezTo>
                  <a:pt x="279" y="2562"/>
                  <a:pt x="279" y="2562"/>
                  <a:pt x="279" y="2562"/>
                </a:cubicBezTo>
                <a:cubicBezTo>
                  <a:pt x="247" y="2562"/>
                  <a:pt x="247" y="2562"/>
                  <a:pt x="216" y="2562"/>
                </a:cubicBezTo>
                <a:cubicBezTo>
                  <a:pt x="186" y="2562"/>
                  <a:pt x="155" y="2593"/>
                  <a:pt x="124" y="2593"/>
                </a:cubicBezTo>
                <a:lnTo>
                  <a:pt x="124" y="2593"/>
                </a:lnTo>
                <a:lnTo>
                  <a:pt x="124" y="2624"/>
                </a:lnTo>
                <a:cubicBezTo>
                  <a:pt x="93" y="2624"/>
                  <a:pt x="93" y="2624"/>
                  <a:pt x="93" y="2624"/>
                </a:cubicBezTo>
                <a:lnTo>
                  <a:pt x="93" y="2624"/>
                </a:lnTo>
                <a:lnTo>
                  <a:pt x="93" y="2624"/>
                </a:lnTo>
                <a:lnTo>
                  <a:pt x="62" y="2624"/>
                </a:lnTo>
                <a:lnTo>
                  <a:pt x="62" y="2624"/>
                </a:lnTo>
                <a:lnTo>
                  <a:pt x="62" y="2624"/>
                </a:lnTo>
                <a:cubicBezTo>
                  <a:pt x="32" y="2624"/>
                  <a:pt x="32" y="2624"/>
                  <a:pt x="32" y="2624"/>
                </a:cubicBezTo>
                <a:lnTo>
                  <a:pt x="32" y="2655"/>
                </a:lnTo>
                <a:cubicBezTo>
                  <a:pt x="32" y="2655"/>
                  <a:pt x="32" y="2655"/>
                  <a:pt x="0" y="2655"/>
                </a:cubicBezTo>
                <a:lnTo>
                  <a:pt x="0" y="2655"/>
                </a:lnTo>
                <a:lnTo>
                  <a:pt x="0" y="2655"/>
                </a:lnTo>
                <a:lnTo>
                  <a:pt x="0" y="2655"/>
                </a:lnTo>
                <a:lnTo>
                  <a:pt x="0" y="2655"/>
                </a:lnTo>
                <a:cubicBezTo>
                  <a:pt x="0" y="2655"/>
                  <a:pt x="0" y="2655"/>
                  <a:pt x="32" y="2655"/>
                </a:cubicBezTo>
                <a:lnTo>
                  <a:pt x="32" y="2655"/>
                </a:lnTo>
                <a:lnTo>
                  <a:pt x="32" y="2655"/>
                </a:lnTo>
                <a:lnTo>
                  <a:pt x="32" y="2655"/>
                </a:lnTo>
                <a:lnTo>
                  <a:pt x="32" y="2655"/>
                </a:lnTo>
                <a:lnTo>
                  <a:pt x="32" y="2655"/>
                </a:lnTo>
                <a:cubicBezTo>
                  <a:pt x="32" y="2624"/>
                  <a:pt x="32" y="2624"/>
                  <a:pt x="32" y="2624"/>
                </a:cubicBezTo>
                <a:lnTo>
                  <a:pt x="32" y="2624"/>
                </a:lnTo>
                <a:cubicBezTo>
                  <a:pt x="32" y="2624"/>
                  <a:pt x="62" y="2624"/>
                  <a:pt x="62" y="2655"/>
                </a:cubicBezTo>
                <a:cubicBezTo>
                  <a:pt x="62" y="2655"/>
                  <a:pt x="32" y="2655"/>
                  <a:pt x="62" y="2655"/>
                </a:cubicBezTo>
                <a:lnTo>
                  <a:pt x="32" y="2655"/>
                </a:lnTo>
                <a:lnTo>
                  <a:pt x="32" y="2655"/>
                </a:lnTo>
                <a:cubicBezTo>
                  <a:pt x="62" y="2655"/>
                  <a:pt x="62" y="2655"/>
                  <a:pt x="62" y="2655"/>
                </a:cubicBezTo>
                <a:cubicBezTo>
                  <a:pt x="62" y="2655"/>
                  <a:pt x="93" y="2655"/>
                  <a:pt x="62" y="2655"/>
                </a:cubicBezTo>
                <a:lnTo>
                  <a:pt x="62" y="2655"/>
                </a:lnTo>
                <a:lnTo>
                  <a:pt x="93" y="2655"/>
                </a:lnTo>
                <a:lnTo>
                  <a:pt x="93" y="2655"/>
                </a:lnTo>
                <a:cubicBezTo>
                  <a:pt x="93" y="2624"/>
                  <a:pt x="93" y="2624"/>
                  <a:pt x="93" y="2624"/>
                </a:cubicBezTo>
                <a:lnTo>
                  <a:pt x="93" y="2624"/>
                </a:lnTo>
                <a:lnTo>
                  <a:pt x="93" y="2624"/>
                </a:lnTo>
                <a:cubicBezTo>
                  <a:pt x="93" y="2624"/>
                  <a:pt x="124" y="2624"/>
                  <a:pt x="93" y="2624"/>
                </a:cubicBezTo>
                <a:cubicBezTo>
                  <a:pt x="124" y="2624"/>
                  <a:pt x="93" y="2624"/>
                  <a:pt x="93" y="2624"/>
                </a:cubicBezTo>
                <a:cubicBezTo>
                  <a:pt x="93" y="2655"/>
                  <a:pt x="93" y="2624"/>
                  <a:pt x="93" y="2655"/>
                </a:cubicBezTo>
                <a:lnTo>
                  <a:pt x="93" y="2655"/>
                </a:lnTo>
                <a:lnTo>
                  <a:pt x="93" y="2655"/>
                </a:lnTo>
                <a:cubicBezTo>
                  <a:pt x="124" y="2655"/>
                  <a:pt x="124" y="2655"/>
                  <a:pt x="124" y="2624"/>
                </a:cubicBezTo>
                <a:lnTo>
                  <a:pt x="124" y="2624"/>
                </a:lnTo>
                <a:lnTo>
                  <a:pt x="124" y="2655"/>
                </a:lnTo>
                <a:lnTo>
                  <a:pt x="155" y="2624"/>
                </a:lnTo>
                <a:lnTo>
                  <a:pt x="155" y="2624"/>
                </a:lnTo>
                <a:lnTo>
                  <a:pt x="155" y="2624"/>
                </a:lnTo>
                <a:cubicBezTo>
                  <a:pt x="155" y="2624"/>
                  <a:pt x="155" y="2624"/>
                  <a:pt x="186" y="2624"/>
                </a:cubicBezTo>
                <a:lnTo>
                  <a:pt x="186" y="2624"/>
                </a:lnTo>
                <a:cubicBezTo>
                  <a:pt x="186" y="2593"/>
                  <a:pt x="186" y="2593"/>
                  <a:pt x="216" y="2593"/>
                </a:cubicBezTo>
                <a:lnTo>
                  <a:pt x="216" y="2593"/>
                </a:lnTo>
                <a:lnTo>
                  <a:pt x="247" y="2593"/>
                </a:lnTo>
                <a:lnTo>
                  <a:pt x="247" y="2593"/>
                </a:lnTo>
                <a:lnTo>
                  <a:pt x="247" y="2593"/>
                </a:lnTo>
                <a:lnTo>
                  <a:pt x="247" y="2593"/>
                </a:lnTo>
                <a:lnTo>
                  <a:pt x="247" y="2593"/>
                </a:lnTo>
                <a:lnTo>
                  <a:pt x="247" y="2593"/>
                </a:lnTo>
                <a:cubicBezTo>
                  <a:pt x="216" y="2593"/>
                  <a:pt x="216" y="2593"/>
                  <a:pt x="216" y="2593"/>
                </a:cubicBezTo>
                <a:cubicBezTo>
                  <a:pt x="216" y="2593"/>
                  <a:pt x="216" y="2593"/>
                  <a:pt x="216" y="2624"/>
                </a:cubicBezTo>
                <a:lnTo>
                  <a:pt x="216" y="2624"/>
                </a:lnTo>
                <a:lnTo>
                  <a:pt x="216" y="2624"/>
                </a:lnTo>
                <a:lnTo>
                  <a:pt x="216" y="2624"/>
                </a:lnTo>
                <a:cubicBezTo>
                  <a:pt x="247" y="2593"/>
                  <a:pt x="247" y="2593"/>
                  <a:pt x="247" y="2593"/>
                </a:cubicBezTo>
                <a:lnTo>
                  <a:pt x="279" y="2593"/>
                </a:lnTo>
                <a:lnTo>
                  <a:pt x="279" y="2593"/>
                </a:lnTo>
                <a:lnTo>
                  <a:pt x="279" y="2593"/>
                </a:lnTo>
                <a:lnTo>
                  <a:pt x="279" y="2593"/>
                </a:lnTo>
                <a:lnTo>
                  <a:pt x="279" y="2593"/>
                </a:lnTo>
                <a:lnTo>
                  <a:pt x="279" y="2593"/>
                </a:lnTo>
                <a:lnTo>
                  <a:pt x="279" y="2593"/>
                </a:lnTo>
                <a:lnTo>
                  <a:pt x="309" y="2593"/>
                </a:lnTo>
                <a:lnTo>
                  <a:pt x="309" y="2593"/>
                </a:lnTo>
                <a:cubicBezTo>
                  <a:pt x="309" y="2593"/>
                  <a:pt x="279" y="2593"/>
                  <a:pt x="309" y="2593"/>
                </a:cubicBezTo>
                <a:lnTo>
                  <a:pt x="309" y="2593"/>
                </a:lnTo>
                <a:cubicBezTo>
                  <a:pt x="309" y="2593"/>
                  <a:pt x="309" y="2593"/>
                  <a:pt x="340" y="2593"/>
                </a:cubicBezTo>
                <a:cubicBezTo>
                  <a:pt x="340" y="2593"/>
                  <a:pt x="309" y="2593"/>
                  <a:pt x="340" y="2593"/>
                </a:cubicBezTo>
                <a:lnTo>
                  <a:pt x="340" y="2593"/>
                </a:lnTo>
                <a:lnTo>
                  <a:pt x="340" y="2593"/>
                </a:lnTo>
                <a:lnTo>
                  <a:pt x="371" y="2562"/>
                </a:lnTo>
                <a:lnTo>
                  <a:pt x="371" y="2562"/>
                </a:lnTo>
                <a:lnTo>
                  <a:pt x="371" y="2562"/>
                </a:lnTo>
                <a:lnTo>
                  <a:pt x="371" y="2562"/>
                </a:lnTo>
                <a:lnTo>
                  <a:pt x="371" y="2562"/>
                </a:lnTo>
                <a:lnTo>
                  <a:pt x="371" y="2562"/>
                </a:lnTo>
                <a:lnTo>
                  <a:pt x="371" y="2562"/>
                </a:lnTo>
                <a:lnTo>
                  <a:pt x="402" y="2562"/>
                </a:lnTo>
                <a:lnTo>
                  <a:pt x="402" y="2562"/>
                </a:lnTo>
                <a:lnTo>
                  <a:pt x="402" y="2562"/>
                </a:lnTo>
                <a:lnTo>
                  <a:pt x="402" y="2562"/>
                </a:lnTo>
                <a:lnTo>
                  <a:pt x="402" y="2562"/>
                </a:lnTo>
                <a:lnTo>
                  <a:pt x="402" y="2593"/>
                </a:lnTo>
                <a:lnTo>
                  <a:pt x="402" y="2593"/>
                </a:lnTo>
                <a:cubicBezTo>
                  <a:pt x="371" y="2593"/>
                  <a:pt x="371" y="2593"/>
                  <a:pt x="371" y="2593"/>
                </a:cubicBezTo>
                <a:lnTo>
                  <a:pt x="371" y="2593"/>
                </a:lnTo>
                <a:lnTo>
                  <a:pt x="371" y="2593"/>
                </a:lnTo>
                <a:cubicBezTo>
                  <a:pt x="371" y="2593"/>
                  <a:pt x="402" y="2593"/>
                  <a:pt x="402" y="2562"/>
                </a:cubicBezTo>
                <a:cubicBezTo>
                  <a:pt x="402" y="2562"/>
                  <a:pt x="402" y="2562"/>
                  <a:pt x="433" y="2562"/>
                </a:cubicBezTo>
                <a:lnTo>
                  <a:pt x="433" y="2562"/>
                </a:lnTo>
                <a:lnTo>
                  <a:pt x="433" y="2562"/>
                </a:lnTo>
                <a:lnTo>
                  <a:pt x="433" y="2562"/>
                </a:lnTo>
                <a:lnTo>
                  <a:pt x="433" y="2562"/>
                </a:lnTo>
                <a:lnTo>
                  <a:pt x="463" y="2562"/>
                </a:lnTo>
                <a:lnTo>
                  <a:pt x="463" y="2562"/>
                </a:lnTo>
                <a:lnTo>
                  <a:pt x="463" y="2562"/>
                </a:lnTo>
                <a:lnTo>
                  <a:pt x="463" y="2562"/>
                </a:lnTo>
                <a:cubicBezTo>
                  <a:pt x="463" y="2562"/>
                  <a:pt x="463" y="2562"/>
                  <a:pt x="495" y="2562"/>
                </a:cubicBezTo>
                <a:cubicBezTo>
                  <a:pt x="495" y="2562"/>
                  <a:pt x="495" y="2532"/>
                  <a:pt x="495" y="2562"/>
                </a:cubicBezTo>
                <a:cubicBezTo>
                  <a:pt x="495" y="2532"/>
                  <a:pt x="495" y="2562"/>
                  <a:pt x="495" y="2562"/>
                </a:cubicBezTo>
                <a:cubicBezTo>
                  <a:pt x="495" y="2562"/>
                  <a:pt x="526" y="2532"/>
                  <a:pt x="495" y="2532"/>
                </a:cubicBezTo>
                <a:cubicBezTo>
                  <a:pt x="526" y="2532"/>
                  <a:pt x="526" y="2532"/>
                  <a:pt x="526" y="2532"/>
                </a:cubicBezTo>
                <a:lnTo>
                  <a:pt x="526" y="2532"/>
                </a:lnTo>
                <a:lnTo>
                  <a:pt x="526" y="2532"/>
                </a:lnTo>
                <a:lnTo>
                  <a:pt x="526" y="2532"/>
                </a:lnTo>
                <a:cubicBezTo>
                  <a:pt x="526" y="2532"/>
                  <a:pt x="526" y="2532"/>
                  <a:pt x="556" y="2532"/>
                </a:cubicBezTo>
                <a:lnTo>
                  <a:pt x="556" y="2532"/>
                </a:lnTo>
                <a:cubicBezTo>
                  <a:pt x="526" y="2532"/>
                  <a:pt x="526" y="2532"/>
                  <a:pt x="526" y="2532"/>
                </a:cubicBezTo>
                <a:lnTo>
                  <a:pt x="526" y="2532"/>
                </a:lnTo>
                <a:lnTo>
                  <a:pt x="526" y="2532"/>
                </a:lnTo>
                <a:cubicBezTo>
                  <a:pt x="526" y="2562"/>
                  <a:pt x="526" y="2532"/>
                  <a:pt x="526" y="2532"/>
                </a:cubicBezTo>
                <a:lnTo>
                  <a:pt x="526" y="2532"/>
                </a:lnTo>
                <a:lnTo>
                  <a:pt x="526" y="2532"/>
                </a:lnTo>
                <a:lnTo>
                  <a:pt x="526" y="2532"/>
                </a:lnTo>
                <a:lnTo>
                  <a:pt x="526" y="2532"/>
                </a:lnTo>
                <a:cubicBezTo>
                  <a:pt x="556" y="2532"/>
                  <a:pt x="556" y="2532"/>
                  <a:pt x="556" y="2532"/>
                </a:cubicBezTo>
                <a:lnTo>
                  <a:pt x="556" y="2532"/>
                </a:lnTo>
                <a:lnTo>
                  <a:pt x="587" y="2532"/>
                </a:lnTo>
                <a:lnTo>
                  <a:pt x="556" y="2532"/>
                </a:lnTo>
                <a:lnTo>
                  <a:pt x="556" y="2532"/>
                </a:lnTo>
                <a:lnTo>
                  <a:pt x="556" y="2532"/>
                </a:lnTo>
                <a:cubicBezTo>
                  <a:pt x="556" y="2532"/>
                  <a:pt x="587" y="2532"/>
                  <a:pt x="587" y="2501"/>
                </a:cubicBezTo>
                <a:lnTo>
                  <a:pt x="587" y="2501"/>
                </a:lnTo>
                <a:cubicBezTo>
                  <a:pt x="556" y="2501"/>
                  <a:pt x="556" y="2501"/>
                  <a:pt x="556" y="2501"/>
                </a:cubicBezTo>
                <a:lnTo>
                  <a:pt x="556" y="2501"/>
                </a:lnTo>
                <a:lnTo>
                  <a:pt x="556" y="2501"/>
                </a:lnTo>
                <a:lnTo>
                  <a:pt x="556" y="2501"/>
                </a:lnTo>
                <a:lnTo>
                  <a:pt x="556" y="2501"/>
                </a:lnTo>
                <a:cubicBezTo>
                  <a:pt x="556" y="2532"/>
                  <a:pt x="556" y="2532"/>
                  <a:pt x="556" y="2532"/>
                </a:cubicBezTo>
                <a:cubicBezTo>
                  <a:pt x="526" y="2532"/>
                  <a:pt x="556" y="2501"/>
                  <a:pt x="556" y="2501"/>
                </a:cubicBezTo>
                <a:lnTo>
                  <a:pt x="587" y="2501"/>
                </a:lnTo>
                <a:lnTo>
                  <a:pt x="587" y="2501"/>
                </a:lnTo>
                <a:lnTo>
                  <a:pt x="618" y="2501"/>
                </a:lnTo>
                <a:lnTo>
                  <a:pt x="618" y="2501"/>
                </a:lnTo>
                <a:lnTo>
                  <a:pt x="618" y="2501"/>
                </a:lnTo>
                <a:lnTo>
                  <a:pt x="649" y="2501"/>
                </a:lnTo>
                <a:cubicBezTo>
                  <a:pt x="649" y="2469"/>
                  <a:pt x="618" y="2501"/>
                  <a:pt x="618" y="2501"/>
                </a:cubicBezTo>
                <a:cubicBezTo>
                  <a:pt x="618" y="2501"/>
                  <a:pt x="618" y="2501"/>
                  <a:pt x="649" y="2469"/>
                </a:cubicBezTo>
                <a:lnTo>
                  <a:pt x="649" y="2469"/>
                </a:lnTo>
                <a:cubicBezTo>
                  <a:pt x="680" y="2469"/>
                  <a:pt x="649" y="2469"/>
                  <a:pt x="649" y="2469"/>
                </a:cubicBezTo>
                <a:lnTo>
                  <a:pt x="680" y="2469"/>
                </a:lnTo>
                <a:lnTo>
                  <a:pt x="680" y="2469"/>
                </a:lnTo>
                <a:lnTo>
                  <a:pt x="680" y="2469"/>
                </a:lnTo>
                <a:cubicBezTo>
                  <a:pt x="680" y="2469"/>
                  <a:pt x="680" y="2469"/>
                  <a:pt x="710" y="2469"/>
                </a:cubicBezTo>
                <a:lnTo>
                  <a:pt x="710" y="2469"/>
                </a:lnTo>
                <a:lnTo>
                  <a:pt x="710" y="2469"/>
                </a:lnTo>
                <a:lnTo>
                  <a:pt x="710" y="2469"/>
                </a:lnTo>
                <a:lnTo>
                  <a:pt x="710" y="2469"/>
                </a:lnTo>
                <a:cubicBezTo>
                  <a:pt x="710" y="2469"/>
                  <a:pt x="710" y="2469"/>
                  <a:pt x="742" y="2469"/>
                </a:cubicBezTo>
                <a:lnTo>
                  <a:pt x="742" y="2469"/>
                </a:lnTo>
                <a:lnTo>
                  <a:pt x="742" y="2469"/>
                </a:lnTo>
                <a:cubicBezTo>
                  <a:pt x="742" y="2469"/>
                  <a:pt x="742" y="2469"/>
                  <a:pt x="742" y="2439"/>
                </a:cubicBezTo>
                <a:cubicBezTo>
                  <a:pt x="742" y="2439"/>
                  <a:pt x="742" y="2439"/>
                  <a:pt x="773" y="2439"/>
                </a:cubicBezTo>
                <a:lnTo>
                  <a:pt x="773" y="2439"/>
                </a:lnTo>
                <a:lnTo>
                  <a:pt x="773" y="2439"/>
                </a:lnTo>
                <a:lnTo>
                  <a:pt x="773" y="2439"/>
                </a:lnTo>
                <a:cubicBezTo>
                  <a:pt x="773" y="2439"/>
                  <a:pt x="773" y="2439"/>
                  <a:pt x="803" y="2439"/>
                </a:cubicBezTo>
                <a:cubicBezTo>
                  <a:pt x="803" y="2439"/>
                  <a:pt x="773" y="2439"/>
                  <a:pt x="803" y="2439"/>
                </a:cubicBezTo>
                <a:lnTo>
                  <a:pt x="803" y="2439"/>
                </a:lnTo>
                <a:lnTo>
                  <a:pt x="803" y="2439"/>
                </a:lnTo>
                <a:lnTo>
                  <a:pt x="803" y="2439"/>
                </a:lnTo>
                <a:lnTo>
                  <a:pt x="803" y="2439"/>
                </a:lnTo>
                <a:lnTo>
                  <a:pt x="834" y="2439"/>
                </a:lnTo>
                <a:cubicBezTo>
                  <a:pt x="834" y="2439"/>
                  <a:pt x="834" y="2439"/>
                  <a:pt x="834" y="2408"/>
                </a:cubicBezTo>
                <a:lnTo>
                  <a:pt x="834" y="2408"/>
                </a:lnTo>
                <a:cubicBezTo>
                  <a:pt x="834" y="2408"/>
                  <a:pt x="834" y="2408"/>
                  <a:pt x="865" y="2408"/>
                </a:cubicBezTo>
                <a:cubicBezTo>
                  <a:pt x="834" y="2408"/>
                  <a:pt x="834" y="2408"/>
                  <a:pt x="834" y="2408"/>
                </a:cubicBezTo>
                <a:cubicBezTo>
                  <a:pt x="834" y="2408"/>
                  <a:pt x="834" y="2408"/>
                  <a:pt x="865" y="2408"/>
                </a:cubicBezTo>
                <a:lnTo>
                  <a:pt x="865" y="2408"/>
                </a:lnTo>
                <a:cubicBezTo>
                  <a:pt x="865" y="2408"/>
                  <a:pt x="865" y="2408"/>
                  <a:pt x="896" y="2408"/>
                </a:cubicBezTo>
                <a:lnTo>
                  <a:pt x="896" y="2408"/>
                </a:lnTo>
                <a:cubicBezTo>
                  <a:pt x="896" y="2408"/>
                  <a:pt x="896" y="2408"/>
                  <a:pt x="896" y="2377"/>
                </a:cubicBezTo>
                <a:lnTo>
                  <a:pt x="896" y="2377"/>
                </a:lnTo>
                <a:lnTo>
                  <a:pt x="896" y="2377"/>
                </a:lnTo>
                <a:lnTo>
                  <a:pt x="896" y="2377"/>
                </a:lnTo>
                <a:cubicBezTo>
                  <a:pt x="896" y="2377"/>
                  <a:pt x="896" y="2377"/>
                  <a:pt x="927" y="2377"/>
                </a:cubicBezTo>
                <a:lnTo>
                  <a:pt x="927" y="2377"/>
                </a:lnTo>
                <a:lnTo>
                  <a:pt x="927" y="2377"/>
                </a:lnTo>
                <a:lnTo>
                  <a:pt x="927" y="2377"/>
                </a:lnTo>
                <a:cubicBezTo>
                  <a:pt x="927" y="2377"/>
                  <a:pt x="927" y="2377"/>
                  <a:pt x="957" y="2377"/>
                </a:cubicBezTo>
                <a:lnTo>
                  <a:pt x="957" y="2377"/>
                </a:lnTo>
                <a:lnTo>
                  <a:pt x="957" y="2377"/>
                </a:lnTo>
                <a:lnTo>
                  <a:pt x="957" y="2377"/>
                </a:lnTo>
                <a:lnTo>
                  <a:pt x="989" y="2377"/>
                </a:lnTo>
                <a:lnTo>
                  <a:pt x="989" y="2377"/>
                </a:lnTo>
                <a:cubicBezTo>
                  <a:pt x="989" y="2377"/>
                  <a:pt x="989" y="2377"/>
                  <a:pt x="989" y="2346"/>
                </a:cubicBezTo>
                <a:cubicBezTo>
                  <a:pt x="989" y="2346"/>
                  <a:pt x="989" y="2377"/>
                  <a:pt x="989" y="2346"/>
                </a:cubicBezTo>
                <a:lnTo>
                  <a:pt x="989" y="2346"/>
                </a:lnTo>
                <a:lnTo>
                  <a:pt x="989" y="2346"/>
                </a:lnTo>
                <a:cubicBezTo>
                  <a:pt x="989" y="2346"/>
                  <a:pt x="989" y="2346"/>
                  <a:pt x="1019" y="2346"/>
                </a:cubicBezTo>
                <a:lnTo>
                  <a:pt x="1019" y="2346"/>
                </a:lnTo>
                <a:lnTo>
                  <a:pt x="1019" y="2346"/>
                </a:lnTo>
                <a:lnTo>
                  <a:pt x="1019" y="2346"/>
                </a:lnTo>
                <a:cubicBezTo>
                  <a:pt x="1019" y="2346"/>
                  <a:pt x="1019" y="2346"/>
                  <a:pt x="1050" y="2346"/>
                </a:cubicBezTo>
                <a:lnTo>
                  <a:pt x="1050" y="2346"/>
                </a:lnTo>
                <a:lnTo>
                  <a:pt x="1050" y="2346"/>
                </a:lnTo>
                <a:cubicBezTo>
                  <a:pt x="1081" y="2346"/>
                  <a:pt x="1081" y="2346"/>
                  <a:pt x="1081" y="2346"/>
                </a:cubicBezTo>
                <a:lnTo>
                  <a:pt x="1081" y="2346"/>
                </a:lnTo>
                <a:lnTo>
                  <a:pt x="1081" y="2346"/>
                </a:lnTo>
                <a:lnTo>
                  <a:pt x="1081" y="2315"/>
                </a:lnTo>
                <a:lnTo>
                  <a:pt x="1081" y="2346"/>
                </a:lnTo>
                <a:lnTo>
                  <a:pt x="1112" y="2315"/>
                </a:lnTo>
                <a:lnTo>
                  <a:pt x="1112" y="2315"/>
                </a:lnTo>
                <a:cubicBezTo>
                  <a:pt x="1112" y="2346"/>
                  <a:pt x="1112" y="2346"/>
                  <a:pt x="1112" y="2315"/>
                </a:cubicBezTo>
                <a:lnTo>
                  <a:pt x="1112" y="2315"/>
                </a:lnTo>
                <a:lnTo>
                  <a:pt x="1112" y="2315"/>
                </a:lnTo>
                <a:lnTo>
                  <a:pt x="1112" y="2315"/>
                </a:lnTo>
                <a:lnTo>
                  <a:pt x="1112" y="2315"/>
                </a:lnTo>
                <a:lnTo>
                  <a:pt x="1143" y="2315"/>
                </a:lnTo>
                <a:lnTo>
                  <a:pt x="1143" y="2315"/>
                </a:lnTo>
                <a:cubicBezTo>
                  <a:pt x="1143" y="2315"/>
                  <a:pt x="1143" y="2315"/>
                  <a:pt x="1112" y="2315"/>
                </a:cubicBezTo>
                <a:lnTo>
                  <a:pt x="1143" y="2315"/>
                </a:lnTo>
                <a:cubicBezTo>
                  <a:pt x="1143" y="2315"/>
                  <a:pt x="1174" y="2315"/>
                  <a:pt x="1174" y="2285"/>
                </a:cubicBezTo>
                <a:lnTo>
                  <a:pt x="1174" y="2285"/>
                </a:lnTo>
                <a:lnTo>
                  <a:pt x="1174" y="2285"/>
                </a:lnTo>
                <a:cubicBezTo>
                  <a:pt x="1204" y="2285"/>
                  <a:pt x="1204" y="2285"/>
                  <a:pt x="1204" y="2285"/>
                </a:cubicBezTo>
                <a:lnTo>
                  <a:pt x="1236" y="2285"/>
                </a:lnTo>
                <a:cubicBezTo>
                  <a:pt x="1236" y="2254"/>
                  <a:pt x="1236" y="2254"/>
                  <a:pt x="1266" y="2254"/>
                </a:cubicBezTo>
                <a:lnTo>
                  <a:pt x="1266" y="2254"/>
                </a:lnTo>
                <a:lnTo>
                  <a:pt x="1266" y="2254"/>
                </a:lnTo>
                <a:lnTo>
                  <a:pt x="1266" y="2254"/>
                </a:lnTo>
                <a:lnTo>
                  <a:pt x="1266" y="2254"/>
                </a:lnTo>
                <a:lnTo>
                  <a:pt x="1266" y="2254"/>
                </a:lnTo>
                <a:lnTo>
                  <a:pt x="1266" y="2254"/>
                </a:lnTo>
                <a:cubicBezTo>
                  <a:pt x="1266" y="2222"/>
                  <a:pt x="1266" y="2222"/>
                  <a:pt x="1266" y="2222"/>
                </a:cubicBezTo>
                <a:lnTo>
                  <a:pt x="1266" y="2222"/>
                </a:lnTo>
                <a:lnTo>
                  <a:pt x="1236" y="2222"/>
                </a:lnTo>
                <a:lnTo>
                  <a:pt x="1236" y="2222"/>
                </a:lnTo>
                <a:lnTo>
                  <a:pt x="1236" y="2222"/>
                </a:lnTo>
                <a:lnTo>
                  <a:pt x="1236" y="2222"/>
                </a:lnTo>
                <a:cubicBezTo>
                  <a:pt x="1236" y="2222"/>
                  <a:pt x="1236" y="2222"/>
                  <a:pt x="1266" y="2222"/>
                </a:cubicBezTo>
                <a:cubicBezTo>
                  <a:pt x="1266" y="2222"/>
                  <a:pt x="1266" y="2192"/>
                  <a:pt x="1297" y="2192"/>
                </a:cubicBezTo>
                <a:cubicBezTo>
                  <a:pt x="1266" y="2192"/>
                  <a:pt x="1266" y="2192"/>
                  <a:pt x="1266" y="2192"/>
                </a:cubicBezTo>
                <a:lnTo>
                  <a:pt x="1266" y="2192"/>
                </a:lnTo>
                <a:lnTo>
                  <a:pt x="1297" y="2192"/>
                </a:lnTo>
                <a:lnTo>
                  <a:pt x="1297" y="2192"/>
                </a:lnTo>
                <a:cubicBezTo>
                  <a:pt x="1328" y="2192"/>
                  <a:pt x="1328" y="2192"/>
                  <a:pt x="1328" y="2192"/>
                </a:cubicBezTo>
                <a:lnTo>
                  <a:pt x="1328" y="2192"/>
                </a:lnTo>
                <a:lnTo>
                  <a:pt x="1328" y="2192"/>
                </a:lnTo>
                <a:cubicBezTo>
                  <a:pt x="1359" y="2192"/>
                  <a:pt x="1328" y="2161"/>
                  <a:pt x="1328" y="2161"/>
                </a:cubicBezTo>
                <a:lnTo>
                  <a:pt x="1359" y="2161"/>
                </a:lnTo>
                <a:lnTo>
                  <a:pt x="1359" y="2161"/>
                </a:lnTo>
                <a:cubicBezTo>
                  <a:pt x="1359" y="2161"/>
                  <a:pt x="1359" y="2161"/>
                  <a:pt x="1390" y="2161"/>
                </a:cubicBezTo>
                <a:cubicBezTo>
                  <a:pt x="1359" y="2161"/>
                  <a:pt x="1390" y="2161"/>
                  <a:pt x="1390" y="2161"/>
                </a:cubicBezTo>
                <a:cubicBezTo>
                  <a:pt x="1390" y="2161"/>
                  <a:pt x="1390" y="2161"/>
                  <a:pt x="1359" y="2161"/>
                </a:cubicBezTo>
                <a:lnTo>
                  <a:pt x="1359" y="2161"/>
                </a:lnTo>
                <a:lnTo>
                  <a:pt x="1359" y="2161"/>
                </a:lnTo>
                <a:cubicBezTo>
                  <a:pt x="1359" y="2161"/>
                  <a:pt x="1390" y="2161"/>
                  <a:pt x="1359" y="2161"/>
                </a:cubicBezTo>
                <a:cubicBezTo>
                  <a:pt x="1390" y="2161"/>
                  <a:pt x="1390" y="2161"/>
                  <a:pt x="1390" y="2161"/>
                </a:cubicBezTo>
                <a:lnTo>
                  <a:pt x="1421" y="2161"/>
                </a:lnTo>
                <a:lnTo>
                  <a:pt x="1390" y="2161"/>
                </a:lnTo>
                <a:cubicBezTo>
                  <a:pt x="1421" y="2130"/>
                  <a:pt x="1421" y="2161"/>
                  <a:pt x="1451" y="2161"/>
                </a:cubicBezTo>
                <a:cubicBezTo>
                  <a:pt x="1451" y="2130"/>
                  <a:pt x="1451" y="2130"/>
                  <a:pt x="1483" y="2130"/>
                </a:cubicBezTo>
                <a:lnTo>
                  <a:pt x="1483" y="2130"/>
                </a:lnTo>
                <a:lnTo>
                  <a:pt x="1483" y="2130"/>
                </a:lnTo>
                <a:cubicBezTo>
                  <a:pt x="1483" y="2130"/>
                  <a:pt x="1451" y="2130"/>
                  <a:pt x="1483" y="2099"/>
                </a:cubicBezTo>
                <a:lnTo>
                  <a:pt x="1451" y="2099"/>
                </a:lnTo>
                <a:lnTo>
                  <a:pt x="1483" y="2099"/>
                </a:lnTo>
                <a:lnTo>
                  <a:pt x="1483" y="2099"/>
                </a:lnTo>
                <a:lnTo>
                  <a:pt x="1483" y="2099"/>
                </a:lnTo>
                <a:lnTo>
                  <a:pt x="1483" y="2099"/>
                </a:lnTo>
                <a:cubicBezTo>
                  <a:pt x="1483" y="2130"/>
                  <a:pt x="1483" y="2099"/>
                  <a:pt x="1483" y="2099"/>
                </a:cubicBezTo>
                <a:lnTo>
                  <a:pt x="1483" y="2130"/>
                </a:lnTo>
                <a:cubicBezTo>
                  <a:pt x="1513" y="2099"/>
                  <a:pt x="1513" y="2099"/>
                  <a:pt x="1513" y="2099"/>
                </a:cubicBezTo>
                <a:lnTo>
                  <a:pt x="1513" y="2099"/>
                </a:lnTo>
                <a:cubicBezTo>
                  <a:pt x="1544" y="2099"/>
                  <a:pt x="1544" y="2099"/>
                  <a:pt x="1544" y="2099"/>
                </a:cubicBezTo>
                <a:lnTo>
                  <a:pt x="1544" y="2099"/>
                </a:lnTo>
                <a:lnTo>
                  <a:pt x="1575" y="2068"/>
                </a:lnTo>
                <a:cubicBezTo>
                  <a:pt x="1575" y="2068"/>
                  <a:pt x="1575" y="2068"/>
                  <a:pt x="1606" y="2068"/>
                </a:cubicBezTo>
                <a:lnTo>
                  <a:pt x="1606" y="2068"/>
                </a:lnTo>
                <a:lnTo>
                  <a:pt x="1606" y="2068"/>
                </a:lnTo>
                <a:lnTo>
                  <a:pt x="1606" y="2068"/>
                </a:lnTo>
                <a:lnTo>
                  <a:pt x="1637" y="2068"/>
                </a:lnTo>
                <a:lnTo>
                  <a:pt x="1637" y="2068"/>
                </a:lnTo>
                <a:cubicBezTo>
                  <a:pt x="1637" y="2038"/>
                  <a:pt x="1637" y="2038"/>
                  <a:pt x="1637" y="2038"/>
                </a:cubicBezTo>
                <a:lnTo>
                  <a:pt x="1668" y="2038"/>
                </a:lnTo>
                <a:lnTo>
                  <a:pt x="1698" y="2038"/>
                </a:lnTo>
                <a:cubicBezTo>
                  <a:pt x="1698" y="2038"/>
                  <a:pt x="1698" y="2038"/>
                  <a:pt x="1730" y="2038"/>
                </a:cubicBezTo>
                <a:cubicBezTo>
                  <a:pt x="1730" y="2007"/>
                  <a:pt x="1730" y="2007"/>
                  <a:pt x="1760" y="2007"/>
                </a:cubicBezTo>
                <a:lnTo>
                  <a:pt x="1760" y="2007"/>
                </a:lnTo>
                <a:lnTo>
                  <a:pt x="1791" y="2007"/>
                </a:lnTo>
                <a:lnTo>
                  <a:pt x="1791" y="2007"/>
                </a:lnTo>
                <a:lnTo>
                  <a:pt x="1791" y="2007"/>
                </a:lnTo>
                <a:lnTo>
                  <a:pt x="1791" y="2007"/>
                </a:lnTo>
                <a:cubicBezTo>
                  <a:pt x="1822" y="2007"/>
                  <a:pt x="1822" y="2007"/>
                  <a:pt x="1822" y="2007"/>
                </a:cubicBezTo>
                <a:cubicBezTo>
                  <a:pt x="1853" y="2007"/>
                  <a:pt x="1853" y="2007"/>
                  <a:pt x="1853" y="2007"/>
                </a:cubicBezTo>
                <a:cubicBezTo>
                  <a:pt x="1884" y="1975"/>
                  <a:pt x="1884" y="1975"/>
                  <a:pt x="1914" y="1975"/>
                </a:cubicBezTo>
                <a:cubicBezTo>
                  <a:pt x="1914" y="2007"/>
                  <a:pt x="1884" y="2007"/>
                  <a:pt x="1884" y="2007"/>
                </a:cubicBezTo>
                <a:lnTo>
                  <a:pt x="1884" y="2007"/>
                </a:lnTo>
                <a:lnTo>
                  <a:pt x="1853" y="2007"/>
                </a:lnTo>
                <a:lnTo>
                  <a:pt x="1853" y="2007"/>
                </a:lnTo>
                <a:lnTo>
                  <a:pt x="1822" y="2007"/>
                </a:lnTo>
                <a:cubicBezTo>
                  <a:pt x="1822" y="2007"/>
                  <a:pt x="1791" y="2007"/>
                  <a:pt x="1791" y="2038"/>
                </a:cubicBezTo>
                <a:lnTo>
                  <a:pt x="1822" y="2038"/>
                </a:lnTo>
                <a:lnTo>
                  <a:pt x="1822" y="2038"/>
                </a:lnTo>
                <a:lnTo>
                  <a:pt x="1822" y="2038"/>
                </a:lnTo>
                <a:lnTo>
                  <a:pt x="1822" y="2038"/>
                </a:lnTo>
                <a:lnTo>
                  <a:pt x="1853" y="2038"/>
                </a:lnTo>
                <a:lnTo>
                  <a:pt x="1853" y="2038"/>
                </a:lnTo>
                <a:cubicBezTo>
                  <a:pt x="1853" y="2068"/>
                  <a:pt x="1822" y="2038"/>
                  <a:pt x="1822" y="2038"/>
                </a:cubicBezTo>
                <a:lnTo>
                  <a:pt x="1822" y="2038"/>
                </a:lnTo>
                <a:lnTo>
                  <a:pt x="1822" y="2038"/>
                </a:lnTo>
                <a:cubicBezTo>
                  <a:pt x="1822" y="2038"/>
                  <a:pt x="1822" y="2038"/>
                  <a:pt x="1791" y="2038"/>
                </a:cubicBezTo>
                <a:lnTo>
                  <a:pt x="1791" y="2038"/>
                </a:lnTo>
                <a:cubicBezTo>
                  <a:pt x="1760" y="2038"/>
                  <a:pt x="1760" y="2038"/>
                  <a:pt x="1760" y="2038"/>
                </a:cubicBezTo>
                <a:lnTo>
                  <a:pt x="1730" y="2038"/>
                </a:lnTo>
                <a:cubicBezTo>
                  <a:pt x="1730" y="2038"/>
                  <a:pt x="1698" y="2038"/>
                  <a:pt x="1698" y="2068"/>
                </a:cubicBezTo>
                <a:cubicBezTo>
                  <a:pt x="1668" y="2068"/>
                  <a:pt x="1637" y="2068"/>
                  <a:pt x="1637" y="2068"/>
                </a:cubicBezTo>
                <a:lnTo>
                  <a:pt x="1637" y="2099"/>
                </a:lnTo>
                <a:cubicBezTo>
                  <a:pt x="1606" y="2099"/>
                  <a:pt x="1606" y="2099"/>
                  <a:pt x="1606" y="2099"/>
                </a:cubicBezTo>
                <a:lnTo>
                  <a:pt x="1606" y="2099"/>
                </a:lnTo>
                <a:cubicBezTo>
                  <a:pt x="1606" y="2099"/>
                  <a:pt x="1575" y="2099"/>
                  <a:pt x="1575" y="2130"/>
                </a:cubicBezTo>
                <a:cubicBezTo>
                  <a:pt x="1575" y="2130"/>
                  <a:pt x="1575" y="2130"/>
                  <a:pt x="1544" y="2130"/>
                </a:cubicBezTo>
                <a:cubicBezTo>
                  <a:pt x="1544" y="2130"/>
                  <a:pt x="1513" y="2130"/>
                  <a:pt x="1513" y="2161"/>
                </a:cubicBezTo>
                <a:lnTo>
                  <a:pt x="1483" y="2161"/>
                </a:lnTo>
                <a:cubicBezTo>
                  <a:pt x="1483" y="2161"/>
                  <a:pt x="1513" y="2161"/>
                  <a:pt x="1513" y="2192"/>
                </a:cubicBezTo>
                <a:cubicBezTo>
                  <a:pt x="1513" y="2161"/>
                  <a:pt x="1544" y="2161"/>
                  <a:pt x="1544" y="2161"/>
                </a:cubicBezTo>
                <a:cubicBezTo>
                  <a:pt x="1544" y="2161"/>
                  <a:pt x="1544" y="2161"/>
                  <a:pt x="1575" y="2161"/>
                </a:cubicBezTo>
                <a:lnTo>
                  <a:pt x="1544" y="2161"/>
                </a:lnTo>
                <a:lnTo>
                  <a:pt x="1544" y="2161"/>
                </a:lnTo>
                <a:lnTo>
                  <a:pt x="1544" y="2192"/>
                </a:lnTo>
                <a:cubicBezTo>
                  <a:pt x="1513" y="2192"/>
                  <a:pt x="1513" y="2192"/>
                  <a:pt x="1513" y="2192"/>
                </a:cubicBezTo>
                <a:lnTo>
                  <a:pt x="1513" y="2192"/>
                </a:lnTo>
                <a:lnTo>
                  <a:pt x="1513" y="2192"/>
                </a:lnTo>
                <a:cubicBezTo>
                  <a:pt x="1483" y="2192"/>
                  <a:pt x="1513" y="2192"/>
                  <a:pt x="1483" y="2192"/>
                </a:cubicBezTo>
                <a:lnTo>
                  <a:pt x="1483" y="2192"/>
                </a:lnTo>
                <a:lnTo>
                  <a:pt x="1483" y="2192"/>
                </a:lnTo>
                <a:cubicBezTo>
                  <a:pt x="1483" y="2192"/>
                  <a:pt x="1483" y="2192"/>
                  <a:pt x="1451" y="2192"/>
                </a:cubicBezTo>
                <a:lnTo>
                  <a:pt x="1451" y="2192"/>
                </a:lnTo>
                <a:lnTo>
                  <a:pt x="1451" y="2192"/>
                </a:lnTo>
                <a:lnTo>
                  <a:pt x="1451" y="2192"/>
                </a:lnTo>
                <a:lnTo>
                  <a:pt x="1451" y="2192"/>
                </a:lnTo>
                <a:lnTo>
                  <a:pt x="1421" y="2222"/>
                </a:lnTo>
                <a:cubicBezTo>
                  <a:pt x="1421" y="2222"/>
                  <a:pt x="1421" y="2222"/>
                  <a:pt x="1451" y="2222"/>
                </a:cubicBezTo>
                <a:cubicBezTo>
                  <a:pt x="1421" y="2222"/>
                  <a:pt x="1421" y="2222"/>
                  <a:pt x="1421" y="2222"/>
                </a:cubicBezTo>
                <a:cubicBezTo>
                  <a:pt x="1451" y="2222"/>
                  <a:pt x="1451" y="2222"/>
                  <a:pt x="1451" y="2222"/>
                </a:cubicBezTo>
                <a:lnTo>
                  <a:pt x="1451" y="2222"/>
                </a:lnTo>
                <a:lnTo>
                  <a:pt x="1451" y="2222"/>
                </a:lnTo>
                <a:lnTo>
                  <a:pt x="1451" y="2222"/>
                </a:lnTo>
                <a:lnTo>
                  <a:pt x="1483" y="2222"/>
                </a:lnTo>
                <a:lnTo>
                  <a:pt x="1483" y="2222"/>
                </a:lnTo>
                <a:lnTo>
                  <a:pt x="1483" y="2222"/>
                </a:lnTo>
                <a:lnTo>
                  <a:pt x="1483" y="2222"/>
                </a:lnTo>
                <a:cubicBezTo>
                  <a:pt x="1513" y="2222"/>
                  <a:pt x="1483" y="2222"/>
                  <a:pt x="1483" y="2222"/>
                </a:cubicBezTo>
                <a:lnTo>
                  <a:pt x="1513" y="2222"/>
                </a:lnTo>
                <a:cubicBezTo>
                  <a:pt x="1513" y="2222"/>
                  <a:pt x="1483" y="2222"/>
                  <a:pt x="1513" y="2222"/>
                </a:cubicBezTo>
                <a:lnTo>
                  <a:pt x="1513" y="2222"/>
                </a:lnTo>
                <a:lnTo>
                  <a:pt x="1513" y="2222"/>
                </a:lnTo>
                <a:cubicBezTo>
                  <a:pt x="1513" y="2222"/>
                  <a:pt x="1513" y="2222"/>
                  <a:pt x="1513" y="2192"/>
                </a:cubicBezTo>
                <a:lnTo>
                  <a:pt x="1513" y="2192"/>
                </a:lnTo>
                <a:cubicBezTo>
                  <a:pt x="1544" y="2192"/>
                  <a:pt x="1544" y="2192"/>
                  <a:pt x="1544" y="2192"/>
                </a:cubicBezTo>
                <a:lnTo>
                  <a:pt x="1544" y="2192"/>
                </a:lnTo>
                <a:lnTo>
                  <a:pt x="1544" y="2192"/>
                </a:lnTo>
                <a:cubicBezTo>
                  <a:pt x="1575" y="2192"/>
                  <a:pt x="1575" y="2192"/>
                  <a:pt x="1575" y="2192"/>
                </a:cubicBezTo>
                <a:lnTo>
                  <a:pt x="1575" y="2192"/>
                </a:lnTo>
                <a:lnTo>
                  <a:pt x="1575" y="2192"/>
                </a:lnTo>
                <a:lnTo>
                  <a:pt x="1575" y="2192"/>
                </a:lnTo>
                <a:lnTo>
                  <a:pt x="1575" y="2192"/>
                </a:lnTo>
                <a:lnTo>
                  <a:pt x="1575" y="2192"/>
                </a:lnTo>
                <a:lnTo>
                  <a:pt x="1606" y="2161"/>
                </a:lnTo>
                <a:lnTo>
                  <a:pt x="1606" y="2192"/>
                </a:lnTo>
                <a:cubicBezTo>
                  <a:pt x="1575" y="2192"/>
                  <a:pt x="1575" y="2192"/>
                  <a:pt x="1575" y="2192"/>
                </a:cubicBezTo>
                <a:cubicBezTo>
                  <a:pt x="1575" y="2192"/>
                  <a:pt x="1575" y="2192"/>
                  <a:pt x="1606" y="2192"/>
                </a:cubicBezTo>
                <a:lnTo>
                  <a:pt x="1606" y="2192"/>
                </a:lnTo>
                <a:lnTo>
                  <a:pt x="1606" y="2192"/>
                </a:lnTo>
                <a:lnTo>
                  <a:pt x="1606" y="2192"/>
                </a:lnTo>
                <a:lnTo>
                  <a:pt x="1606" y="2192"/>
                </a:lnTo>
                <a:lnTo>
                  <a:pt x="1606" y="2161"/>
                </a:lnTo>
                <a:lnTo>
                  <a:pt x="1637" y="2161"/>
                </a:lnTo>
                <a:lnTo>
                  <a:pt x="1637" y="2161"/>
                </a:lnTo>
                <a:lnTo>
                  <a:pt x="1637" y="2161"/>
                </a:lnTo>
                <a:lnTo>
                  <a:pt x="1637" y="2161"/>
                </a:lnTo>
                <a:lnTo>
                  <a:pt x="1637" y="2161"/>
                </a:lnTo>
                <a:lnTo>
                  <a:pt x="1637" y="2161"/>
                </a:lnTo>
                <a:lnTo>
                  <a:pt x="1637" y="2161"/>
                </a:lnTo>
                <a:lnTo>
                  <a:pt x="1668" y="2161"/>
                </a:lnTo>
                <a:lnTo>
                  <a:pt x="1668" y="2161"/>
                </a:lnTo>
                <a:lnTo>
                  <a:pt x="1668" y="2161"/>
                </a:lnTo>
                <a:lnTo>
                  <a:pt x="1668" y="2161"/>
                </a:lnTo>
                <a:cubicBezTo>
                  <a:pt x="1668" y="2161"/>
                  <a:pt x="1668" y="2161"/>
                  <a:pt x="1668" y="2130"/>
                </a:cubicBezTo>
                <a:cubicBezTo>
                  <a:pt x="1698" y="2130"/>
                  <a:pt x="1698" y="2161"/>
                  <a:pt x="1698" y="2161"/>
                </a:cubicBezTo>
                <a:cubicBezTo>
                  <a:pt x="1668" y="2161"/>
                  <a:pt x="1668" y="2161"/>
                  <a:pt x="1668" y="2161"/>
                </a:cubicBezTo>
                <a:lnTo>
                  <a:pt x="1668" y="2161"/>
                </a:lnTo>
                <a:lnTo>
                  <a:pt x="1668" y="2161"/>
                </a:lnTo>
                <a:lnTo>
                  <a:pt x="1668" y="2161"/>
                </a:lnTo>
                <a:cubicBezTo>
                  <a:pt x="1668" y="2161"/>
                  <a:pt x="1668" y="2161"/>
                  <a:pt x="1698" y="2161"/>
                </a:cubicBezTo>
                <a:lnTo>
                  <a:pt x="1698" y="2161"/>
                </a:lnTo>
                <a:cubicBezTo>
                  <a:pt x="1698" y="2130"/>
                  <a:pt x="1698" y="2130"/>
                  <a:pt x="1698" y="2130"/>
                </a:cubicBezTo>
                <a:lnTo>
                  <a:pt x="1730" y="2130"/>
                </a:lnTo>
                <a:lnTo>
                  <a:pt x="1730" y="2130"/>
                </a:lnTo>
                <a:lnTo>
                  <a:pt x="1730" y="2130"/>
                </a:lnTo>
                <a:lnTo>
                  <a:pt x="1730" y="2130"/>
                </a:lnTo>
                <a:lnTo>
                  <a:pt x="1730" y="2130"/>
                </a:lnTo>
                <a:lnTo>
                  <a:pt x="1730" y="2130"/>
                </a:lnTo>
                <a:cubicBezTo>
                  <a:pt x="1730" y="2161"/>
                  <a:pt x="1698" y="2161"/>
                  <a:pt x="1698" y="2161"/>
                </a:cubicBezTo>
                <a:cubicBezTo>
                  <a:pt x="1730" y="2161"/>
                  <a:pt x="1730" y="2130"/>
                  <a:pt x="1760" y="2130"/>
                </a:cubicBezTo>
                <a:lnTo>
                  <a:pt x="1730" y="2130"/>
                </a:lnTo>
                <a:lnTo>
                  <a:pt x="1730" y="2130"/>
                </a:lnTo>
                <a:lnTo>
                  <a:pt x="1730" y="2130"/>
                </a:lnTo>
                <a:lnTo>
                  <a:pt x="1760" y="2130"/>
                </a:lnTo>
                <a:lnTo>
                  <a:pt x="1760" y="2130"/>
                </a:lnTo>
                <a:lnTo>
                  <a:pt x="1760" y="2130"/>
                </a:lnTo>
                <a:lnTo>
                  <a:pt x="1760" y="2130"/>
                </a:lnTo>
                <a:lnTo>
                  <a:pt x="1760" y="2161"/>
                </a:lnTo>
                <a:cubicBezTo>
                  <a:pt x="1760" y="2161"/>
                  <a:pt x="1760" y="2130"/>
                  <a:pt x="1791" y="2130"/>
                </a:cubicBezTo>
                <a:lnTo>
                  <a:pt x="1791" y="2130"/>
                </a:lnTo>
                <a:lnTo>
                  <a:pt x="1791" y="2130"/>
                </a:lnTo>
                <a:lnTo>
                  <a:pt x="1791" y="2130"/>
                </a:lnTo>
                <a:lnTo>
                  <a:pt x="1791" y="2130"/>
                </a:lnTo>
                <a:lnTo>
                  <a:pt x="1822" y="2130"/>
                </a:lnTo>
                <a:lnTo>
                  <a:pt x="1822" y="2130"/>
                </a:lnTo>
                <a:cubicBezTo>
                  <a:pt x="1822" y="2130"/>
                  <a:pt x="1822" y="2130"/>
                  <a:pt x="1853" y="2130"/>
                </a:cubicBezTo>
                <a:cubicBezTo>
                  <a:pt x="1853" y="2099"/>
                  <a:pt x="1853" y="2130"/>
                  <a:pt x="1822" y="2130"/>
                </a:cubicBezTo>
                <a:lnTo>
                  <a:pt x="1822" y="2130"/>
                </a:lnTo>
                <a:cubicBezTo>
                  <a:pt x="1822" y="2130"/>
                  <a:pt x="1853" y="2130"/>
                  <a:pt x="1822" y="2130"/>
                </a:cubicBezTo>
                <a:cubicBezTo>
                  <a:pt x="1822" y="2130"/>
                  <a:pt x="1822" y="2130"/>
                  <a:pt x="1853" y="2099"/>
                </a:cubicBezTo>
                <a:cubicBezTo>
                  <a:pt x="1822" y="2099"/>
                  <a:pt x="1822" y="2130"/>
                  <a:pt x="1822" y="2130"/>
                </a:cubicBezTo>
                <a:lnTo>
                  <a:pt x="1822" y="2130"/>
                </a:lnTo>
                <a:lnTo>
                  <a:pt x="1822" y="2099"/>
                </a:lnTo>
                <a:lnTo>
                  <a:pt x="1853" y="2099"/>
                </a:lnTo>
                <a:lnTo>
                  <a:pt x="1853" y="2099"/>
                </a:lnTo>
                <a:lnTo>
                  <a:pt x="1853" y="2099"/>
                </a:lnTo>
                <a:lnTo>
                  <a:pt x="1853" y="2099"/>
                </a:lnTo>
                <a:lnTo>
                  <a:pt x="1853" y="2099"/>
                </a:lnTo>
                <a:lnTo>
                  <a:pt x="1853" y="2099"/>
                </a:lnTo>
                <a:lnTo>
                  <a:pt x="1884" y="2099"/>
                </a:lnTo>
                <a:lnTo>
                  <a:pt x="1884" y="2099"/>
                </a:lnTo>
                <a:lnTo>
                  <a:pt x="1884" y="2099"/>
                </a:lnTo>
                <a:lnTo>
                  <a:pt x="1884" y="2099"/>
                </a:lnTo>
                <a:lnTo>
                  <a:pt x="1884" y="2099"/>
                </a:lnTo>
                <a:cubicBezTo>
                  <a:pt x="1884" y="2068"/>
                  <a:pt x="1884" y="2068"/>
                  <a:pt x="1884" y="2068"/>
                </a:cubicBezTo>
                <a:lnTo>
                  <a:pt x="1884" y="2099"/>
                </a:lnTo>
                <a:cubicBezTo>
                  <a:pt x="1884" y="2099"/>
                  <a:pt x="1884" y="2099"/>
                  <a:pt x="1884" y="2068"/>
                </a:cubicBezTo>
                <a:cubicBezTo>
                  <a:pt x="1884" y="2099"/>
                  <a:pt x="1853" y="2099"/>
                  <a:pt x="1853" y="2099"/>
                </a:cubicBezTo>
                <a:lnTo>
                  <a:pt x="1853" y="2099"/>
                </a:lnTo>
                <a:lnTo>
                  <a:pt x="1853" y="2099"/>
                </a:lnTo>
                <a:lnTo>
                  <a:pt x="1853" y="2099"/>
                </a:lnTo>
                <a:lnTo>
                  <a:pt x="1853" y="2099"/>
                </a:lnTo>
                <a:cubicBezTo>
                  <a:pt x="1853" y="2068"/>
                  <a:pt x="1853" y="2099"/>
                  <a:pt x="1853" y="2099"/>
                </a:cubicBezTo>
                <a:cubicBezTo>
                  <a:pt x="1822" y="2099"/>
                  <a:pt x="1822" y="2099"/>
                  <a:pt x="1822" y="2099"/>
                </a:cubicBezTo>
                <a:lnTo>
                  <a:pt x="1853" y="2068"/>
                </a:lnTo>
                <a:lnTo>
                  <a:pt x="1853" y="2068"/>
                </a:lnTo>
                <a:lnTo>
                  <a:pt x="1853" y="2099"/>
                </a:lnTo>
                <a:lnTo>
                  <a:pt x="1884" y="2068"/>
                </a:lnTo>
                <a:lnTo>
                  <a:pt x="1884" y="2068"/>
                </a:lnTo>
                <a:lnTo>
                  <a:pt x="1884" y="2068"/>
                </a:lnTo>
                <a:cubicBezTo>
                  <a:pt x="1884" y="2068"/>
                  <a:pt x="1884" y="2068"/>
                  <a:pt x="1853" y="2068"/>
                </a:cubicBezTo>
                <a:cubicBezTo>
                  <a:pt x="1884" y="2068"/>
                  <a:pt x="1884" y="2068"/>
                  <a:pt x="1884" y="2068"/>
                </a:cubicBezTo>
                <a:lnTo>
                  <a:pt x="1853" y="2068"/>
                </a:lnTo>
                <a:lnTo>
                  <a:pt x="1853" y="2068"/>
                </a:lnTo>
                <a:cubicBezTo>
                  <a:pt x="1884" y="2068"/>
                  <a:pt x="1884" y="2068"/>
                  <a:pt x="1884" y="2068"/>
                </a:cubicBezTo>
                <a:cubicBezTo>
                  <a:pt x="1884" y="2068"/>
                  <a:pt x="1884" y="2068"/>
                  <a:pt x="1853" y="2068"/>
                </a:cubicBezTo>
                <a:cubicBezTo>
                  <a:pt x="1884" y="2068"/>
                  <a:pt x="1884" y="2068"/>
                  <a:pt x="1884" y="2068"/>
                </a:cubicBezTo>
                <a:cubicBezTo>
                  <a:pt x="1884" y="2068"/>
                  <a:pt x="1914" y="2068"/>
                  <a:pt x="1884" y="2068"/>
                </a:cubicBezTo>
                <a:lnTo>
                  <a:pt x="1914" y="2038"/>
                </a:lnTo>
                <a:lnTo>
                  <a:pt x="1945" y="2038"/>
                </a:lnTo>
                <a:cubicBezTo>
                  <a:pt x="1914" y="2038"/>
                  <a:pt x="1914" y="2038"/>
                  <a:pt x="1914" y="2038"/>
                </a:cubicBezTo>
                <a:lnTo>
                  <a:pt x="1914" y="2038"/>
                </a:lnTo>
                <a:lnTo>
                  <a:pt x="1914" y="2038"/>
                </a:lnTo>
                <a:lnTo>
                  <a:pt x="1945" y="2038"/>
                </a:lnTo>
                <a:lnTo>
                  <a:pt x="1945" y="2038"/>
                </a:lnTo>
                <a:cubicBezTo>
                  <a:pt x="1945" y="2038"/>
                  <a:pt x="1945" y="2038"/>
                  <a:pt x="1977" y="2038"/>
                </a:cubicBezTo>
                <a:cubicBezTo>
                  <a:pt x="1977" y="2007"/>
                  <a:pt x="1977" y="2007"/>
                  <a:pt x="2007" y="2007"/>
                </a:cubicBezTo>
                <a:lnTo>
                  <a:pt x="1977" y="2007"/>
                </a:lnTo>
                <a:lnTo>
                  <a:pt x="1977" y="2007"/>
                </a:lnTo>
                <a:lnTo>
                  <a:pt x="1977" y="2038"/>
                </a:lnTo>
                <a:lnTo>
                  <a:pt x="1945" y="2038"/>
                </a:lnTo>
                <a:lnTo>
                  <a:pt x="1945" y="2038"/>
                </a:lnTo>
                <a:lnTo>
                  <a:pt x="1945" y="2038"/>
                </a:lnTo>
                <a:cubicBezTo>
                  <a:pt x="1945" y="2038"/>
                  <a:pt x="1945" y="2038"/>
                  <a:pt x="1945" y="2068"/>
                </a:cubicBezTo>
                <a:cubicBezTo>
                  <a:pt x="1945" y="2068"/>
                  <a:pt x="1945" y="2068"/>
                  <a:pt x="1945" y="2038"/>
                </a:cubicBezTo>
                <a:lnTo>
                  <a:pt x="1945" y="2038"/>
                </a:lnTo>
                <a:lnTo>
                  <a:pt x="1945" y="2038"/>
                </a:lnTo>
                <a:lnTo>
                  <a:pt x="1945" y="2038"/>
                </a:lnTo>
                <a:cubicBezTo>
                  <a:pt x="1945" y="2038"/>
                  <a:pt x="1945" y="2038"/>
                  <a:pt x="1945" y="2068"/>
                </a:cubicBezTo>
                <a:cubicBezTo>
                  <a:pt x="1945" y="2068"/>
                  <a:pt x="1945" y="2038"/>
                  <a:pt x="1977" y="2038"/>
                </a:cubicBezTo>
                <a:lnTo>
                  <a:pt x="1977" y="2038"/>
                </a:lnTo>
                <a:lnTo>
                  <a:pt x="1977" y="2038"/>
                </a:lnTo>
                <a:lnTo>
                  <a:pt x="1977" y="2038"/>
                </a:lnTo>
                <a:cubicBezTo>
                  <a:pt x="1977" y="2038"/>
                  <a:pt x="1977" y="2038"/>
                  <a:pt x="2007" y="2038"/>
                </a:cubicBezTo>
                <a:cubicBezTo>
                  <a:pt x="2007" y="2038"/>
                  <a:pt x="2007" y="2038"/>
                  <a:pt x="1977" y="2038"/>
                </a:cubicBezTo>
                <a:lnTo>
                  <a:pt x="1977" y="2038"/>
                </a:lnTo>
                <a:lnTo>
                  <a:pt x="1977" y="2038"/>
                </a:lnTo>
                <a:lnTo>
                  <a:pt x="1977" y="2038"/>
                </a:lnTo>
                <a:lnTo>
                  <a:pt x="1977" y="2038"/>
                </a:lnTo>
                <a:lnTo>
                  <a:pt x="1977" y="2038"/>
                </a:lnTo>
                <a:lnTo>
                  <a:pt x="1977" y="2038"/>
                </a:lnTo>
                <a:lnTo>
                  <a:pt x="1977" y="2038"/>
                </a:lnTo>
                <a:lnTo>
                  <a:pt x="1977" y="2038"/>
                </a:lnTo>
                <a:cubicBezTo>
                  <a:pt x="1977" y="2038"/>
                  <a:pt x="1977" y="2038"/>
                  <a:pt x="2007" y="2038"/>
                </a:cubicBezTo>
                <a:lnTo>
                  <a:pt x="2007" y="2038"/>
                </a:lnTo>
                <a:lnTo>
                  <a:pt x="2007" y="2038"/>
                </a:lnTo>
                <a:lnTo>
                  <a:pt x="2007" y="2038"/>
                </a:lnTo>
                <a:lnTo>
                  <a:pt x="2007" y="2038"/>
                </a:lnTo>
                <a:lnTo>
                  <a:pt x="2007" y="2038"/>
                </a:lnTo>
                <a:lnTo>
                  <a:pt x="2007" y="2038"/>
                </a:lnTo>
                <a:lnTo>
                  <a:pt x="2038" y="2038"/>
                </a:lnTo>
                <a:lnTo>
                  <a:pt x="2038" y="2038"/>
                </a:lnTo>
                <a:cubicBezTo>
                  <a:pt x="2069" y="2038"/>
                  <a:pt x="2069" y="2038"/>
                  <a:pt x="2069" y="2038"/>
                </a:cubicBezTo>
                <a:cubicBezTo>
                  <a:pt x="2069" y="2038"/>
                  <a:pt x="2069" y="2038"/>
                  <a:pt x="2100" y="2038"/>
                </a:cubicBezTo>
                <a:cubicBezTo>
                  <a:pt x="2100" y="2038"/>
                  <a:pt x="2100" y="2038"/>
                  <a:pt x="2069" y="2038"/>
                </a:cubicBezTo>
                <a:lnTo>
                  <a:pt x="2069" y="2038"/>
                </a:lnTo>
                <a:lnTo>
                  <a:pt x="2069" y="2038"/>
                </a:lnTo>
                <a:cubicBezTo>
                  <a:pt x="2038" y="2038"/>
                  <a:pt x="2069" y="2038"/>
                  <a:pt x="2069" y="2038"/>
                </a:cubicBezTo>
                <a:lnTo>
                  <a:pt x="2038" y="2038"/>
                </a:lnTo>
                <a:lnTo>
                  <a:pt x="2038" y="2038"/>
                </a:lnTo>
                <a:lnTo>
                  <a:pt x="2038" y="2038"/>
                </a:lnTo>
                <a:lnTo>
                  <a:pt x="2038" y="2038"/>
                </a:lnTo>
                <a:lnTo>
                  <a:pt x="2038" y="2038"/>
                </a:lnTo>
                <a:lnTo>
                  <a:pt x="2038" y="2038"/>
                </a:lnTo>
                <a:lnTo>
                  <a:pt x="2038" y="2038"/>
                </a:lnTo>
                <a:cubicBezTo>
                  <a:pt x="2038" y="2068"/>
                  <a:pt x="2038" y="2068"/>
                  <a:pt x="2038" y="2068"/>
                </a:cubicBezTo>
                <a:lnTo>
                  <a:pt x="2038" y="2068"/>
                </a:lnTo>
                <a:lnTo>
                  <a:pt x="2038" y="2068"/>
                </a:lnTo>
                <a:lnTo>
                  <a:pt x="2038" y="2068"/>
                </a:lnTo>
                <a:lnTo>
                  <a:pt x="2038" y="2068"/>
                </a:lnTo>
                <a:lnTo>
                  <a:pt x="2069" y="2068"/>
                </a:lnTo>
                <a:cubicBezTo>
                  <a:pt x="2069" y="2038"/>
                  <a:pt x="2069" y="2038"/>
                  <a:pt x="2069" y="2068"/>
                </a:cubicBezTo>
                <a:cubicBezTo>
                  <a:pt x="2069" y="2068"/>
                  <a:pt x="2069" y="2038"/>
                  <a:pt x="2069" y="2068"/>
                </a:cubicBezTo>
                <a:lnTo>
                  <a:pt x="2069" y="2068"/>
                </a:lnTo>
                <a:lnTo>
                  <a:pt x="2038" y="2068"/>
                </a:lnTo>
                <a:lnTo>
                  <a:pt x="2038" y="2068"/>
                </a:lnTo>
                <a:lnTo>
                  <a:pt x="2038" y="2068"/>
                </a:lnTo>
                <a:lnTo>
                  <a:pt x="2007" y="2068"/>
                </a:lnTo>
                <a:lnTo>
                  <a:pt x="2007" y="2068"/>
                </a:lnTo>
                <a:lnTo>
                  <a:pt x="2007" y="2068"/>
                </a:lnTo>
                <a:cubicBezTo>
                  <a:pt x="2007" y="2068"/>
                  <a:pt x="2007" y="2068"/>
                  <a:pt x="2038" y="2068"/>
                </a:cubicBezTo>
                <a:lnTo>
                  <a:pt x="2038" y="2068"/>
                </a:lnTo>
                <a:lnTo>
                  <a:pt x="2038" y="2068"/>
                </a:lnTo>
                <a:cubicBezTo>
                  <a:pt x="2038" y="2068"/>
                  <a:pt x="2038" y="2068"/>
                  <a:pt x="2069" y="2068"/>
                </a:cubicBezTo>
                <a:lnTo>
                  <a:pt x="2038" y="2068"/>
                </a:lnTo>
                <a:cubicBezTo>
                  <a:pt x="2069" y="2068"/>
                  <a:pt x="2069" y="2068"/>
                  <a:pt x="2069" y="2068"/>
                </a:cubicBezTo>
                <a:lnTo>
                  <a:pt x="2038" y="2068"/>
                </a:lnTo>
                <a:lnTo>
                  <a:pt x="2038" y="2068"/>
                </a:lnTo>
                <a:lnTo>
                  <a:pt x="2038" y="2068"/>
                </a:lnTo>
                <a:cubicBezTo>
                  <a:pt x="2069" y="2068"/>
                  <a:pt x="2069" y="2068"/>
                  <a:pt x="2069" y="2068"/>
                </a:cubicBezTo>
                <a:lnTo>
                  <a:pt x="2069" y="2068"/>
                </a:lnTo>
                <a:lnTo>
                  <a:pt x="2069" y="2068"/>
                </a:lnTo>
                <a:lnTo>
                  <a:pt x="2069" y="2068"/>
                </a:lnTo>
                <a:lnTo>
                  <a:pt x="2069" y="2068"/>
                </a:lnTo>
                <a:lnTo>
                  <a:pt x="2069" y="2068"/>
                </a:lnTo>
                <a:cubicBezTo>
                  <a:pt x="2069" y="2068"/>
                  <a:pt x="2069" y="2068"/>
                  <a:pt x="2100" y="2068"/>
                </a:cubicBezTo>
                <a:cubicBezTo>
                  <a:pt x="2069" y="2068"/>
                  <a:pt x="2069" y="2068"/>
                  <a:pt x="2069" y="2068"/>
                </a:cubicBezTo>
                <a:cubicBezTo>
                  <a:pt x="2069" y="2099"/>
                  <a:pt x="2038" y="2099"/>
                  <a:pt x="2038" y="2099"/>
                </a:cubicBezTo>
                <a:lnTo>
                  <a:pt x="2038" y="2099"/>
                </a:lnTo>
                <a:lnTo>
                  <a:pt x="2069" y="2099"/>
                </a:lnTo>
                <a:lnTo>
                  <a:pt x="2069" y="2099"/>
                </a:lnTo>
                <a:cubicBezTo>
                  <a:pt x="2100" y="2099"/>
                  <a:pt x="2100" y="2099"/>
                  <a:pt x="2131" y="2099"/>
                </a:cubicBezTo>
                <a:cubicBezTo>
                  <a:pt x="2131" y="2068"/>
                  <a:pt x="2161" y="2068"/>
                  <a:pt x="2161" y="2068"/>
                </a:cubicBezTo>
                <a:lnTo>
                  <a:pt x="2161" y="2068"/>
                </a:lnTo>
                <a:cubicBezTo>
                  <a:pt x="2161" y="2068"/>
                  <a:pt x="2161" y="2068"/>
                  <a:pt x="2131" y="2068"/>
                </a:cubicBezTo>
                <a:cubicBezTo>
                  <a:pt x="2131" y="2068"/>
                  <a:pt x="2131" y="2068"/>
                  <a:pt x="2131" y="2099"/>
                </a:cubicBezTo>
                <a:lnTo>
                  <a:pt x="2131" y="2099"/>
                </a:lnTo>
                <a:lnTo>
                  <a:pt x="2131" y="2099"/>
                </a:lnTo>
                <a:cubicBezTo>
                  <a:pt x="2131" y="2099"/>
                  <a:pt x="2131" y="2099"/>
                  <a:pt x="2100" y="2099"/>
                </a:cubicBezTo>
                <a:lnTo>
                  <a:pt x="2100" y="2099"/>
                </a:lnTo>
                <a:lnTo>
                  <a:pt x="2100" y="2099"/>
                </a:lnTo>
                <a:lnTo>
                  <a:pt x="2100" y="2099"/>
                </a:lnTo>
                <a:lnTo>
                  <a:pt x="2100" y="2130"/>
                </a:lnTo>
                <a:lnTo>
                  <a:pt x="2131" y="2130"/>
                </a:lnTo>
                <a:lnTo>
                  <a:pt x="2131" y="2130"/>
                </a:lnTo>
                <a:lnTo>
                  <a:pt x="2131" y="2130"/>
                </a:lnTo>
                <a:lnTo>
                  <a:pt x="2131" y="2130"/>
                </a:lnTo>
                <a:lnTo>
                  <a:pt x="2131" y="2130"/>
                </a:lnTo>
                <a:lnTo>
                  <a:pt x="2131" y="2130"/>
                </a:lnTo>
                <a:lnTo>
                  <a:pt x="2131" y="2130"/>
                </a:lnTo>
                <a:lnTo>
                  <a:pt x="2131" y="2130"/>
                </a:lnTo>
                <a:lnTo>
                  <a:pt x="2161" y="2130"/>
                </a:lnTo>
                <a:lnTo>
                  <a:pt x="2192" y="2130"/>
                </a:lnTo>
                <a:cubicBezTo>
                  <a:pt x="2224" y="2130"/>
                  <a:pt x="2224" y="2130"/>
                  <a:pt x="2254" y="2130"/>
                </a:cubicBezTo>
                <a:cubicBezTo>
                  <a:pt x="2254" y="2130"/>
                  <a:pt x="2254" y="2130"/>
                  <a:pt x="2285" y="2130"/>
                </a:cubicBezTo>
                <a:lnTo>
                  <a:pt x="2285" y="2130"/>
                </a:lnTo>
                <a:cubicBezTo>
                  <a:pt x="2285" y="2130"/>
                  <a:pt x="2285" y="2130"/>
                  <a:pt x="2316" y="2130"/>
                </a:cubicBezTo>
                <a:lnTo>
                  <a:pt x="2316" y="2130"/>
                </a:lnTo>
                <a:cubicBezTo>
                  <a:pt x="2316" y="2130"/>
                  <a:pt x="2316" y="2130"/>
                  <a:pt x="2347" y="2130"/>
                </a:cubicBezTo>
                <a:lnTo>
                  <a:pt x="2347" y="2130"/>
                </a:lnTo>
                <a:lnTo>
                  <a:pt x="2347" y="2130"/>
                </a:lnTo>
                <a:cubicBezTo>
                  <a:pt x="2347" y="2161"/>
                  <a:pt x="2316" y="2161"/>
                  <a:pt x="2316" y="2161"/>
                </a:cubicBezTo>
                <a:lnTo>
                  <a:pt x="2316" y="2161"/>
                </a:lnTo>
                <a:lnTo>
                  <a:pt x="2316" y="2161"/>
                </a:lnTo>
                <a:lnTo>
                  <a:pt x="2347" y="2161"/>
                </a:lnTo>
                <a:lnTo>
                  <a:pt x="2347" y="2161"/>
                </a:lnTo>
                <a:cubicBezTo>
                  <a:pt x="2378" y="2161"/>
                  <a:pt x="2378" y="2161"/>
                  <a:pt x="2408" y="2161"/>
                </a:cubicBezTo>
                <a:lnTo>
                  <a:pt x="2439" y="2161"/>
                </a:lnTo>
                <a:lnTo>
                  <a:pt x="2439" y="2161"/>
                </a:lnTo>
                <a:cubicBezTo>
                  <a:pt x="2471" y="2161"/>
                  <a:pt x="2471" y="2161"/>
                  <a:pt x="2471" y="2161"/>
                </a:cubicBezTo>
                <a:lnTo>
                  <a:pt x="2471" y="2161"/>
                </a:lnTo>
                <a:cubicBezTo>
                  <a:pt x="2471" y="2161"/>
                  <a:pt x="2471" y="2161"/>
                  <a:pt x="2439" y="2161"/>
                </a:cubicBezTo>
                <a:lnTo>
                  <a:pt x="2439" y="2192"/>
                </a:lnTo>
                <a:lnTo>
                  <a:pt x="2408" y="2192"/>
                </a:lnTo>
                <a:lnTo>
                  <a:pt x="2408" y="2192"/>
                </a:lnTo>
                <a:lnTo>
                  <a:pt x="2408" y="2192"/>
                </a:lnTo>
                <a:cubicBezTo>
                  <a:pt x="2439" y="2192"/>
                  <a:pt x="2439" y="2192"/>
                  <a:pt x="2439" y="2192"/>
                </a:cubicBezTo>
                <a:lnTo>
                  <a:pt x="2439" y="2192"/>
                </a:lnTo>
                <a:cubicBezTo>
                  <a:pt x="2439" y="2192"/>
                  <a:pt x="2439" y="2192"/>
                  <a:pt x="2408" y="2192"/>
                </a:cubicBezTo>
                <a:lnTo>
                  <a:pt x="2439" y="2192"/>
                </a:lnTo>
                <a:lnTo>
                  <a:pt x="2439" y="2192"/>
                </a:lnTo>
                <a:lnTo>
                  <a:pt x="2439" y="2192"/>
                </a:lnTo>
                <a:lnTo>
                  <a:pt x="2439" y="2222"/>
                </a:lnTo>
                <a:lnTo>
                  <a:pt x="2439" y="2222"/>
                </a:lnTo>
                <a:cubicBezTo>
                  <a:pt x="2439" y="2222"/>
                  <a:pt x="2439" y="2222"/>
                  <a:pt x="2471" y="2222"/>
                </a:cubicBezTo>
                <a:lnTo>
                  <a:pt x="2471" y="2222"/>
                </a:lnTo>
                <a:lnTo>
                  <a:pt x="2471" y="2222"/>
                </a:lnTo>
                <a:lnTo>
                  <a:pt x="2471" y="2222"/>
                </a:lnTo>
                <a:lnTo>
                  <a:pt x="2471" y="2222"/>
                </a:lnTo>
                <a:lnTo>
                  <a:pt x="2471" y="2222"/>
                </a:lnTo>
                <a:lnTo>
                  <a:pt x="2471" y="2222"/>
                </a:lnTo>
                <a:cubicBezTo>
                  <a:pt x="2471" y="2254"/>
                  <a:pt x="2501" y="2254"/>
                  <a:pt x="2501" y="2254"/>
                </a:cubicBezTo>
                <a:lnTo>
                  <a:pt x="2471" y="2254"/>
                </a:lnTo>
                <a:cubicBezTo>
                  <a:pt x="2471" y="2254"/>
                  <a:pt x="2501" y="2285"/>
                  <a:pt x="2471" y="2285"/>
                </a:cubicBezTo>
                <a:cubicBezTo>
                  <a:pt x="2501" y="2285"/>
                  <a:pt x="2501" y="2285"/>
                  <a:pt x="2501" y="2285"/>
                </a:cubicBezTo>
                <a:lnTo>
                  <a:pt x="2501" y="2285"/>
                </a:lnTo>
                <a:lnTo>
                  <a:pt x="2471" y="2285"/>
                </a:lnTo>
                <a:cubicBezTo>
                  <a:pt x="2501" y="2285"/>
                  <a:pt x="2501" y="2285"/>
                  <a:pt x="2501" y="2285"/>
                </a:cubicBezTo>
                <a:lnTo>
                  <a:pt x="2501" y="2285"/>
                </a:lnTo>
                <a:lnTo>
                  <a:pt x="2501" y="2315"/>
                </a:lnTo>
                <a:lnTo>
                  <a:pt x="2501" y="2315"/>
                </a:lnTo>
                <a:cubicBezTo>
                  <a:pt x="2501" y="2315"/>
                  <a:pt x="2532" y="2315"/>
                  <a:pt x="2501" y="2315"/>
                </a:cubicBezTo>
                <a:lnTo>
                  <a:pt x="2532" y="2315"/>
                </a:lnTo>
                <a:lnTo>
                  <a:pt x="2501" y="2315"/>
                </a:lnTo>
                <a:lnTo>
                  <a:pt x="2532" y="2315"/>
                </a:lnTo>
                <a:lnTo>
                  <a:pt x="2532" y="2315"/>
                </a:lnTo>
                <a:lnTo>
                  <a:pt x="2532" y="2315"/>
                </a:lnTo>
                <a:cubicBezTo>
                  <a:pt x="2532" y="2315"/>
                  <a:pt x="2532" y="2315"/>
                  <a:pt x="2501" y="2315"/>
                </a:cubicBezTo>
                <a:cubicBezTo>
                  <a:pt x="2532" y="2315"/>
                  <a:pt x="2532" y="2315"/>
                  <a:pt x="2532" y="2315"/>
                </a:cubicBezTo>
                <a:lnTo>
                  <a:pt x="2532" y="2315"/>
                </a:lnTo>
                <a:cubicBezTo>
                  <a:pt x="2532" y="2315"/>
                  <a:pt x="2532" y="2315"/>
                  <a:pt x="2563" y="2315"/>
                </a:cubicBezTo>
                <a:lnTo>
                  <a:pt x="2563" y="2315"/>
                </a:lnTo>
                <a:cubicBezTo>
                  <a:pt x="2532" y="2315"/>
                  <a:pt x="2532" y="2315"/>
                  <a:pt x="2532" y="2315"/>
                </a:cubicBezTo>
                <a:lnTo>
                  <a:pt x="2532" y="2315"/>
                </a:lnTo>
                <a:cubicBezTo>
                  <a:pt x="2563" y="2315"/>
                  <a:pt x="2563" y="2285"/>
                  <a:pt x="2563" y="2285"/>
                </a:cubicBezTo>
                <a:cubicBezTo>
                  <a:pt x="2563" y="2315"/>
                  <a:pt x="2563" y="2315"/>
                  <a:pt x="2563" y="2315"/>
                </a:cubicBezTo>
                <a:lnTo>
                  <a:pt x="2563" y="2315"/>
                </a:lnTo>
                <a:cubicBezTo>
                  <a:pt x="2563" y="2315"/>
                  <a:pt x="2563" y="2315"/>
                  <a:pt x="2594" y="2315"/>
                </a:cubicBezTo>
                <a:lnTo>
                  <a:pt x="2594" y="2285"/>
                </a:lnTo>
                <a:lnTo>
                  <a:pt x="2594" y="2285"/>
                </a:lnTo>
                <a:lnTo>
                  <a:pt x="2594" y="2285"/>
                </a:lnTo>
                <a:lnTo>
                  <a:pt x="2594" y="2285"/>
                </a:lnTo>
                <a:lnTo>
                  <a:pt x="2594" y="2285"/>
                </a:lnTo>
                <a:lnTo>
                  <a:pt x="2594" y="2285"/>
                </a:lnTo>
                <a:lnTo>
                  <a:pt x="2594" y="2285"/>
                </a:lnTo>
                <a:lnTo>
                  <a:pt x="2594" y="2285"/>
                </a:lnTo>
                <a:cubicBezTo>
                  <a:pt x="2563" y="2285"/>
                  <a:pt x="2563" y="2285"/>
                  <a:pt x="2563" y="2285"/>
                </a:cubicBezTo>
                <a:cubicBezTo>
                  <a:pt x="2563" y="2285"/>
                  <a:pt x="2594" y="2285"/>
                  <a:pt x="2594" y="2254"/>
                </a:cubicBezTo>
                <a:lnTo>
                  <a:pt x="2594" y="2254"/>
                </a:lnTo>
                <a:lnTo>
                  <a:pt x="2594" y="2285"/>
                </a:lnTo>
                <a:lnTo>
                  <a:pt x="2594" y="2254"/>
                </a:lnTo>
                <a:lnTo>
                  <a:pt x="2594" y="2254"/>
                </a:lnTo>
                <a:lnTo>
                  <a:pt x="2594" y="2254"/>
                </a:lnTo>
                <a:lnTo>
                  <a:pt x="2594" y="2254"/>
                </a:lnTo>
                <a:lnTo>
                  <a:pt x="2594" y="2254"/>
                </a:lnTo>
                <a:lnTo>
                  <a:pt x="2563" y="2254"/>
                </a:lnTo>
                <a:lnTo>
                  <a:pt x="2563" y="2254"/>
                </a:lnTo>
                <a:cubicBezTo>
                  <a:pt x="2563" y="2254"/>
                  <a:pt x="2563" y="2254"/>
                  <a:pt x="2532" y="2254"/>
                </a:cubicBezTo>
                <a:cubicBezTo>
                  <a:pt x="2563" y="2254"/>
                  <a:pt x="2563" y="2254"/>
                  <a:pt x="2563" y="2254"/>
                </a:cubicBezTo>
                <a:lnTo>
                  <a:pt x="2563" y="2254"/>
                </a:lnTo>
                <a:lnTo>
                  <a:pt x="2563" y="2222"/>
                </a:lnTo>
                <a:cubicBezTo>
                  <a:pt x="2563" y="2222"/>
                  <a:pt x="2594" y="2222"/>
                  <a:pt x="2594" y="2254"/>
                </a:cubicBezTo>
                <a:lnTo>
                  <a:pt x="2594" y="2254"/>
                </a:lnTo>
                <a:lnTo>
                  <a:pt x="2594" y="2254"/>
                </a:lnTo>
                <a:cubicBezTo>
                  <a:pt x="2594" y="2254"/>
                  <a:pt x="2594" y="2254"/>
                  <a:pt x="2594" y="2222"/>
                </a:cubicBezTo>
                <a:cubicBezTo>
                  <a:pt x="2594" y="2254"/>
                  <a:pt x="2594" y="2254"/>
                  <a:pt x="2594" y="2254"/>
                </a:cubicBezTo>
                <a:cubicBezTo>
                  <a:pt x="2594" y="2254"/>
                  <a:pt x="2594" y="2254"/>
                  <a:pt x="2625" y="2254"/>
                </a:cubicBezTo>
                <a:cubicBezTo>
                  <a:pt x="2594" y="2254"/>
                  <a:pt x="2594" y="2254"/>
                  <a:pt x="2594" y="2254"/>
                </a:cubicBezTo>
                <a:lnTo>
                  <a:pt x="2625" y="2254"/>
                </a:lnTo>
                <a:lnTo>
                  <a:pt x="2594" y="2254"/>
                </a:lnTo>
                <a:lnTo>
                  <a:pt x="2625" y="2254"/>
                </a:lnTo>
                <a:lnTo>
                  <a:pt x="2625" y="2254"/>
                </a:lnTo>
                <a:lnTo>
                  <a:pt x="2625" y="2254"/>
                </a:lnTo>
                <a:lnTo>
                  <a:pt x="2625" y="2254"/>
                </a:lnTo>
                <a:lnTo>
                  <a:pt x="2625" y="2254"/>
                </a:lnTo>
                <a:lnTo>
                  <a:pt x="2655" y="2222"/>
                </a:lnTo>
                <a:lnTo>
                  <a:pt x="2655" y="2254"/>
                </a:lnTo>
                <a:lnTo>
                  <a:pt x="2655" y="2254"/>
                </a:lnTo>
                <a:lnTo>
                  <a:pt x="2655" y="2254"/>
                </a:lnTo>
                <a:cubicBezTo>
                  <a:pt x="2625" y="2254"/>
                  <a:pt x="2625" y="2254"/>
                  <a:pt x="2625" y="2254"/>
                </a:cubicBezTo>
                <a:cubicBezTo>
                  <a:pt x="2655" y="2254"/>
                  <a:pt x="2655" y="2254"/>
                  <a:pt x="2655" y="2254"/>
                </a:cubicBezTo>
                <a:lnTo>
                  <a:pt x="2655" y="2254"/>
                </a:lnTo>
                <a:lnTo>
                  <a:pt x="2655" y="2254"/>
                </a:lnTo>
                <a:lnTo>
                  <a:pt x="2655" y="2254"/>
                </a:lnTo>
                <a:cubicBezTo>
                  <a:pt x="2625" y="2254"/>
                  <a:pt x="2625" y="2254"/>
                  <a:pt x="2625" y="2254"/>
                </a:cubicBezTo>
                <a:cubicBezTo>
                  <a:pt x="2625" y="2254"/>
                  <a:pt x="2625" y="2254"/>
                  <a:pt x="2625" y="2285"/>
                </a:cubicBezTo>
                <a:lnTo>
                  <a:pt x="2625" y="2285"/>
                </a:lnTo>
                <a:lnTo>
                  <a:pt x="2625" y="2285"/>
                </a:lnTo>
                <a:lnTo>
                  <a:pt x="2625" y="2285"/>
                </a:lnTo>
                <a:lnTo>
                  <a:pt x="2625" y="2285"/>
                </a:lnTo>
                <a:cubicBezTo>
                  <a:pt x="2594" y="2285"/>
                  <a:pt x="2594" y="2285"/>
                  <a:pt x="2594" y="2285"/>
                </a:cubicBezTo>
                <a:lnTo>
                  <a:pt x="2594" y="2285"/>
                </a:lnTo>
                <a:cubicBezTo>
                  <a:pt x="2594" y="2285"/>
                  <a:pt x="2594" y="2285"/>
                  <a:pt x="2594" y="2315"/>
                </a:cubicBezTo>
                <a:cubicBezTo>
                  <a:pt x="2594" y="2315"/>
                  <a:pt x="2594" y="2315"/>
                  <a:pt x="2625" y="2285"/>
                </a:cubicBezTo>
                <a:cubicBezTo>
                  <a:pt x="2625" y="2285"/>
                  <a:pt x="2625" y="2285"/>
                  <a:pt x="2625" y="2315"/>
                </a:cubicBezTo>
                <a:lnTo>
                  <a:pt x="2625" y="2285"/>
                </a:lnTo>
                <a:cubicBezTo>
                  <a:pt x="2625" y="2285"/>
                  <a:pt x="2625" y="2285"/>
                  <a:pt x="2625" y="2315"/>
                </a:cubicBezTo>
                <a:lnTo>
                  <a:pt x="2625" y="2315"/>
                </a:lnTo>
                <a:lnTo>
                  <a:pt x="2655" y="2315"/>
                </a:lnTo>
                <a:cubicBezTo>
                  <a:pt x="2655" y="2315"/>
                  <a:pt x="2655" y="2315"/>
                  <a:pt x="2655" y="2285"/>
                </a:cubicBezTo>
                <a:cubicBezTo>
                  <a:pt x="2655" y="2285"/>
                  <a:pt x="2655" y="2285"/>
                  <a:pt x="2686" y="2285"/>
                </a:cubicBezTo>
                <a:lnTo>
                  <a:pt x="2686" y="2285"/>
                </a:lnTo>
                <a:lnTo>
                  <a:pt x="2686" y="2285"/>
                </a:lnTo>
                <a:cubicBezTo>
                  <a:pt x="2686" y="2254"/>
                  <a:pt x="2686" y="2254"/>
                  <a:pt x="2686" y="2254"/>
                </a:cubicBezTo>
                <a:lnTo>
                  <a:pt x="2686" y="2254"/>
                </a:lnTo>
                <a:lnTo>
                  <a:pt x="2686" y="2254"/>
                </a:lnTo>
                <a:lnTo>
                  <a:pt x="2686" y="2254"/>
                </a:lnTo>
                <a:cubicBezTo>
                  <a:pt x="2718" y="2222"/>
                  <a:pt x="2718" y="2222"/>
                  <a:pt x="2718" y="2222"/>
                </a:cubicBezTo>
                <a:lnTo>
                  <a:pt x="2718" y="2222"/>
                </a:lnTo>
                <a:lnTo>
                  <a:pt x="2718" y="2222"/>
                </a:lnTo>
                <a:lnTo>
                  <a:pt x="2718" y="2222"/>
                </a:lnTo>
                <a:lnTo>
                  <a:pt x="2718" y="2222"/>
                </a:lnTo>
                <a:lnTo>
                  <a:pt x="2718" y="2222"/>
                </a:lnTo>
                <a:lnTo>
                  <a:pt x="2718" y="2222"/>
                </a:lnTo>
                <a:lnTo>
                  <a:pt x="2718" y="2222"/>
                </a:lnTo>
                <a:cubicBezTo>
                  <a:pt x="2748" y="2222"/>
                  <a:pt x="2748" y="2192"/>
                  <a:pt x="2748" y="2192"/>
                </a:cubicBezTo>
                <a:lnTo>
                  <a:pt x="2748" y="2192"/>
                </a:lnTo>
                <a:cubicBezTo>
                  <a:pt x="2748" y="2192"/>
                  <a:pt x="2748" y="2192"/>
                  <a:pt x="2748" y="2222"/>
                </a:cubicBezTo>
                <a:cubicBezTo>
                  <a:pt x="2718" y="2222"/>
                  <a:pt x="2718" y="2222"/>
                  <a:pt x="2718" y="2222"/>
                </a:cubicBezTo>
                <a:lnTo>
                  <a:pt x="2718" y="2222"/>
                </a:lnTo>
                <a:cubicBezTo>
                  <a:pt x="2718" y="2254"/>
                  <a:pt x="2718" y="2254"/>
                  <a:pt x="2718" y="2254"/>
                </a:cubicBezTo>
                <a:lnTo>
                  <a:pt x="2718" y="2254"/>
                </a:lnTo>
                <a:lnTo>
                  <a:pt x="2686" y="2254"/>
                </a:lnTo>
                <a:cubicBezTo>
                  <a:pt x="2718" y="2254"/>
                  <a:pt x="2686" y="2254"/>
                  <a:pt x="2718" y="2254"/>
                </a:cubicBezTo>
                <a:lnTo>
                  <a:pt x="2718" y="2254"/>
                </a:lnTo>
                <a:lnTo>
                  <a:pt x="2718" y="2285"/>
                </a:lnTo>
                <a:cubicBezTo>
                  <a:pt x="2686" y="2285"/>
                  <a:pt x="2686" y="2285"/>
                  <a:pt x="2686" y="2285"/>
                </a:cubicBezTo>
                <a:lnTo>
                  <a:pt x="2686" y="2285"/>
                </a:lnTo>
                <a:lnTo>
                  <a:pt x="2686" y="2285"/>
                </a:lnTo>
                <a:lnTo>
                  <a:pt x="2686" y="2285"/>
                </a:lnTo>
                <a:cubicBezTo>
                  <a:pt x="2686" y="2315"/>
                  <a:pt x="2686" y="2285"/>
                  <a:pt x="2686" y="2315"/>
                </a:cubicBezTo>
                <a:cubicBezTo>
                  <a:pt x="2718" y="2285"/>
                  <a:pt x="2718" y="2315"/>
                  <a:pt x="2718" y="2315"/>
                </a:cubicBezTo>
                <a:lnTo>
                  <a:pt x="2718" y="2315"/>
                </a:lnTo>
                <a:cubicBezTo>
                  <a:pt x="2718" y="2315"/>
                  <a:pt x="2718" y="2315"/>
                  <a:pt x="2748" y="2315"/>
                </a:cubicBezTo>
                <a:lnTo>
                  <a:pt x="2748" y="2315"/>
                </a:lnTo>
                <a:cubicBezTo>
                  <a:pt x="2748" y="2285"/>
                  <a:pt x="2748" y="2285"/>
                  <a:pt x="2748" y="2285"/>
                </a:cubicBezTo>
                <a:cubicBezTo>
                  <a:pt x="2748" y="2285"/>
                  <a:pt x="2748" y="2285"/>
                  <a:pt x="2779" y="2285"/>
                </a:cubicBezTo>
                <a:lnTo>
                  <a:pt x="2779" y="2285"/>
                </a:lnTo>
                <a:lnTo>
                  <a:pt x="2779" y="2285"/>
                </a:lnTo>
                <a:cubicBezTo>
                  <a:pt x="2748" y="2285"/>
                  <a:pt x="2748" y="2285"/>
                  <a:pt x="2748" y="2285"/>
                </a:cubicBezTo>
                <a:cubicBezTo>
                  <a:pt x="2748" y="2285"/>
                  <a:pt x="2748" y="2285"/>
                  <a:pt x="2748" y="2315"/>
                </a:cubicBezTo>
                <a:lnTo>
                  <a:pt x="2748" y="2315"/>
                </a:lnTo>
                <a:cubicBezTo>
                  <a:pt x="2748" y="2315"/>
                  <a:pt x="2748" y="2315"/>
                  <a:pt x="2718" y="2315"/>
                </a:cubicBezTo>
                <a:lnTo>
                  <a:pt x="2718" y="2315"/>
                </a:lnTo>
                <a:lnTo>
                  <a:pt x="2718" y="2346"/>
                </a:lnTo>
                <a:lnTo>
                  <a:pt x="2718" y="2346"/>
                </a:lnTo>
                <a:lnTo>
                  <a:pt x="2718" y="2346"/>
                </a:lnTo>
                <a:lnTo>
                  <a:pt x="2748" y="2315"/>
                </a:lnTo>
                <a:lnTo>
                  <a:pt x="2748" y="2346"/>
                </a:lnTo>
                <a:cubicBezTo>
                  <a:pt x="2718" y="2346"/>
                  <a:pt x="2718" y="2346"/>
                  <a:pt x="2748" y="2346"/>
                </a:cubicBezTo>
                <a:cubicBezTo>
                  <a:pt x="2718" y="2346"/>
                  <a:pt x="2718" y="2346"/>
                  <a:pt x="2718" y="2346"/>
                </a:cubicBezTo>
                <a:lnTo>
                  <a:pt x="2718" y="2346"/>
                </a:lnTo>
                <a:lnTo>
                  <a:pt x="2718" y="2346"/>
                </a:lnTo>
                <a:cubicBezTo>
                  <a:pt x="2718" y="2377"/>
                  <a:pt x="2718" y="2346"/>
                  <a:pt x="2718" y="2346"/>
                </a:cubicBezTo>
                <a:lnTo>
                  <a:pt x="2718" y="2346"/>
                </a:lnTo>
                <a:lnTo>
                  <a:pt x="2718" y="2346"/>
                </a:lnTo>
                <a:lnTo>
                  <a:pt x="2718" y="2346"/>
                </a:lnTo>
                <a:cubicBezTo>
                  <a:pt x="2748" y="2346"/>
                  <a:pt x="2748" y="2346"/>
                  <a:pt x="2748" y="2346"/>
                </a:cubicBezTo>
                <a:lnTo>
                  <a:pt x="2748" y="2346"/>
                </a:lnTo>
                <a:lnTo>
                  <a:pt x="2748" y="2346"/>
                </a:lnTo>
                <a:lnTo>
                  <a:pt x="2748" y="2346"/>
                </a:lnTo>
                <a:cubicBezTo>
                  <a:pt x="2718" y="2346"/>
                  <a:pt x="2718" y="2346"/>
                  <a:pt x="2718" y="2346"/>
                </a:cubicBezTo>
                <a:cubicBezTo>
                  <a:pt x="2718" y="2377"/>
                  <a:pt x="2718" y="2377"/>
                  <a:pt x="2718" y="2377"/>
                </a:cubicBezTo>
                <a:lnTo>
                  <a:pt x="2718" y="2377"/>
                </a:lnTo>
                <a:lnTo>
                  <a:pt x="2718" y="2377"/>
                </a:lnTo>
                <a:cubicBezTo>
                  <a:pt x="2718" y="2377"/>
                  <a:pt x="2718" y="2377"/>
                  <a:pt x="2748" y="2377"/>
                </a:cubicBezTo>
                <a:cubicBezTo>
                  <a:pt x="2718" y="2377"/>
                  <a:pt x="2718" y="2377"/>
                  <a:pt x="2748" y="2377"/>
                </a:cubicBezTo>
                <a:cubicBezTo>
                  <a:pt x="2718" y="2408"/>
                  <a:pt x="2718" y="2377"/>
                  <a:pt x="2718" y="2377"/>
                </a:cubicBezTo>
                <a:lnTo>
                  <a:pt x="2718" y="2377"/>
                </a:lnTo>
                <a:lnTo>
                  <a:pt x="2718" y="2377"/>
                </a:lnTo>
                <a:lnTo>
                  <a:pt x="2718" y="2377"/>
                </a:lnTo>
                <a:lnTo>
                  <a:pt x="2718" y="2377"/>
                </a:lnTo>
                <a:cubicBezTo>
                  <a:pt x="2686" y="2377"/>
                  <a:pt x="2686" y="2377"/>
                  <a:pt x="2686" y="2377"/>
                </a:cubicBezTo>
                <a:cubicBezTo>
                  <a:pt x="2718" y="2377"/>
                  <a:pt x="2718" y="2377"/>
                  <a:pt x="2718" y="2377"/>
                </a:cubicBezTo>
                <a:lnTo>
                  <a:pt x="2718" y="2377"/>
                </a:lnTo>
                <a:lnTo>
                  <a:pt x="2686" y="2377"/>
                </a:lnTo>
                <a:cubicBezTo>
                  <a:pt x="2686" y="2408"/>
                  <a:pt x="2686" y="2408"/>
                  <a:pt x="2686" y="2408"/>
                </a:cubicBezTo>
                <a:lnTo>
                  <a:pt x="2686" y="2408"/>
                </a:lnTo>
                <a:lnTo>
                  <a:pt x="2718" y="2408"/>
                </a:lnTo>
                <a:lnTo>
                  <a:pt x="2718" y="2408"/>
                </a:lnTo>
                <a:cubicBezTo>
                  <a:pt x="2686" y="2408"/>
                  <a:pt x="2686" y="2408"/>
                  <a:pt x="2686" y="2408"/>
                </a:cubicBezTo>
                <a:cubicBezTo>
                  <a:pt x="2686" y="2408"/>
                  <a:pt x="2686" y="2408"/>
                  <a:pt x="2655" y="2408"/>
                </a:cubicBezTo>
                <a:cubicBezTo>
                  <a:pt x="2655" y="2408"/>
                  <a:pt x="2655" y="2408"/>
                  <a:pt x="2655" y="2439"/>
                </a:cubicBezTo>
                <a:cubicBezTo>
                  <a:pt x="2655" y="2439"/>
                  <a:pt x="2655" y="2439"/>
                  <a:pt x="2686" y="2439"/>
                </a:cubicBezTo>
                <a:lnTo>
                  <a:pt x="2686" y="2439"/>
                </a:lnTo>
                <a:lnTo>
                  <a:pt x="2686" y="2439"/>
                </a:lnTo>
                <a:lnTo>
                  <a:pt x="2686" y="2439"/>
                </a:lnTo>
                <a:lnTo>
                  <a:pt x="2686" y="2439"/>
                </a:lnTo>
                <a:lnTo>
                  <a:pt x="2686" y="2439"/>
                </a:lnTo>
                <a:lnTo>
                  <a:pt x="2686" y="2439"/>
                </a:lnTo>
                <a:lnTo>
                  <a:pt x="2686" y="2439"/>
                </a:lnTo>
                <a:cubicBezTo>
                  <a:pt x="2718" y="2439"/>
                  <a:pt x="2718" y="2439"/>
                  <a:pt x="2718" y="2439"/>
                </a:cubicBezTo>
                <a:lnTo>
                  <a:pt x="2718" y="2439"/>
                </a:lnTo>
                <a:cubicBezTo>
                  <a:pt x="2686" y="2439"/>
                  <a:pt x="2718" y="2439"/>
                  <a:pt x="2686" y="2439"/>
                </a:cubicBezTo>
                <a:lnTo>
                  <a:pt x="2686" y="2439"/>
                </a:lnTo>
                <a:lnTo>
                  <a:pt x="2686" y="2439"/>
                </a:lnTo>
                <a:cubicBezTo>
                  <a:pt x="2686" y="2469"/>
                  <a:pt x="2686" y="2469"/>
                  <a:pt x="2686" y="2469"/>
                </a:cubicBezTo>
                <a:lnTo>
                  <a:pt x="2686" y="2469"/>
                </a:lnTo>
                <a:cubicBezTo>
                  <a:pt x="2718" y="2469"/>
                  <a:pt x="2718" y="2469"/>
                  <a:pt x="2718" y="2469"/>
                </a:cubicBezTo>
                <a:lnTo>
                  <a:pt x="2718" y="2469"/>
                </a:lnTo>
                <a:cubicBezTo>
                  <a:pt x="2686" y="2469"/>
                  <a:pt x="2686" y="2469"/>
                  <a:pt x="2686" y="2469"/>
                </a:cubicBezTo>
                <a:lnTo>
                  <a:pt x="2686" y="2469"/>
                </a:lnTo>
                <a:lnTo>
                  <a:pt x="2686" y="2469"/>
                </a:lnTo>
                <a:lnTo>
                  <a:pt x="2686" y="2469"/>
                </a:lnTo>
                <a:cubicBezTo>
                  <a:pt x="2686" y="2469"/>
                  <a:pt x="2686" y="2469"/>
                  <a:pt x="2718" y="2469"/>
                </a:cubicBezTo>
                <a:cubicBezTo>
                  <a:pt x="2686" y="2469"/>
                  <a:pt x="2686" y="2501"/>
                  <a:pt x="2686" y="2501"/>
                </a:cubicBezTo>
                <a:lnTo>
                  <a:pt x="2686" y="2501"/>
                </a:lnTo>
                <a:lnTo>
                  <a:pt x="2686" y="2501"/>
                </a:lnTo>
                <a:lnTo>
                  <a:pt x="2686" y="2501"/>
                </a:lnTo>
                <a:cubicBezTo>
                  <a:pt x="2718" y="2501"/>
                  <a:pt x="2686" y="2532"/>
                  <a:pt x="2686" y="2532"/>
                </a:cubicBezTo>
                <a:lnTo>
                  <a:pt x="2718" y="2532"/>
                </a:lnTo>
                <a:lnTo>
                  <a:pt x="2718" y="2532"/>
                </a:lnTo>
                <a:lnTo>
                  <a:pt x="2686" y="2532"/>
                </a:lnTo>
                <a:lnTo>
                  <a:pt x="2686" y="2532"/>
                </a:lnTo>
                <a:lnTo>
                  <a:pt x="2686" y="2532"/>
                </a:lnTo>
                <a:cubicBezTo>
                  <a:pt x="2655" y="2562"/>
                  <a:pt x="2655" y="2562"/>
                  <a:pt x="2655" y="2562"/>
                </a:cubicBezTo>
                <a:lnTo>
                  <a:pt x="2655" y="2562"/>
                </a:lnTo>
                <a:lnTo>
                  <a:pt x="2655" y="2562"/>
                </a:lnTo>
                <a:lnTo>
                  <a:pt x="2655" y="2562"/>
                </a:lnTo>
                <a:cubicBezTo>
                  <a:pt x="2625" y="2562"/>
                  <a:pt x="2625" y="2562"/>
                  <a:pt x="2625" y="2562"/>
                </a:cubicBezTo>
                <a:lnTo>
                  <a:pt x="2625" y="2562"/>
                </a:lnTo>
                <a:lnTo>
                  <a:pt x="2625" y="2562"/>
                </a:lnTo>
                <a:lnTo>
                  <a:pt x="2625" y="2562"/>
                </a:lnTo>
                <a:cubicBezTo>
                  <a:pt x="2625" y="2593"/>
                  <a:pt x="2625" y="2593"/>
                  <a:pt x="2625" y="2593"/>
                </a:cubicBezTo>
                <a:lnTo>
                  <a:pt x="2625" y="2593"/>
                </a:lnTo>
                <a:lnTo>
                  <a:pt x="2625" y="2593"/>
                </a:lnTo>
                <a:lnTo>
                  <a:pt x="2625" y="2593"/>
                </a:lnTo>
                <a:lnTo>
                  <a:pt x="2625" y="2593"/>
                </a:lnTo>
                <a:lnTo>
                  <a:pt x="2625" y="2593"/>
                </a:lnTo>
                <a:lnTo>
                  <a:pt x="2655" y="2593"/>
                </a:lnTo>
                <a:lnTo>
                  <a:pt x="2655" y="2562"/>
                </a:lnTo>
                <a:lnTo>
                  <a:pt x="2655" y="2562"/>
                </a:lnTo>
                <a:lnTo>
                  <a:pt x="2655" y="2562"/>
                </a:lnTo>
                <a:lnTo>
                  <a:pt x="2655" y="2562"/>
                </a:lnTo>
                <a:lnTo>
                  <a:pt x="2686" y="2562"/>
                </a:lnTo>
                <a:cubicBezTo>
                  <a:pt x="2686" y="2562"/>
                  <a:pt x="2718" y="2562"/>
                  <a:pt x="2718" y="2532"/>
                </a:cubicBezTo>
                <a:cubicBezTo>
                  <a:pt x="2718" y="2562"/>
                  <a:pt x="2718" y="2532"/>
                  <a:pt x="2718" y="2532"/>
                </a:cubicBezTo>
                <a:cubicBezTo>
                  <a:pt x="2748" y="2532"/>
                  <a:pt x="2748" y="2532"/>
                  <a:pt x="2748" y="2532"/>
                </a:cubicBezTo>
                <a:lnTo>
                  <a:pt x="2748" y="2532"/>
                </a:lnTo>
                <a:lnTo>
                  <a:pt x="2748" y="2532"/>
                </a:lnTo>
                <a:cubicBezTo>
                  <a:pt x="2748" y="2532"/>
                  <a:pt x="2718" y="2532"/>
                  <a:pt x="2718" y="2562"/>
                </a:cubicBezTo>
                <a:lnTo>
                  <a:pt x="2718" y="2562"/>
                </a:lnTo>
                <a:lnTo>
                  <a:pt x="2718" y="2562"/>
                </a:lnTo>
                <a:lnTo>
                  <a:pt x="2718" y="2562"/>
                </a:lnTo>
                <a:cubicBezTo>
                  <a:pt x="2718" y="2562"/>
                  <a:pt x="2718" y="2562"/>
                  <a:pt x="2718" y="2593"/>
                </a:cubicBezTo>
                <a:lnTo>
                  <a:pt x="2718" y="2593"/>
                </a:lnTo>
                <a:cubicBezTo>
                  <a:pt x="2718" y="2593"/>
                  <a:pt x="2686" y="2593"/>
                  <a:pt x="2686" y="2624"/>
                </a:cubicBezTo>
                <a:lnTo>
                  <a:pt x="2686" y="2624"/>
                </a:lnTo>
                <a:lnTo>
                  <a:pt x="2718" y="2624"/>
                </a:lnTo>
                <a:lnTo>
                  <a:pt x="2718" y="2624"/>
                </a:lnTo>
                <a:lnTo>
                  <a:pt x="2686" y="2624"/>
                </a:lnTo>
                <a:lnTo>
                  <a:pt x="2655" y="2624"/>
                </a:lnTo>
                <a:cubicBezTo>
                  <a:pt x="2655" y="2624"/>
                  <a:pt x="2655" y="2624"/>
                  <a:pt x="2655" y="2655"/>
                </a:cubicBezTo>
                <a:lnTo>
                  <a:pt x="2686" y="2624"/>
                </a:lnTo>
                <a:cubicBezTo>
                  <a:pt x="2686" y="2655"/>
                  <a:pt x="2686" y="2624"/>
                  <a:pt x="2686" y="2624"/>
                </a:cubicBezTo>
                <a:lnTo>
                  <a:pt x="2686" y="2624"/>
                </a:lnTo>
                <a:cubicBezTo>
                  <a:pt x="2718" y="2624"/>
                  <a:pt x="2718" y="2624"/>
                  <a:pt x="2718" y="2624"/>
                </a:cubicBezTo>
                <a:lnTo>
                  <a:pt x="2686" y="2624"/>
                </a:lnTo>
                <a:lnTo>
                  <a:pt x="2686" y="2655"/>
                </a:lnTo>
                <a:lnTo>
                  <a:pt x="2686" y="2655"/>
                </a:lnTo>
                <a:lnTo>
                  <a:pt x="2686" y="2624"/>
                </a:lnTo>
                <a:cubicBezTo>
                  <a:pt x="2655" y="2624"/>
                  <a:pt x="2655" y="2655"/>
                  <a:pt x="2655" y="2655"/>
                </a:cubicBezTo>
                <a:lnTo>
                  <a:pt x="2655" y="2655"/>
                </a:lnTo>
                <a:lnTo>
                  <a:pt x="2655" y="2655"/>
                </a:lnTo>
                <a:cubicBezTo>
                  <a:pt x="2655" y="2655"/>
                  <a:pt x="2655" y="2655"/>
                  <a:pt x="2625" y="2655"/>
                </a:cubicBezTo>
                <a:cubicBezTo>
                  <a:pt x="2625" y="2686"/>
                  <a:pt x="2625" y="2686"/>
                  <a:pt x="2655" y="2686"/>
                </a:cubicBezTo>
                <a:lnTo>
                  <a:pt x="2655" y="2655"/>
                </a:lnTo>
                <a:lnTo>
                  <a:pt x="2655" y="2655"/>
                </a:lnTo>
                <a:lnTo>
                  <a:pt x="2655" y="2655"/>
                </a:lnTo>
                <a:lnTo>
                  <a:pt x="2655" y="2655"/>
                </a:lnTo>
                <a:cubicBezTo>
                  <a:pt x="2655" y="2655"/>
                  <a:pt x="2655" y="2655"/>
                  <a:pt x="2655" y="2686"/>
                </a:cubicBezTo>
                <a:lnTo>
                  <a:pt x="2655" y="2686"/>
                </a:lnTo>
                <a:cubicBezTo>
                  <a:pt x="2655" y="2655"/>
                  <a:pt x="2655" y="2655"/>
                  <a:pt x="2655" y="2655"/>
                </a:cubicBezTo>
                <a:lnTo>
                  <a:pt x="2655" y="2655"/>
                </a:lnTo>
                <a:cubicBezTo>
                  <a:pt x="2686" y="2655"/>
                  <a:pt x="2686" y="2655"/>
                  <a:pt x="2686" y="2655"/>
                </a:cubicBezTo>
                <a:cubicBezTo>
                  <a:pt x="2718" y="2655"/>
                  <a:pt x="2718" y="2655"/>
                  <a:pt x="2718" y="2624"/>
                </a:cubicBezTo>
                <a:cubicBezTo>
                  <a:pt x="2748" y="2624"/>
                  <a:pt x="2748" y="2624"/>
                  <a:pt x="2748" y="2624"/>
                </a:cubicBezTo>
                <a:lnTo>
                  <a:pt x="2748" y="2624"/>
                </a:lnTo>
                <a:lnTo>
                  <a:pt x="2748" y="2624"/>
                </a:lnTo>
                <a:cubicBezTo>
                  <a:pt x="2779" y="2593"/>
                  <a:pt x="2779" y="2593"/>
                  <a:pt x="2779" y="2593"/>
                </a:cubicBezTo>
                <a:lnTo>
                  <a:pt x="2779" y="2593"/>
                </a:lnTo>
                <a:lnTo>
                  <a:pt x="2779" y="2562"/>
                </a:lnTo>
                <a:cubicBezTo>
                  <a:pt x="2809" y="2562"/>
                  <a:pt x="2809" y="2562"/>
                  <a:pt x="2809" y="2562"/>
                </a:cubicBezTo>
                <a:lnTo>
                  <a:pt x="2809" y="2562"/>
                </a:lnTo>
                <a:lnTo>
                  <a:pt x="2809" y="2562"/>
                </a:lnTo>
                <a:lnTo>
                  <a:pt x="2809" y="2562"/>
                </a:lnTo>
                <a:lnTo>
                  <a:pt x="2809" y="2562"/>
                </a:lnTo>
                <a:lnTo>
                  <a:pt x="2779" y="2562"/>
                </a:lnTo>
                <a:cubicBezTo>
                  <a:pt x="2779" y="2593"/>
                  <a:pt x="2779" y="2593"/>
                  <a:pt x="2779" y="2593"/>
                </a:cubicBezTo>
                <a:lnTo>
                  <a:pt x="2779" y="2593"/>
                </a:lnTo>
                <a:lnTo>
                  <a:pt x="2779" y="2593"/>
                </a:lnTo>
                <a:lnTo>
                  <a:pt x="2779" y="2593"/>
                </a:lnTo>
                <a:cubicBezTo>
                  <a:pt x="2748" y="2624"/>
                  <a:pt x="2748" y="2624"/>
                  <a:pt x="2748" y="2624"/>
                </a:cubicBezTo>
                <a:lnTo>
                  <a:pt x="2748" y="2624"/>
                </a:lnTo>
                <a:lnTo>
                  <a:pt x="2718" y="2655"/>
                </a:lnTo>
                <a:lnTo>
                  <a:pt x="2748" y="2624"/>
                </a:lnTo>
                <a:cubicBezTo>
                  <a:pt x="2748" y="2624"/>
                  <a:pt x="2748" y="2624"/>
                  <a:pt x="2779" y="2624"/>
                </a:cubicBezTo>
                <a:cubicBezTo>
                  <a:pt x="2779" y="2624"/>
                  <a:pt x="2779" y="2624"/>
                  <a:pt x="2779" y="2593"/>
                </a:cubicBezTo>
                <a:cubicBezTo>
                  <a:pt x="2779" y="2624"/>
                  <a:pt x="2779" y="2624"/>
                  <a:pt x="2779" y="2624"/>
                </a:cubicBezTo>
                <a:cubicBezTo>
                  <a:pt x="2779" y="2593"/>
                  <a:pt x="2779" y="2593"/>
                  <a:pt x="2779" y="2593"/>
                </a:cubicBezTo>
                <a:cubicBezTo>
                  <a:pt x="2809" y="2593"/>
                  <a:pt x="2809" y="2593"/>
                  <a:pt x="2809" y="2593"/>
                </a:cubicBezTo>
                <a:cubicBezTo>
                  <a:pt x="2809" y="2593"/>
                  <a:pt x="2809" y="2593"/>
                  <a:pt x="2779" y="2593"/>
                </a:cubicBezTo>
                <a:cubicBezTo>
                  <a:pt x="2809" y="2593"/>
                  <a:pt x="2809" y="2593"/>
                  <a:pt x="2809" y="2593"/>
                </a:cubicBezTo>
                <a:lnTo>
                  <a:pt x="2809" y="2593"/>
                </a:lnTo>
                <a:lnTo>
                  <a:pt x="2809" y="2593"/>
                </a:lnTo>
                <a:cubicBezTo>
                  <a:pt x="2809" y="2593"/>
                  <a:pt x="2809" y="2593"/>
                  <a:pt x="2779" y="2624"/>
                </a:cubicBezTo>
                <a:lnTo>
                  <a:pt x="2779" y="2624"/>
                </a:lnTo>
                <a:lnTo>
                  <a:pt x="2748" y="2624"/>
                </a:lnTo>
                <a:lnTo>
                  <a:pt x="2718" y="2655"/>
                </a:lnTo>
                <a:cubicBezTo>
                  <a:pt x="2748" y="2655"/>
                  <a:pt x="2748" y="2655"/>
                  <a:pt x="2748" y="2655"/>
                </a:cubicBezTo>
                <a:lnTo>
                  <a:pt x="2748" y="2655"/>
                </a:lnTo>
                <a:lnTo>
                  <a:pt x="2748" y="2655"/>
                </a:lnTo>
                <a:lnTo>
                  <a:pt x="2718" y="2655"/>
                </a:lnTo>
                <a:lnTo>
                  <a:pt x="2718" y="2655"/>
                </a:lnTo>
                <a:lnTo>
                  <a:pt x="2718" y="2655"/>
                </a:lnTo>
                <a:lnTo>
                  <a:pt x="2718" y="2655"/>
                </a:lnTo>
                <a:lnTo>
                  <a:pt x="2718" y="2655"/>
                </a:lnTo>
                <a:cubicBezTo>
                  <a:pt x="2718" y="2655"/>
                  <a:pt x="2686" y="2655"/>
                  <a:pt x="2686" y="2686"/>
                </a:cubicBezTo>
                <a:lnTo>
                  <a:pt x="2686" y="2686"/>
                </a:lnTo>
                <a:cubicBezTo>
                  <a:pt x="2686" y="2686"/>
                  <a:pt x="2686" y="2686"/>
                  <a:pt x="2718" y="2686"/>
                </a:cubicBezTo>
                <a:lnTo>
                  <a:pt x="2686" y="2686"/>
                </a:lnTo>
                <a:lnTo>
                  <a:pt x="2686" y="2686"/>
                </a:lnTo>
                <a:cubicBezTo>
                  <a:pt x="2686" y="2686"/>
                  <a:pt x="2686" y="2686"/>
                  <a:pt x="2655" y="2686"/>
                </a:cubicBezTo>
                <a:lnTo>
                  <a:pt x="2655" y="2686"/>
                </a:lnTo>
                <a:lnTo>
                  <a:pt x="2655" y="2716"/>
                </a:lnTo>
                <a:lnTo>
                  <a:pt x="2686" y="2716"/>
                </a:lnTo>
                <a:cubicBezTo>
                  <a:pt x="2686" y="2686"/>
                  <a:pt x="2686" y="2686"/>
                  <a:pt x="2686" y="2686"/>
                </a:cubicBezTo>
                <a:cubicBezTo>
                  <a:pt x="2686" y="2716"/>
                  <a:pt x="2686" y="2716"/>
                  <a:pt x="2686" y="2716"/>
                </a:cubicBezTo>
                <a:cubicBezTo>
                  <a:pt x="2686" y="2716"/>
                  <a:pt x="2686" y="2716"/>
                  <a:pt x="2655" y="2716"/>
                </a:cubicBezTo>
                <a:lnTo>
                  <a:pt x="2655" y="2716"/>
                </a:lnTo>
                <a:cubicBezTo>
                  <a:pt x="2655" y="2716"/>
                  <a:pt x="2655" y="2716"/>
                  <a:pt x="2655" y="2686"/>
                </a:cubicBezTo>
                <a:lnTo>
                  <a:pt x="2655" y="2686"/>
                </a:lnTo>
                <a:lnTo>
                  <a:pt x="2655" y="2686"/>
                </a:lnTo>
                <a:lnTo>
                  <a:pt x="2655" y="2686"/>
                </a:lnTo>
                <a:cubicBezTo>
                  <a:pt x="2655" y="2686"/>
                  <a:pt x="2655" y="2686"/>
                  <a:pt x="2655" y="2716"/>
                </a:cubicBezTo>
                <a:lnTo>
                  <a:pt x="2655" y="2716"/>
                </a:lnTo>
                <a:lnTo>
                  <a:pt x="2655" y="2716"/>
                </a:lnTo>
                <a:cubicBezTo>
                  <a:pt x="2625" y="2716"/>
                  <a:pt x="2625" y="2716"/>
                  <a:pt x="2625" y="2716"/>
                </a:cubicBezTo>
                <a:lnTo>
                  <a:pt x="2655" y="2716"/>
                </a:lnTo>
                <a:lnTo>
                  <a:pt x="2655" y="2716"/>
                </a:lnTo>
                <a:lnTo>
                  <a:pt x="2625" y="2716"/>
                </a:lnTo>
                <a:cubicBezTo>
                  <a:pt x="2625" y="2716"/>
                  <a:pt x="2625" y="2748"/>
                  <a:pt x="2655" y="2748"/>
                </a:cubicBezTo>
                <a:lnTo>
                  <a:pt x="2655" y="2748"/>
                </a:lnTo>
                <a:lnTo>
                  <a:pt x="2655" y="2716"/>
                </a:lnTo>
                <a:lnTo>
                  <a:pt x="2686" y="2716"/>
                </a:lnTo>
                <a:lnTo>
                  <a:pt x="2686" y="2716"/>
                </a:lnTo>
                <a:lnTo>
                  <a:pt x="2686" y="2716"/>
                </a:lnTo>
                <a:lnTo>
                  <a:pt x="2686" y="2748"/>
                </a:lnTo>
                <a:cubicBezTo>
                  <a:pt x="2686" y="2748"/>
                  <a:pt x="2686" y="2716"/>
                  <a:pt x="2655" y="2716"/>
                </a:cubicBezTo>
                <a:cubicBezTo>
                  <a:pt x="2655" y="2748"/>
                  <a:pt x="2655" y="2748"/>
                  <a:pt x="2655" y="2748"/>
                </a:cubicBezTo>
                <a:lnTo>
                  <a:pt x="2655" y="2748"/>
                </a:lnTo>
                <a:lnTo>
                  <a:pt x="2655" y="2748"/>
                </a:lnTo>
                <a:lnTo>
                  <a:pt x="2655" y="2748"/>
                </a:lnTo>
                <a:lnTo>
                  <a:pt x="2655" y="2748"/>
                </a:lnTo>
                <a:lnTo>
                  <a:pt x="2655" y="2748"/>
                </a:lnTo>
                <a:cubicBezTo>
                  <a:pt x="2625" y="2748"/>
                  <a:pt x="2625" y="2748"/>
                  <a:pt x="2625" y="2748"/>
                </a:cubicBezTo>
                <a:lnTo>
                  <a:pt x="2625" y="2778"/>
                </a:lnTo>
                <a:lnTo>
                  <a:pt x="2625" y="2778"/>
                </a:lnTo>
                <a:lnTo>
                  <a:pt x="2625" y="2778"/>
                </a:lnTo>
                <a:lnTo>
                  <a:pt x="2625" y="2778"/>
                </a:lnTo>
                <a:lnTo>
                  <a:pt x="2625" y="2778"/>
                </a:lnTo>
                <a:lnTo>
                  <a:pt x="2625" y="2778"/>
                </a:lnTo>
                <a:lnTo>
                  <a:pt x="2625" y="2809"/>
                </a:lnTo>
                <a:lnTo>
                  <a:pt x="2625" y="2809"/>
                </a:lnTo>
                <a:cubicBezTo>
                  <a:pt x="2625" y="2840"/>
                  <a:pt x="2655" y="2809"/>
                  <a:pt x="2655" y="2809"/>
                </a:cubicBezTo>
                <a:cubicBezTo>
                  <a:pt x="2655" y="2809"/>
                  <a:pt x="2655" y="2778"/>
                  <a:pt x="2686" y="2778"/>
                </a:cubicBezTo>
                <a:lnTo>
                  <a:pt x="2686" y="2778"/>
                </a:lnTo>
                <a:lnTo>
                  <a:pt x="2686" y="2778"/>
                </a:lnTo>
                <a:lnTo>
                  <a:pt x="2686" y="2778"/>
                </a:lnTo>
                <a:lnTo>
                  <a:pt x="2718" y="2778"/>
                </a:lnTo>
                <a:cubicBezTo>
                  <a:pt x="2718" y="2778"/>
                  <a:pt x="2718" y="2748"/>
                  <a:pt x="2718" y="2778"/>
                </a:cubicBezTo>
                <a:lnTo>
                  <a:pt x="2718" y="2778"/>
                </a:lnTo>
                <a:lnTo>
                  <a:pt x="2718" y="2778"/>
                </a:lnTo>
                <a:lnTo>
                  <a:pt x="2718" y="2778"/>
                </a:lnTo>
                <a:cubicBezTo>
                  <a:pt x="2718" y="2778"/>
                  <a:pt x="2718" y="2778"/>
                  <a:pt x="2718" y="2748"/>
                </a:cubicBezTo>
                <a:cubicBezTo>
                  <a:pt x="2748" y="2748"/>
                  <a:pt x="2748" y="2748"/>
                  <a:pt x="2748" y="2748"/>
                </a:cubicBezTo>
                <a:lnTo>
                  <a:pt x="2748" y="2748"/>
                </a:lnTo>
                <a:cubicBezTo>
                  <a:pt x="2718" y="2778"/>
                  <a:pt x="2748" y="2778"/>
                  <a:pt x="2748" y="2778"/>
                </a:cubicBezTo>
                <a:lnTo>
                  <a:pt x="2748" y="2778"/>
                </a:lnTo>
                <a:cubicBezTo>
                  <a:pt x="2748" y="2778"/>
                  <a:pt x="2748" y="2778"/>
                  <a:pt x="2718" y="2778"/>
                </a:cubicBezTo>
                <a:lnTo>
                  <a:pt x="2718" y="2778"/>
                </a:lnTo>
                <a:lnTo>
                  <a:pt x="2718" y="2778"/>
                </a:lnTo>
                <a:lnTo>
                  <a:pt x="2718" y="2778"/>
                </a:lnTo>
                <a:cubicBezTo>
                  <a:pt x="2686" y="2778"/>
                  <a:pt x="2686" y="2778"/>
                  <a:pt x="2686" y="2809"/>
                </a:cubicBezTo>
                <a:lnTo>
                  <a:pt x="2686" y="2809"/>
                </a:lnTo>
                <a:lnTo>
                  <a:pt x="2686" y="2809"/>
                </a:lnTo>
                <a:lnTo>
                  <a:pt x="2718" y="2809"/>
                </a:lnTo>
                <a:lnTo>
                  <a:pt x="2718" y="2809"/>
                </a:lnTo>
                <a:lnTo>
                  <a:pt x="2718" y="2809"/>
                </a:lnTo>
                <a:lnTo>
                  <a:pt x="2718" y="2809"/>
                </a:lnTo>
                <a:lnTo>
                  <a:pt x="2718" y="2809"/>
                </a:lnTo>
                <a:lnTo>
                  <a:pt x="2748" y="2809"/>
                </a:lnTo>
                <a:lnTo>
                  <a:pt x="2748" y="2809"/>
                </a:lnTo>
                <a:lnTo>
                  <a:pt x="2748" y="2809"/>
                </a:lnTo>
                <a:lnTo>
                  <a:pt x="2748" y="2840"/>
                </a:lnTo>
                <a:lnTo>
                  <a:pt x="2748" y="2840"/>
                </a:lnTo>
                <a:cubicBezTo>
                  <a:pt x="2718" y="2840"/>
                  <a:pt x="2748" y="2809"/>
                  <a:pt x="2748" y="2809"/>
                </a:cubicBezTo>
                <a:cubicBezTo>
                  <a:pt x="2748" y="2809"/>
                  <a:pt x="2748" y="2809"/>
                  <a:pt x="2718" y="2809"/>
                </a:cubicBezTo>
                <a:cubicBezTo>
                  <a:pt x="2748" y="2809"/>
                  <a:pt x="2748" y="2809"/>
                  <a:pt x="2748" y="2809"/>
                </a:cubicBezTo>
                <a:cubicBezTo>
                  <a:pt x="2748" y="2809"/>
                  <a:pt x="2748" y="2809"/>
                  <a:pt x="2718" y="2809"/>
                </a:cubicBezTo>
                <a:lnTo>
                  <a:pt x="2718" y="2809"/>
                </a:lnTo>
                <a:lnTo>
                  <a:pt x="2718" y="2809"/>
                </a:lnTo>
                <a:lnTo>
                  <a:pt x="2718" y="2809"/>
                </a:lnTo>
                <a:cubicBezTo>
                  <a:pt x="2718" y="2809"/>
                  <a:pt x="2718" y="2809"/>
                  <a:pt x="2686" y="2809"/>
                </a:cubicBezTo>
                <a:lnTo>
                  <a:pt x="2718" y="2809"/>
                </a:lnTo>
                <a:lnTo>
                  <a:pt x="2686" y="2809"/>
                </a:lnTo>
                <a:lnTo>
                  <a:pt x="2686" y="2809"/>
                </a:lnTo>
                <a:lnTo>
                  <a:pt x="2686" y="2809"/>
                </a:lnTo>
                <a:lnTo>
                  <a:pt x="2686" y="2809"/>
                </a:lnTo>
                <a:lnTo>
                  <a:pt x="2686" y="2809"/>
                </a:lnTo>
                <a:lnTo>
                  <a:pt x="2686" y="2809"/>
                </a:lnTo>
                <a:lnTo>
                  <a:pt x="2686" y="2809"/>
                </a:lnTo>
                <a:lnTo>
                  <a:pt x="2686" y="2809"/>
                </a:lnTo>
                <a:lnTo>
                  <a:pt x="2686" y="2809"/>
                </a:lnTo>
                <a:cubicBezTo>
                  <a:pt x="2686" y="2809"/>
                  <a:pt x="2686" y="2809"/>
                  <a:pt x="2655" y="2809"/>
                </a:cubicBezTo>
                <a:cubicBezTo>
                  <a:pt x="2655" y="2809"/>
                  <a:pt x="2655" y="2809"/>
                  <a:pt x="2686" y="2809"/>
                </a:cubicBezTo>
                <a:cubicBezTo>
                  <a:pt x="2655" y="2809"/>
                  <a:pt x="2655" y="2809"/>
                  <a:pt x="2655" y="2840"/>
                </a:cubicBezTo>
                <a:lnTo>
                  <a:pt x="2655" y="2840"/>
                </a:lnTo>
                <a:cubicBezTo>
                  <a:pt x="2686" y="2840"/>
                  <a:pt x="2686" y="2840"/>
                  <a:pt x="2686" y="2840"/>
                </a:cubicBezTo>
                <a:lnTo>
                  <a:pt x="2686" y="2840"/>
                </a:lnTo>
                <a:lnTo>
                  <a:pt x="2686" y="2840"/>
                </a:lnTo>
                <a:lnTo>
                  <a:pt x="2686" y="2840"/>
                </a:lnTo>
                <a:cubicBezTo>
                  <a:pt x="2686" y="2840"/>
                  <a:pt x="2655" y="2840"/>
                  <a:pt x="2686" y="2840"/>
                </a:cubicBezTo>
                <a:cubicBezTo>
                  <a:pt x="2686" y="2840"/>
                  <a:pt x="2655" y="2840"/>
                  <a:pt x="2655" y="2871"/>
                </a:cubicBezTo>
                <a:lnTo>
                  <a:pt x="2655" y="2871"/>
                </a:lnTo>
                <a:lnTo>
                  <a:pt x="2655" y="2871"/>
                </a:lnTo>
                <a:lnTo>
                  <a:pt x="2686" y="2871"/>
                </a:lnTo>
                <a:lnTo>
                  <a:pt x="2686" y="2871"/>
                </a:lnTo>
                <a:lnTo>
                  <a:pt x="2686" y="2871"/>
                </a:lnTo>
                <a:lnTo>
                  <a:pt x="2686" y="2871"/>
                </a:lnTo>
                <a:cubicBezTo>
                  <a:pt x="2655" y="2902"/>
                  <a:pt x="2655" y="2902"/>
                  <a:pt x="2655" y="2902"/>
                </a:cubicBezTo>
                <a:cubicBezTo>
                  <a:pt x="2655" y="2902"/>
                  <a:pt x="2655" y="2902"/>
                  <a:pt x="2625" y="2933"/>
                </a:cubicBezTo>
                <a:lnTo>
                  <a:pt x="2625" y="2933"/>
                </a:lnTo>
                <a:lnTo>
                  <a:pt x="2625" y="2933"/>
                </a:lnTo>
                <a:cubicBezTo>
                  <a:pt x="2625" y="2933"/>
                  <a:pt x="2655" y="2933"/>
                  <a:pt x="2655" y="2902"/>
                </a:cubicBezTo>
                <a:lnTo>
                  <a:pt x="2655" y="2902"/>
                </a:lnTo>
                <a:lnTo>
                  <a:pt x="2686" y="2902"/>
                </a:lnTo>
                <a:lnTo>
                  <a:pt x="2686" y="2902"/>
                </a:lnTo>
                <a:lnTo>
                  <a:pt x="2655" y="2902"/>
                </a:lnTo>
                <a:lnTo>
                  <a:pt x="2655" y="2902"/>
                </a:lnTo>
                <a:lnTo>
                  <a:pt x="2655" y="2902"/>
                </a:lnTo>
                <a:cubicBezTo>
                  <a:pt x="2655" y="2902"/>
                  <a:pt x="2655" y="2902"/>
                  <a:pt x="2655" y="2933"/>
                </a:cubicBezTo>
                <a:lnTo>
                  <a:pt x="2655" y="2933"/>
                </a:lnTo>
                <a:lnTo>
                  <a:pt x="2655" y="2933"/>
                </a:lnTo>
                <a:cubicBezTo>
                  <a:pt x="2655" y="2933"/>
                  <a:pt x="2655" y="2933"/>
                  <a:pt x="2655" y="2902"/>
                </a:cubicBezTo>
                <a:lnTo>
                  <a:pt x="2686" y="2902"/>
                </a:lnTo>
                <a:cubicBezTo>
                  <a:pt x="2686" y="2902"/>
                  <a:pt x="2655" y="2902"/>
                  <a:pt x="2655" y="2933"/>
                </a:cubicBezTo>
                <a:lnTo>
                  <a:pt x="2655" y="2933"/>
                </a:lnTo>
                <a:lnTo>
                  <a:pt x="2655" y="2933"/>
                </a:lnTo>
                <a:lnTo>
                  <a:pt x="2655" y="2933"/>
                </a:lnTo>
                <a:cubicBezTo>
                  <a:pt x="2655" y="2933"/>
                  <a:pt x="2655" y="2933"/>
                  <a:pt x="2686" y="2933"/>
                </a:cubicBezTo>
                <a:lnTo>
                  <a:pt x="2655" y="2933"/>
                </a:lnTo>
                <a:cubicBezTo>
                  <a:pt x="2655" y="2933"/>
                  <a:pt x="2655" y="2933"/>
                  <a:pt x="2686" y="2933"/>
                </a:cubicBezTo>
                <a:lnTo>
                  <a:pt x="2686" y="2933"/>
                </a:lnTo>
                <a:cubicBezTo>
                  <a:pt x="2686" y="2933"/>
                  <a:pt x="2686" y="2933"/>
                  <a:pt x="2718" y="2933"/>
                </a:cubicBezTo>
                <a:cubicBezTo>
                  <a:pt x="2718" y="2902"/>
                  <a:pt x="2718" y="2902"/>
                  <a:pt x="2718" y="2902"/>
                </a:cubicBezTo>
                <a:lnTo>
                  <a:pt x="2718" y="2902"/>
                </a:lnTo>
                <a:cubicBezTo>
                  <a:pt x="2748" y="2902"/>
                  <a:pt x="2748" y="2902"/>
                  <a:pt x="2748" y="2902"/>
                </a:cubicBezTo>
                <a:cubicBezTo>
                  <a:pt x="2748" y="2902"/>
                  <a:pt x="2748" y="2902"/>
                  <a:pt x="2779" y="2902"/>
                </a:cubicBezTo>
                <a:lnTo>
                  <a:pt x="2779" y="2871"/>
                </a:lnTo>
                <a:lnTo>
                  <a:pt x="2779" y="2871"/>
                </a:lnTo>
                <a:lnTo>
                  <a:pt x="2779" y="2871"/>
                </a:lnTo>
                <a:lnTo>
                  <a:pt x="2779" y="2871"/>
                </a:lnTo>
                <a:cubicBezTo>
                  <a:pt x="2779" y="2902"/>
                  <a:pt x="2748" y="2902"/>
                  <a:pt x="2748" y="2902"/>
                </a:cubicBezTo>
                <a:lnTo>
                  <a:pt x="2718" y="2902"/>
                </a:lnTo>
                <a:lnTo>
                  <a:pt x="2718" y="2933"/>
                </a:lnTo>
                <a:lnTo>
                  <a:pt x="2748" y="2933"/>
                </a:lnTo>
                <a:lnTo>
                  <a:pt x="2748" y="2933"/>
                </a:lnTo>
                <a:lnTo>
                  <a:pt x="2748" y="2933"/>
                </a:lnTo>
                <a:lnTo>
                  <a:pt x="2748" y="2933"/>
                </a:lnTo>
                <a:lnTo>
                  <a:pt x="2718" y="2933"/>
                </a:lnTo>
                <a:cubicBezTo>
                  <a:pt x="2718" y="2933"/>
                  <a:pt x="2748" y="2933"/>
                  <a:pt x="2748" y="2963"/>
                </a:cubicBezTo>
                <a:cubicBezTo>
                  <a:pt x="2748" y="2963"/>
                  <a:pt x="2748" y="2963"/>
                  <a:pt x="2718" y="2963"/>
                </a:cubicBezTo>
                <a:lnTo>
                  <a:pt x="2718" y="2963"/>
                </a:lnTo>
                <a:cubicBezTo>
                  <a:pt x="2718" y="2933"/>
                  <a:pt x="2718" y="2933"/>
                  <a:pt x="2718" y="2933"/>
                </a:cubicBezTo>
                <a:lnTo>
                  <a:pt x="2718" y="2933"/>
                </a:lnTo>
                <a:lnTo>
                  <a:pt x="2718" y="2933"/>
                </a:lnTo>
                <a:cubicBezTo>
                  <a:pt x="2686" y="2933"/>
                  <a:pt x="2686" y="2933"/>
                  <a:pt x="2686" y="2933"/>
                </a:cubicBezTo>
                <a:cubicBezTo>
                  <a:pt x="2686" y="2963"/>
                  <a:pt x="2686" y="2963"/>
                  <a:pt x="2686" y="2963"/>
                </a:cubicBezTo>
                <a:lnTo>
                  <a:pt x="2655" y="2963"/>
                </a:lnTo>
                <a:lnTo>
                  <a:pt x="2655" y="2963"/>
                </a:lnTo>
                <a:lnTo>
                  <a:pt x="2655" y="2963"/>
                </a:lnTo>
                <a:cubicBezTo>
                  <a:pt x="2655" y="2963"/>
                  <a:pt x="2655" y="2963"/>
                  <a:pt x="2686" y="2963"/>
                </a:cubicBezTo>
                <a:cubicBezTo>
                  <a:pt x="2686" y="2933"/>
                  <a:pt x="2655" y="2963"/>
                  <a:pt x="2655" y="2963"/>
                </a:cubicBezTo>
                <a:lnTo>
                  <a:pt x="2655" y="2963"/>
                </a:lnTo>
                <a:cubicBezTo>
                  <a:pt x="2625" y="2963"/>
                  <a:pt x="2625" y="2963"/>
                  <a:pt x="2625" y="2963"/>
                </a:cubicBezTo>
                <a:cubicBezTo>
                  <a:pt x="2625" y="2963"/>
                  <a:pt x="2625" y="2995"/>
                  <a:pt x="2594" y="2995"/>
                </a:cubicBezTo>
                <a:lnTo>
                  <a:pt x="2594" y="2995"/>
                </a:lnTo>
                <a:cubicBezTo>
                  <a:pt x="2594" y="3025"/>
                  <a:pt x="2594" y="3025"/>
                  <a:pt x="2594" y="3025"/>
                </a:cubicBezTo>
                <a:cubicBezTo>
                  <a:pt x="2594" y="3025"/>
                  <a:pt x="2594" y="2995"/>
                  <a:pt x="2594" y="3025"/>
                </a:cubicBezTo>
                <a:lnTo>
                  <a:pt x="2594" y="3025"/>
                </a:lnTo>
                <a:lnTo>
                  <a:pt x="2625" y="3025"/>
                </a:lnTo>
                <a:lnTo>
                  <a:pt x="2625" y="2995"/>
                </a:lnTo>
                <a:lnTo>
                  <a:pt x="2625" y="2995"/>
                </a:lnTo>
                <a:lnTo>
                  <a:pt x="2625" y="2995"/>
                </a:lnTo>
                <a:lnTo>
                  <a:pt x="2625" y="2995"/>
                </a:lnTo>
                <a:cubicBezTo>
                  <a:pt x="2625" y="2995"/>
                  <a:pt x="2625" y="2995"/>
                  <a:pt x="2655" y="2995"/>
                </a:cubicBezTo>
                <a:lnTo>
                  <a:pt x="2655" y="2995"/>
                </a:lnTo>
                <a:lnTo>
                  <a:pt x="2655" y="2963"/>
                </a:lnTo>
                <a:cubicBezTo>
                  <a:pt x="2655" y="2995"/>
                  <a:pt x="2655" y="2995"/>
                  <a:pt x="2655" y="2995"/>
                </a:cubicBezTo>
                <a:cubicBezTo>
                  <a:pt x="2655" y="2995"/>
                  <a:pt x="2625" y="2995"/>
                  <a:pt x="2655" y="2995"/>
                </a:cubicBezTo>
                <a:lnTo>
                  <a:pt x="2655" y="2995"/>
                </a:lnTo>
                <a:lnTo>
                  <a:pt x="2655" y="2995"/>
                </a:lnTo>
                <a:lnTo>
                  <a:pt x="2655" y="2995"/>
                </a:lnTo>
                <a:lnTo>
                  <a:pt x="2655" y="2995"/>
                </a:lnTo>
                <a:lnTo>
                  <a:pt x="2686" y="2995"/>
                </a:lnTo>
                <a:cubicBezTo>
                  <a:pt x="2686" y="2995"/>
                  <a:pt x="2686" y="2995"/>
                  <a:pt x="2718" y="2995"/>
                </a:cubicBezTo>
                <a:lnTo>
                  <a:pt x="2718" y="2995"/>
                </a:lnTo>
                <a:cubicBezTo>
                  <a:pt x="2718" y="2995"/>
                  <a:pt x="2686" y="2995"/>
                  <a:pt x="2655" y="2995"/>
                </a:cubicBezTo>
                <a:cubicBezTo>
                  <a:pt x="2655" y="2995"/>
                  <a:pt x="2655" y="2995"/>
                  <a:pt x="2625" y="2995"/>
                </a:cubicBezTo>
                <a:lnTo>
                  <a:pt x="2625" y="3025"/>
                </a:lnTo>
                <a:cubicBezTo>
                  <a:pt x="2594" y="3025"/>
                  <a:pt x="2594" y="3025"/>
                  <a:pt x="2594" y="3025"/>
                </a:cubicBezTo>
                <a:lnTo>
                  <a:pt x="2594" y="3025"/>
                </a:lnTo>
                <a:cubicBezTo>
                  <a:pt x="2563" y="3025"/>
                  <a:pt x="2594" y="3025"/>
                  <a:pt x="2594" y="3025"/>
                </a:cubicBezTo>
                <a:lnTo>
                  <a:pt x="2594" y="3025"/>
                </a:lnTo>
                <a:lnTo>
                  <a:pt x="2594" y="3025"/>
                </a:lnTo>
                <a:lnTo>
                  <a:pt x="2625" y="3025"/>
                </a:lnTo>
                <a:cubicBezTo>
                  <a:pt x="2625" y="3025"/>
                  <a:pt x="2625" y="3025"/>
                  <a:pt x="2655" y="3025"/>
                </a:cubicBezTo>
                <a:cubicBezTo>
                  <a:pt x="2625" y="3025"/>
                  <a:pt x="2625" y="3025"/>
                  <a:pt x="2594" y="3025"/>
                </a:cubicBezTo>
                <a:cubicBezTo>
                  <a:pt x="2594" y="3025"/>
                  <a:pt x="2594" y="3025"/>
                  <a:pt x="2563" y="3056"/>
                </a:cubicBezTo>
                <a:lnTo>
                  <a:pt x="2563" y="3056"/>
                </a:lnTo>
                <a:lnTo>
                  <a:pt x="2563" y="3056"/>
                </a:lnTo>
                <a:lnTo>
                  <a:pt x="2563" y="3056"/>
                </a:lnTo>
                <a:cubicBezTo>
                  <a:pt x="2563" y="3056"/>
                  <a:pt x="2563" y="3056"/>
                  <a:pt x="2594" y="3056"/>
                </a:cubicBezTo>
                <a:lnTo>
                  <a:pt x="2594" y="3056"/>
                </a:lnTo>
                <a:lnTo>
                  <a:pt x="2594" y="3056"/>
                </a:lnTo>
                <a:lnTo>
                  <a:pt x="2594" y="3056"/>
                </a:lnTo>
                <a:cubicBezTo>
                  <a:pt x="2625" y="3056"/>
                  <a:pt x="2625" y="3056"/>
                  <a:pt x="2625" y="3056"/>
                </a:cubicBezTo>
                <a:cubicBezTo>
                  <a:pt x="2655" y="3056"/>
                  <a:pt x="2655" y="3056"/>
                  <a:pt x="2655" y="3056"/>
                </a:cubicBezTo>
                <a:lnTo>
                  <a:pt x="2655" y="3056"/>
                </a:lnTo>
                <a:lnTo>
                  <a:pt x="2655" y="3056"/>
                </a:lnTo>
                <a:lnTo>
                  <a:pt x="2655" y="3056"/>
                </a:lnTo>
                <a:lnTo>
                  <a:pt x="2625" y="3056"/>
                </a:lnTo>
                <a:lnTo>
                  <a:pt x="2594" y="3056"/>
                </a:lnTo>
                <a:lnTo>
                  <a:pt x="2594" y="3056"/>
                </a:lnTo>
                <a:lnTo>
                  <a:pt x="2594" y="3056"/>
                </a:lnTo>
                <a:lnTo>
                  <a:pt x="2563" y="3056"/>
                </a:lnTo>
                <a:cubicBezTo>
                  <a:pt x="2563" y="3056"/>
                  <a:pt x="2563" y="3056"/>
                  <a:pt x="2594" y="3056"/>
                </a:cubicBezTo>
                <a:cubicBezTo>
                  <a:pt x="2594" y="3087"/>
                  <a:pt x="2563" y="3056"/>
                  <a:pt x="2563" y="3087"/>
                </a:cubicBezTo>
                <a:cubicBezTo>
                  <a:pt x="2594" y="3087"/>
                  <a:pt x="2594" y="3087"/>
                  <a:pt x="2594" y="3087"/>
                </a:cubicBezTo>
                <a:lnTo>
                  <a:pt x="2594" y="3087"/>
                </a:lnTo>
                <a:lnTo>
                  <a:pt x="2594" y="3087"/>
                </a:lnTo>
                <a:lnTo>
                  <a:pt x="2594" y="3087"/>
                </a:lnTo>
                <a:lnTo>
                  <a:pt x="2625" y="3087"/>
                </a:lnTo>
                <a:lnTo>
                  <a:pt x="2594" y="3087"/>
                </a:lnTo>
                <a:lnTo>
                  <a:pt x="2594" y="3087"/>
                </a:lnTo>
                <a:cubicBezTo>
                  <a:pt x="2594" y="3087"/>
                  <a:pt x="2594" y="3087"/>
                  <a:pt x="2625" y="3087"/>
                </a:cubicBezTo>
                <a:lnTo>
                  <a:pt x="2625" y="3087"/>
                </a:lnTo>
                <a:lnTo>
                  <a:pt x="2625" y="3087"/>
                </a:lnTo>
                <a:lnTo>
                  <a:pt x="2625" y="3087"/>
                </a:lnTo>
                <a:lnTo>
                  <a:pt x="2655" y="3087"/>
                </a:lnTo>
                <a:lnTo>
                  <a:pt x="2655" y="3056"/>
                </a:lnTo>
                <a:cubicBezTo>
                  <a:pt x="2655" y="3056"/>
                  <a:pt x="2655" y="3056"/>
                  <a:pt x="2655" y="3087"/>
                </a:cubicBezTo>
                <a:lnTo>
                  <a:pt x="2686" y="3087"/>
                </a:lnTo>
                <a:lnTo>
                  <a:pt x="2655" y="3087"/>
                </a:lnTo>
                <a:cubicBezTo>
                  <a:pt x="2625" y="3087"/>
                  <a:pt x="2655" y="3087"/>
                  <a:pt x="2655" y="3087"/>
                </a:cubicBezTo>
                <a:lnTo>
                  <a:pt x="2655" y="3087"/>
                </a:lnTo>
                <a:lnTo>
                  <a:pt x="2655" y="3087"/>
                </a:lnTo>
                <a:cubicBezTo>
                  <a:pt x="2686" y="3087"/>
                  <a:pt x="2686" y="3087"/>
                  <a:pt x="2686" y="3087"/>
                </a:cubicBezTo>
                <a:lnTo>
                  <a:pt x="2655" y="3087"/>
                </a:lnTo>
                <a:lnTo>
                  <a:pt x="2686" y="3087"/>
                </a:lnTo>
                <a:lnTo>
                  <a:pt x="2686" y="3087"/>
                </a:lnTo>
                <a:lnTo>
                  <a:pt x="2655" y="3087"/>
                </a:lnTo>
                <a:lnTo>
                  <a:pt x="2655" y="3087"/>
                </a:lnTo>
                <a:lnTo>
                  <a:pt x="2686" y="3087"/>
                </a:lnTo>
                <a:lnTo>
                  <a:pt x="2686" y="3087"/>
                </a:lnTo>
                <a:lnTo>
                  <a:pt x="2686" y="3087"/>
                </a:lnTo>
                <a:lnTo>
                  <a:pt x="2718" y="3087"/>
                </a:lnTo>
                <a:lnTo>
                  <a:pt x="2718" y="3087"/>
                </a:lnTo>
                <a:lnTo>
                  <a:pt x="2718" y="3087"/>
                </a:lnTo>
                <a:lnTo>
                  <a:pt x="2718" y="3087"/>
                </a:lnTo>
                <a:cubicBezTo>
                  <a:pt x="2718" y="3087"/>
                  <a:pt x="2718" y="3087"/>
                  <a:pt x="2748" y="3087"/>
                </a:cubicBezTo>
                <a:cubicBezTo>
                  <a:pt x="2748" y="3056"/>
                  <a:pt x="2748" y="3056"/>
                  <a:pt x="2748" y="3056"/>
                </a:cubicBezTo>
                <a:lnTo>
                  <a:pt x="2748" y="3056"/>
                </a:lnTo>
                <a:lnTo>
                  <a:pt x="2748" y="3087"/>
                </a:lnTo>
                <a:lnTo>
                  <a:pt x="2718" y="3087"/>
                </a:lnTo>
                <a:lnTo>
                  <a:pt x="2718" y="3087"/>
                </a:lnTo>
                <a:lnTo>
                  <a:pt x="2718" y="3087"/>
                </a:lnTo>
                <a:lnTo>
                  <a:pt x="2718" y="3087"/>
                </a:lnTo>
                <a:cubicBezTo>
                  <a:pt x="2718" y="3087"/>
                  <a:pt x="2718" y="3087"/>
                  <a:pt x="2686" y="3087"/>
                </a:cubicBezTo>
                <a:cubicBezTo>
                  <a:pt x="2686" y="3118"/>
                  <a:pt x="2686" y="3087"/>
                  <a:pt x="2686" y="3118"/>
                </a:cubicBezTo>
                <a:lnTo>
                  <a:pt x="2655" y="3118"/>
                </a:lnTo>
                <a:lnTo>
                  <a:pt x="2655" y="3118"/>
                </a:lnTo>
                <a:cubicBezTo>
                  <a:pt x="2655" y="3118"/>
                  <a:pt x="2655" y="3118"/>
                  <a:pt x="2686" y="3118"/>
                </a:cubicBezTo>
                <a:lnTo>
                  <a:pt x="2655" y="3118"/>
                </a:lnTo>
                <a:lnTo>
                  <a:pt x="2655" y="3118"/>
                </a:lnTo>
                <a:lnTo>
                  <a:pt x="2655" y="3118"/>
                </a:lnTo>
                <a:lnTo>
                  <a:pt x="2655" y="3118"/>
                </a:lnTo>
                <a:lnTo>
                  <a:pt x="2625" y="3118"/>
                </a:lnTo>
                <a:lnTo>
                  <a:pt x="2655" y="3118"/>
                </a:lnTo>
                <a:lnTo>
                  <a:pt x="2655" y="3118"/>
                </a:lnTo>
                <a:lnTo>
                  <a:pt x="2655" y="3118"/>
                </a:lnTo>
                <a:cubicBezTo>
                  <a:pt x="2686" y="3118"/>
                  <a:pt x="2686" y="3118"/>
                  <a:pt x="2686" y="3118"/>
                </a:cubicBezTo>
                <a:lnTo>
                  <a:pt x="2686" y="3118"/>
                </a:lnTo>
                <a:lnTo>
                  <a:pt x="2686" y="3118"/>
                </a:lnTo>
                <a:lnTo>
                  <a:pt x="2686" y="3118"/>
                </a:lnTo>
                <a:cubicBezTo>
                  <a:pt x="2718" y="3118"/>
                  <a:pt x="2718" y="3118"/>
                  <a:pt x="2718" y="3118"/>
                </a:cubicBezTo>
                <a:cubicBezTo>
                  <a:pt x="2718" y="3087"/>
                  <a:pt x="2718" y="3087"/>
                  <a:pt x="2718" y="3087"/>
                </a:cubicBezTo>
                <a:cubicBezTo>
                  <a:pt x="2718" y="3118"/>
                  <a:pt x="2718" y="3118"/>
                  <a:pt x="2718" y="3118"/>
                </a:cubicBezTo>
                <a:cubicBezTo>
                  <a:pt x="2718" y="3118"/>
                  <a:pt x="2718" y="3118"/>
                  <a:pt x="2686" y="3118"/>
                </a:cubicBezTo>
                <a:lnTo>
                  <a:pt x="2686" y="3118"/>
                </a:lnTo>
                <a:lnTo>
                  <a:pt x="2718" y="3118"/>
                </a:lnTo>
                <a:lnTo>
                  <a:pt x="2718" y="3118"/>
                </a:lnTo>
                <a:lnTo>
                  <a:pt x="2718" y="3118"/>
                </a:lnTo>
                <a:lnTo>
                  <a:pt x="2718" y="3118"/>
                </a:lnTo>
                <a:lnTo>
                  <a:pt x="2718" y="3118"/>
                </a:lnTo>
                <a:lnTo>
                  <a:pt x="2748" y="3118"/>
                </a:lnTo>
                <a:lnTo>
                  <a:pt x="2748" y="3118"/>
                </a:lnTo>
                <a:lnTo>
                  <a:pt x="2748" y="3118"/>
                </a:lnTo>
                <a:cubicBezTo>
                  <a:pt x="2779" y="3118"/>
                  <a:pt x="2779" y="3118"/>
                  <a:pt x="2779" y="3087"/>
                </a:cubicBezTo>
                <a:lnTo>
                  <a:pt x="2779" y="3087"/>
                </a:lnTo>
                <a:lnTo>
                  <a:pt x="2779" y="3087"/>
                </a:lnTo>
                <a:lnTo>
                  <a:pt x="2779" y="3087"/>
                </a:lnTo>
                <a:lnTo>
                  <a:pt x="2779" y="3087"/>
                </a:lnTo>
                <a:lnTo>
                  <a:pt x="2779" y="3087"/>
                </a:lnTo>
                <a:cubicBezTo>
                  <a:pt x="2779" y="3087"/>
                  <a:pt x="2779" y="3087"/>
                  <a:pt x="2809" y="3087"/>
                </a:cubicBezTo>
                <a:lnTo>
                  <a:pt x="2779" y="3087"/>
                </a:lnTo>
                <a:lnTo>
                  <a:pt x="2779" y="3087"/>
                </a:lnTo>
                <a:lnTo>
                  <a:pt x="2779" y="3087"/>
                </a:lnTo>
                <a:cubicBezTo>
                  <a:pt x="2779" y="3087"/>
                  <a:pt x="2779" y="3087"/>
                  <a:pt x="2779" y="3118"/>
                </a:cubicBezTo>
                <a:cubicBezTo>
                  <a:pt x="2748" y="3118"/>
                  <a:pt x="2748" y="3118"/>
                  <a:pt x="2748" y="3118"/>
                </a:cubicBezTo>
                <a:cubicBezTo>
                  <a:pt x="2748" y="3118"/>
                  <a:pt x="2748" y="3118"/>
                  <a:pt x="2718" y="3118"/>
                </a:cubicBezTo>
                <a:cubicBezTo>
                  <a:pt x="2718" y="3149"/>
                  <a:pt x="2718" y="3149"/>
                  <a:pt x="2718" y="3149"/>
                </a:cubicBezTo>
                <a:cubicBezTo>
                  <a:pt x="2718" y="3149"/>
                  <a:pt x="2718" y="3149"/>
                  <a:pt x="2748" y="3149"/>
                </a:cubicBezTo>
                <a:cubicBezTo>
                  <a:pt x="2748" y="3118"/>
                  <a:pt x="2748" y="3118"/>
                  <a:pt x="2748" y="3118"/>
                </a:cubicBezTo>
                <a:lnTo>
                  <a:pt x="2748" y="3149"/>
                </a:lnTo>
                <a:lnTo>
                  <a:pt x="2748" y="3149"/>
                </a:lnTo>
                <a:cubicBezTo>
                  <a:pt x="2748" y="3149"/>
                  <a:pt x="2748" y="3118"/>
                  <a:pt x="2779" y="3118"/>
                </a:cubicBezTo>
                <a:lnTo>
                  <a:pt x="2779" y="3118"/>
                </a:lnTo>
                <a:lnTo>
                  <a:pt x="2779" y="3118"/>
                </a:lnTo>
                <a:lnTo>
                  <a:pt x="2809" y="3118"/>
                </a:lnTo>
                <a:cubicBezTo>
                  <a:pt x="2779" y="3118"/>
                  <a:pt x="2779" y="3118"/>
                  <a:pt x="2779" y="3118"/>
                </a:cubicBezTo>
                <a:cubicBezTo>
                  <a:pt x="2779" y="3118"/>
                  <a:pt x="2779" y="3118"/>
                  <a:pt x="2748" y="3149"/>
                </a:cubicBezTo>
                <a:lnTo>
                  <a:pt x="2748" y="3149"/>
                </a:lnTo>
                <a:lnTo>
                  <a:pt x="2748" y="3149"/>
                </a:lnTo>
                <a:lnTo>
                  <a:pt x="2748" y="3149"/>
                </a:lnTo>
                <a:lnTo>
                  <a:pt x="2748" y="3149"/>
                </a:lnTo>
                <a:cubicBezTo>
                  <a:pt x="2748" y="3149"/>
                  <a:pt x="2748" y="3180"/>
                  <a:pt x="2718" y="3180"/>
                </a:cubicBezTo>
                <a:lnTo>
                  <a:pt x="2718" y="3180"/>
                </a:lnTo>
                <a:lnTo>
                  <a:pt x="2718" y="3180"/>
                </a:lnTo>
                <a:lnTo>
                  <a:pt x="2718" y="3180"/>
                </a:lnTo>
                <a:cubicBezTo>
                  <a:pt x="2718" y="3180"/>
                  <a:pt x="2718" y="3180"/>
                  <a:pt x="2718" y="3210"/>
                </a:cubicBezTo>
                <a:cubicBezTo>
                  <a:pt x="2748" y="3210"/>
                  <a:pt x="2748" y="3210"/>
                  <a:pt x="2748" y="3210"/>
                </a:cubicBezTo>
                <a:lnTo>
                  <a:pt x="2748" y="3210"/>
                </a:lnTo>
                <a:lnTo>
                  <a:pt x="2748" y="3210"/>
                </a:lnTo>
                <a:lnTo>
                  <a:pt x="2748" y="3210"/>
                </a:lnTo>
                <a:cubicBezTo>
                  <a:pt x="2779" y="3180"/>
                  <a:pt x="2779" y="3180"/>
                  <a:pt x="2779" y="3180"/>
                </a:cubicBezTo>
                <a:cubicBezTo>
                  <a:pt x="2779" y="3180"/>
                  <a:pt x="2779" y="3210"/>
                  <a:pt x="2779" y="3180"/>
                </a:cubicBezTo>
                <a:lnTo>
                  <a:pt x="2779" y="3180"/>
                </a:lnTo>
                <a:lnTo>
                  <a:pt x="2809" y="3180"/>
                </a:lnTo>
                <a:cubicBezTo>
                  <a:pt x="2809" y="3180"/>
                  <a:pt x="2809" y="3180"/>
                  <a:pt x="2809" y="3149"/>
                </a:cubicBezTo>
                <a:lnTo>
                  <a:pt x="2809" y="3149"/>
                </a:lnTo>
                <a:lnTo>
                  <a:pt x="2809" y="3149"/>
                </a:lnTo>
                <a:cubicBezTo>
                  <a:pt x="2809" y="3180"/>
                  <a:pt x="2779" y="3180"/>
                  <a:pt x="2779" y="3180"/>
                </a:cubicBezTo>
                <a:lnTo>
                  <a:pt x="2779" y="3180"/>
                </a:lnTo>
                <a:lnTo>
                  <a:pt x="2779" y="3180"/>
                </a:lnTo>
                <a:cubicBezTo>
                  <a:pt x="2779" y="3180"/>
                  <a:pt x="2779" y="3180"/>
                  <a:pt x="2779" y="3210"/>
                </a:cubicBezTo>
                <a:lnTo>
                  <a:pt x="2779" y="3210"/>
                </a:lnTo>
                <a:lnTo>
                  <a:pt x="2779" y="3210"/>
                </a:lnTo>
                <a:lnTo>
                  <a:pt x="2809" y="3210"/>
                </a:lnTo>
                <a:lnTo>
                  <a:pt x="2779" y="3210"/>
                </a:lnTo>
                <a:lnTo>
                  <a:pt x="2779" y="3210"/>
                </a:lnTo>
                <a:cubicBezTo>
                  <a:pt x="2779" y="3242"/>
                  <a:pt x="2779" y="3242"/>
                  <a:pt x="2779" y="3210"/>
                </a:cubicBezTo>
                <a:lnTo>
                  <a:pt x="2779" y="3210"/>
                </a:lnTo>
                <a:lnTo>
                  <a:pt x="2779" y="3210"/>
                </a:lnTo>
                <a:lnTo>
                  <a:pt x="2748" y="3210"/>
                </a:lnTo>
                <a:lnTo>
                  <a:pt x="2748" y="3210"/>
                </a:lnTo>
                <a:cubicBezTo>
                  <a:pt x="2748" y="3242"/>
                  <a:pt x="2748" y="3242"/>
                  <a:pt x="2748" y="3242"/>
                </a:cubicBezTo>
                <a:lnTo>
                  <a:pt x="2779" y="3242"/>
                </a:lnTo>
                <a:lnTo>
                  <a:pt x="2779" y="3242"/>
                </a:lnTo>
                <a:lnTo>
                  <a:pt x="2779" y="3242"/>
                </a:lnTo>
                <a:lnTo>
                  <a:pt x="2779" y="3242"/>
                </a:lnTo>
                <a:cubicBezTo>
                  <a:pt x="2809" y="3210"/>
                  <a:pt x="2809" y="3210"/>
                  <a:pt x="2809" y="3210"/>
                </a:cubicBezTo>
                <a:lnTo>
                  <a:pt x="2809" y="3210"/>
                </a:lnTo>
                <a:cubicBezTo>
                  <a:pt x="2809" y="3210"/>
                  <a:pt x="2809" y="3210"/>
                  <a:pt x="2841" y="3210"/>
                </a:cubicBezTo>
                <a:lnTo>
                  <a:pt x="2841" y="3210"/>
                </a:lnTo>
                <a:lnTo>
                  <a:pt x="2841" y="3210"/>
                </a:lnTo>
                <a:cubicBezTo>
                  <a:pt x="2809" y="3210"/>
                  <a:pt x="2809" y="3210"/>
                  <a:pt x="2809" y="3210"/>
                </a:cubicBezTo>
                <a:cubicBezTo>
                  <a:pt x="2809" y="3242"/>
                  <a:pt x="2809" y="3242"/>
                  <a:pt x="2809" y="3242"/>
                </a:cubicBezTo>
                <a:lnTo>
                  <a:pt x="2809" y="3242"/>
                </a:lnTo>
                <a:lnTo>
                  <a:pt x="2809" y="3242"/>
                </a:lnTo>
                <a:cubicBezTo>
                  <a:pt x="2841" y="3242"/>
                  <a:pt x="2841" y="3242"/>
                  <a:pt x="2841" y="3242"/>
                </a:cubicBezTo>
                <a:lnTo>
                  <a:pt x="2841" y="3242"/>
                </a:lnTo>
                <a:cubicBezTo>
                  <a:pt x="2809" y="3242"/>
                  <a:pt x="2809" y="3242"/>
                  <a:pt x="2809" y="3242"/>
                </a:cubicBezTo>
                <a:lnTo>
                  <a:pt x="2809" y="3242"/>
                </a:lnTo>
                <a:lnTo>
                  <a:pt x="2809" y="3242"/>
                </a:lnTo>
                <a:cubicBezTo>
                  <a:pt x="2809" y="3242"/>
                  <a:pt x="2779" y="3242"/>
                  <a:pt x="2809" y="3242"/>
                </a:cubicBezTo>
                <a:lnTo>
                  <a:pt x="2809" y="3272"/>
                </a:lnTo>
                <a:lnTo>
                  <a:pt x="2779" y="3272"/>
                </a:lnTo>
                <a:lnTo>
                  <a:pt x="2809" y="3272"/>
                </a:lnTo>
                <a:cubicBezTo>
                  <a:pt x="2809" y="3272"/>
                  <a:pt x="2809" y="3272"/>
                  <a:pt x="2779" y="3272"/>
                </a:cubicBezTo>
                <a:lnTo>
                  <a:pt x="2779" y="3272"/>
                </a:lnTo>
                <a:lnTo>
                  <a:pt x="2809" y="3272"/>
                </a:lnTo>
                <a:lnTo>
                  <a:pt x="2809" y="3272"/>
                </a:lnTo>
                <a:lnTo>
                  <a:pt x="2809" y="3272"/>
                </a:lnTo>
                <a:cubicBezTo>
                  <a:pt x="2809" y="3272"/>
                  <a:pt x="2809" y="3272"/>
                  <a:pt x="2841" y="3272"/>
                </a:cubicBezTo>
                <a:cubicBezTo>
                  <a:pt x="2809" y="3272"/>
                  <a:pt x="2809" y="3272"/>
                  <a:pt x="2809" y="3272"/>
                </a:cubicBezTo>
                <a:lnTo>
                  <a:pt x="2809" y="3272"/>
                </a:lnTo>
                <a:cubicBezTo>
                  <a:pt x="2809" y="3303"/>
                  <a:pt x="2809" y="3272"/>
                  <a:pt x="2809" y="3272"/>
                </a:cubicBezTo>
                <a:cubicBezTo>
                  <a:pt x="2809" y="3303"/>
                  <a:pt x="2809" y="3303"/>
                  <a:pt x="2809" y="3303"/>
                </a:cubicBezTo>
                <a:lnTo>
                  <a:pt x="2809" y="3303"/>
                </a:lnTo>
                <a:lnTo>
                  <a:pt x="2809" y="3303"/>
                </a:lnTo>
                <a:lnTo>
                  <a:pt x="2809" y="3303"/>
                </a:lnTo>
                <a:lnTo>
                  <a:pt x="2809" y="3303"/>
                </a:lnTo>
                <a:lnTo>
                  <a:pt x="2809" y="3303"/>
                </a:lnTo>
                <a:lnTo>
                  <a:pt x="2809" y="3303"/>
                </a:lnTo>
                <a:cubicBezTo>
                  <a:pt x="2809" y="3334"/>
                  <a:pt x="2809" y="3334"/>
                  <a:pt x="2809" y="3334"/>
                </a:cubicBezTo>
                <a:lnTo>
                  <a:pt x="2809" y="3334"/>
                </a:lnTo>
                <a:lnTo>
                  <a:pt x="2809" y="3334"/>
                </a:lnTo>
                <a:lnTo>
                  <a:pt x="2809" y="3334"/>
                </a:lnTo>
                <a:cubicBezTo>
                  <a:pt x="2779" y="3334"/>
                  <a:pt x="2809" y="3334"/>
                  <a:pt x="2779" y="3334"/>
                </a:cubicBezTo>
                <a:lnTo>
                  <a:pt x="2779" y="3334"/>
                </a:lnTo>
                <a:lnTo>
                  <a:pt x="2779" y="3334"/>
                </a:lnTo>
                <a:lnTo>
                  <a:pt x="2779" y="3334"/>
                </a:lnTo>
                <a:lnTo>
                  <a:pt x="2779" y="3334"/>
                </a:lnTo>
                <a:lnTo>
                  <a:pt x="2779" y="3334"/>
                </a:lnTo>
                <a:cubicBezTo>
                  <a:pt x="2809" y="3365"/>
                  <a:pt x="2809" y="3365"/>
                  <a:pt x="2779" y="3365"/>
                </a:cubicBezTo>
                <a:cubicBezTo>
                  <a:pt x="2779" y="3365"/>
                  <a:pt x="2779" y="3365"/>
                  <a:pt x="2779" y="3396"/>
                </a:cubicBezTo>
                <a:lnTo>
                  <a:pt x="2779" y="3396"/>
                </a:lnTo>
                <a:lnTo>
                  <a:pt x="2779" y="3396"/>
                </a:lnTo>
                <a:lnTo>
                  <a:pt x="2779" y="3396"/>
                </a:lnTo>
                <a:lnTo>
                  <a:pt x="2748" y="3396"/>
                </a:lnTo>
                <a:lnTo>
                  <a:pt x="2748" y="3426"/>
                </a:lnTo>
                <a:lnTo>
                  <a:pt x="2748" y="3426"/>
                </a:lnTo>
                <a:lnTo>
                  <a:pt x="2748" y="3426"/>
                </a:lnTo>
                <a:lnTo>
                  <a:pt x="2748" y="3426"/>
                </a:lnTo>
                <a:cubicBezTo>
                  <a:pt x="2748" y="3426"/>
                  <a:pt x="2748" y="3426"/>
                  <a:pt x="2748" y="3457"/>
                </a:cubicBezTo>
                <a:cubicBezTo>
                  <a:pt x="2748" y="3457"/>
                  <a:pt x="2748" y="3457"/>
                  <a:pt x="2718" y="3457"/>
                </a:cubicBezTo>
                <a:lnTo>
                  <a:pt x="2718" y="3457"/>
                </a:lnTo>
                <a:lnTo>
                  <a:pt x="2718" y="3457"/>
                </a:lnTo>
                <a:lnTo>
                  <a:pt x="2718" y="3457"/>
                </a:lnTo>
                <a:lnTo>
                  <a:pt x="2718" y="3457"/>
                </a:lnTo>
                <a:cubicBezTo>
                  <a:pt x="2686" y="3457"/>
                  <a:pt x="2686" y="3489"/>
                  <a:pt x="2686" y="3489"/>
                </a:cubicBezTo>
                <a:lnTo>
                  <a:pt x="2686" y="3489"/>
                </a:lnTo>
                <a:cubicBezTo>
                  <a:pt x="2686" y="3457"/>
                  <a:pt x="2686" y="3489"/>
                  <a:pt x="2686" y="3489"/>
                </a:cubicBezTo>
                <a:lnTo>
                  <a:pt x="2686" y="3489"/>
                </a:lnTo>
                <a:cubicBezTo>
                  <a:pt x="2655" y="3489"/>
                  <a:pt x="2655" y="3489"/>
                  <a:pt x="2655" y="3489"/>
                </a:cubicBezTo>
                <a:lnTo>
                  <a:pt x="2655" y="3489"/>
                </a:lnTo>
                <a:lnTo>
                  <a:pt x="2655" y="3489"/>
                </a:lnTo>
                <a:cubicBezTo>
                  <a:pt x="2655" y="3489"/>
                  <a:pt x="2655" y="3489"/>
                  <a:pt x="2655" y="3457"/>
                </a:cubicBezTo>
                <a:cubicBezTo>
                  <a:pt x="2655" y="3489"/>
                  <a:pt x="2655" y="3489"/>
                  <a:pt x="2655" y="3489"/>
                </a:cubicBezTo>
                <a:lnTo>
                  <a:pt x="2655" y="3489"/>
                </a:lnTo>
                <a:lnTo>
                  <a:pt x="2655" y="3489"/>
                </a:lnTo>
                <a:lnTo>
                  <a:pt x="2655" y="3489"/>
                </a:lnTo>
                <a:cubicBezTo>
                  <a:pt x="2655" y="3457"/>
                  <a:pt x="2655" y="3457"/>
                  <a:pt x="2686" y="3457"/>
                </a:cubicBezTo>
                <a:lnTo>
                  <a:pt x="2686" y="3457"/>
                </a:lnTo>
                <a:lnTo>
                  <a:pt x="2686" y="3457"/>
                </a:lnTo>
                <a:lnTo>
                  <a:pt x="2686" y="3457"/>
                </a:lnTo>
                <a:lnTo>
                  <a:pt x="2686" y="3457"/>
                </a:lnTo>
                <a:cubicBezTo>
                  <a:pt x="2686" y="3457"/>
                  <a:pt x="2686" y="3489"/>
                  <a:pt x="2686" y="3457"/>
                </a:cubicBezTo>
                <a:lnTo>
                  <a:pt x="2686" y="3457"/>
                </a:lnTo>
                <a:lnTo>
                  <a:pt x="2718" y="3457"/>
                </a:lnTo>
                <a:cubicBezTo>
                  <a:pt x="2718" y="3457"/>
                  <a:pt x="2686" y="3457"/>
                  <a:pt x="2718" y="3457"/>
                </a:cubicBezTo>
                <a:lnTo>
                  <a:pt x="2718" y="3457"/>
                </a:lnTo>
                <a:lnTo>
                  <a:pt x="2718" y="3457"/>
                </a:lnTo>
                <a:lnTo>
                  <a:pt x="2718" y="3457"/>
                </a:lnTo>
                <a:cubicBezTo>
                  <a:pt x="2718" y="3426"/>
                  <a:pt x="2718" y="3426"/>
                  <a:pt x="2718" y="3426"/>
                </a:cubicBezTo>
                <a:lnTo>
                  <a:pt x="2718" y="3426"/>
                </a:lnTo>
                <a:lnTo>
                  <a:pt x="2718" y="3426"/>
                </a:lnTo>
                <a:lnTo>
                  <a:pt x="2718" y="3426"/>
                </a:lnTo>
                <a:lnTo>
                  <a:pt x="2718" y="3426"/>
                </a:lnTo>
                <a:lnTo>
                  <a:pt x="2718" y="3426"/>
                </a:lnTo>
                <a:lnTo>
                  <a:pt x="2718" y="3426"/>
                </a:lnTo>
                <a:lnTo>
                  <a:pt x="2718" y="3426"/>
                </a:lnTo>
                <a:lnTo>
                  <a:pt x="2718" y="3426"/>
                </a:lnTo>
                <a:cubicBezTo>
                  <a:pt x="2748" y="3426"/>
                  <a:pt x="2748" y="3426"/>
                  <a:pt x="2748" y="3426"/>
                </a:cubicBezTo>
                <a:lnTo>
                  <a:pt x="2748" y="3426"/>
                </a:lnTo>
                <a:lnTo>
                  <a:pt x="2748" y="3426"/>
                </a:lnTo>
                <a:cubicBezTo>
                  <a:pt x="2748" y="3396"/>
                  <a:pt x="2748" y="3426"/>
                  <a:pt x="2748" y="3426"/>
                </a:cubicBezTo>
                <a:cubicBezTo>
                  <a:pt x="2748" y="3396"/>
                  <a:pt x="2748" y="3396"/>
                  <a:pt x="2748" y="3396"/>
                </a:cubicBezTo>
                <a:lnTo>
                  <a:pt x="2748" y="3396"/>
                </a:lnTo>
                <a:lnTo>
                  <a:pt x="2748" y="3396"/>
                </a:lnTo>
                <a:lnTo>
                  <a:pt x="2748" y="3396"/>
                </a:lnTo>
                <a:cubicBezTo>
                  <a:pt x="2718" y="3396"/>
                  <a:pt x="2718" y="3426"/>
                  <a:pt x="2718" y="3426"/>
                </a:cubicBezTo>
                <a:cubicBezTo>
                  <a:pt x="2718" y="3426"/>
                  <a:pt x="2718" y="3426"/>
                  <a:pt x="2686" y="3426"/>
                </a:cubicBezTo>
                <a:lnTo>
                  <a:pt x="2686" y="3426"/>
                </a:lnTo>
                <a:lnTo>
                  <a:pt x="2655" y="3457"/>
                </a:lnTo>
                <a:lnTo>
                  <a:pt x="2686" y="3457"/>
                </a:lnTo>
                <a:cubicBezTo>
                  <a:pt x="2686" y="3457"/>
                  <a:pt x="2686" y="3457"/>
                  <a:pt x="2655" y="3457"/>
                </a:cubicBezTo>
                <a:lnTo>
                  <a:pt x="2655" y="3457"/>
                </a:lnTo>
                <a:cubicBezTo>
                  <a:pt x="2686" y="3457"/>
                  <a:pt x="2686" y="3426"/>
                  <a:pt x="2686" y="3426"/>
                </a:cubicBezTo>
                <a:cubicBezTo>
                  <a:pt x="2686" y="3426"/>
                  <a:pt x="2686" y="3426"/>
                  <a:pt x="2718" y="3426"/>
                </a:cubicBezTo>
                <a:lnTo>
                  <a:pt x="2718" y="3426"/>
                </a:lnTo>
                <a:cubicBezTo>
                  <a:pt x="2718" y="3396"/>
                  <a:pt x="2718" y="3396"/>
                  <a:pt x="2718" y="3396"/>
                </a:cubicBezTo>
                <a:lnTo>
                  <a:pt x="2718" y="3396"/>
                </a:lnTo>
                <a:lnTo>
                  <a:pt x="2718" y="3396"/>
                </a:lnTo>
                <a:cubicBezTo>
                  <a:pt x="2718" y="3396"/>
                  <a:pt x="2718" y="3396"/>
                  <a:pt x="2718" y="3426"/>
                </a:cubicBezTo>
                <a:lnTo>
                  <a:pt x="2718" y="3426"/>
                </a:lnTo>
                <a:cubicBezTo>
                  <a:pt x="2718" y="3396"/>
                  <a:pt x="2718" y="3396"/>
                  <a:pt x="2748" y="3396"/>
                </a:cubicBezTo>
                <a:lnTo>
                  <a:pt x="2748" y="3396"/>
                </a:lnTo>
                <a:lnTo>
                  <a:pt x="2748" y="3396"/>
                </a:lnTo>
                <a:lnTo>
                  <a:pt x="2748" y="3365"/>
                </a:lnTo>
                <a:lnTo>
                  <a:pt x="2748" y="3365"/>
                </a:lnTo>
                <a:lnTo>
                  <a:pt x="2748" y="3365"/>
                </a:lnTo>
                <a:lnTo>
                  <a:pt x="2748" y="3365"/>
                </a:lnTo>
                <a:cubicBezTo>
                  <a:pt x="2748" y="3396"/>
                  <a:pt x="2748" y="3396"/>
                  <a:pt x="2748" y="3396"/>
                </a:cubicBezTo>
                <a:cubicBezTo>
                  <a:pt x="2748" y="3396"/>
                  <a:pt x="2748" y="3396"/>
                  <a:pt x="2748" y="3365"/>
                </a:cubicBezTo>
                <a:cubicBezTo>
                  <a:pt x="2748" y="3365"/>
                  <a:pt x="2748" y="3365"/>
                  <a:pt x="2718" y="3365"/>
                </a:cubicBezTo>
                <a:lnTo>
                  <a:pt x="2718" y="3365"/>
                </a:lnTo>
                <a:lnTo>
                  <a:pt x="2718" y="3396"/>
                </a:lnTo>
                <a:cubicBezTo>
                  <a:pt x="2718" y="3365"/>
                  <a:pt x="2718" y="3365"/>
                  <a:pt x="2718" y="3365"/>
                </a:cubicBezTo>
                <a:lnTo>
                  <a:pt x="2718" y="3365"/>
                </a:lnTo>
                <a:lnTo>
                  <a:pt x="2718" y="3365"/>
                </a:lnTo>
                <a:lnTo>
                  <a:pt x="2718" y="3365"/>
                </a:lnTo>
                <a:lnTo>
                  <a:pt x="2686" y="3365"/>
                </a:lnTo>
                <a:lnTo>
                  <a:pt x="2686" y="3365"/>
                </a:lnTo>
                <a:lnTo>
                  <a:pt x="2686" y="3365"/>
                </a:lnTo>
                <a:cubicBezTo>
                  <a:pt x="2655" y="3365"/>
                  <a:pt x="2655" y="3365"/>
                  <a:pt x="2655" y="3365"/>
                </a:cubicBezTo>
                <a:lnTo>
                  <a:pt x="2655" y="3365"/>
                </a:lnTo>
                <a:cubicBezTo>
                  <a:pt x="2625" y="3365"/>
                  <a:pt x="2625" y="3365"/>
                  <a:pt x="2625" y="3365"/>
                </a:cubicBezTo>
                <a:lnTo>
                  <a:pt x="2625" y="3334"/>
                </a:lnTo>
                <a:cubicBezTo>
                  <a:pt x="2625" y="3334"/>
                  <a:pt x="2625" y="3334"/>
                  <a:pt x="2594" y="3334"/>
                </a:cubicBezTo>
                <a:lnTo>
                  <a:pt x="2594" y="3334"/>
                </a:lnTo>
                <a:lnTo>
                  <a:pt x="2594" y="3365"/>
                </a:lnTo>
                <a:lnTo>
                  <a:pt x="2594" y="3365"/>
                </a:lnTo>
                <a:lnTo>
                  <a:pt x="2594" y="3365"/>
                </a:lnTo>
                <a:lnTo>
                  <a:pt x="2594" y="3365"/>
                </a:lnTo>
                <a:cubicBezTo>
                  <a:pt x="2594" y="3365"/>
                  <a:pt x="2594" y="3396"/>
                  <a:pt x="2563" y="3396"/>
                </a:cubicBezTo>
                <a:cubicBezTo>
                  <a:pt x="2563" y="3396"/>
                  <a:pt x="2563" y="3396"/>
                  <a:pt x="2594" y="3396"/>
                </a:cubicBezTo>
                <a:cubicBezTo>
                  <a:pt x="2594" y="3396"/>
                  <a:pt x="2594" y="3426"/>
                  <a:pt x="2563" y="3426"/>
                </a:cubicBezTo>
                <a:lnTo>
                  <a:pt x="2563" y="3426"/>
                </a:lnTo>
                <a:cubicBezTo>
                  <a:pt x="2563" y="3457"/>
                  <a:pt x="2563" y="3457"/>
                  <a:pt x="2563" y="3457"/>
                </a:cubicBezTo>
                <a:lnTo>
                  <a:pt x="2563" y="3457"/>
                </a:lnTo>
                <a:lnTo>
                  <a:pt x="2563" y="3489"/>
                </a:lnTo>
                <a:lnTo>
                  <a:pt x="2532" y="3489"/>
                </a:lnTo>
                <a:lnTo>
                  <a:pt x="2563" y="3489"/>
                </a:lnTo>
                <a:lnTo>
                  <a:pt x="2563" y="3489"/>
                </a:lnTo>
                <a:lnTo>
                  <a:pt x="2563" y="3489"/>
                </a:lnTo>
                <a:lnTo>
                  <a:pt x="2563" y="3489"/>
                </a:lnTo>
                <a:cubicBezTo>
                  <a:pt x="2563" y="3489"/>
                  <a:pt x="2563" y="3489"/>
                  <a:pt x="2563" y="3519"/>
                </a:cubicBezTo>
                <a:lnTo>
                  <a:pt x="2563" y="3519"/>
                </a:lnTo>
                <a:cubicBezTo>
                  <a:pt x="2532" y="3519"/>
                  <a:pt x="2532" y="3519"/>
                  <a:pt x="2532" y="3489"/>
                </a:cubicBezTo>
                <a:lnTo>
                  <a:pt x="2532" y="3519"/>
                </a:lnTo>
                <a:lnTo>
                  <a:pt x="2563" y="3519"/>
                </a:lnTo>
                <a:lnTo>
                  <a:pt x="2563" y="3519"/>
                </a:lnTo>
                <a:lnTo>
                  <a:pt x="2563" y="3519"/>
                </a:lnTo>
                <a:lnTo>
                  <a:pt x="2563" y="3519"/>
                </a:lnTo>
                <a:lnTo>
                  <a:pt x="2532" y="3519"/>
                </a:lnTo>
                <a:cubicBezTo>
                  <a:pt x="2532" y="3519"/>
                  <a:pt x="2532" y="3550"/>
                  <a:pt x="2532" y="3519"/>
                </a:cubicBezTo>
                <a:cubicBezTo>
                  <a:pt x="2532" y="3550"/>
                  <a:pt x="2532" y="3550"/>
                  <a:pt x="2532" y="3550"/>
                </a:cubicBezTo>
                <a:lnTo>
                  <a:pt x="2532" y="3550"/>
                </a:lnTo>
                <a:lnTo>
                  <a:pt x="2532" y="3550"/>
                </a:lnTo>
                <a:lnTo>
                  <a:pt x="2532" y="3550"/>
                </a:lnTo>
                <a:lnTo>
                  <a:pt x="2532" y="3550"/>
                </a:lnTo>
                <a:lnTo>
                  <a:pt x="2532" y="3550"/>
                </a:lnTo>
                <a:lnTo>
                  <a:pt x="2532" y="3550"/>
                </a:lnTo>
                <a:lnTo>
                  <a:pt x="2532" y="3519"/>
                </a:lnTo>
                <a:lnTo>
                  <a:pt x="2532" y="3550"/>
                </a:lnTo>
                <a:cubicBezTo>
                  <a:pt x="2501" y="3550"/>
                  <a:pt x="2501" y="3550"/>
                  <a:pt x="2501" y="3581"/>
                </a:cubicBezTo>
                <a:cubicBezTo>
                  <a:pt x="2501" y="3581"/>
                  <a:pt x="2501" y="3550"/>
                  <a:pt x="2501" y="3581"/>
                </a:cubicBezTo>
                <a:cubicBezTo>
                  <a:pt x="2532" y="3581"/>
                  <a:pt x="2501" y="3581"/>
                  <a:pt x="2532" y="3581"/>
                </a:cubicBezTo>
                <a:lnTo>
                  <a:pt x="2532" y="3581"/>
                </a:lnTo>
                <a:lnTo>
                  <a:pt x="2532" y="3581"/>
                </a:lnTo>
                <a:cubicBezTo>
                  <a:pt x="2532" y="3581"/>
                  <a:pt x="2532" y="3581"/>
                  <a:pt x="2563" y="3581"/>
                </a:cubicBezTo>
                <a:lnTo>
                  <a:pt x="2563" y="3581"/>
                </a:lnTo>
                <a:lnTo>
                  <a:pt x="2563" y="3581"/>
                </a:lnTo>
                <a:lnTo>
                  <a:pt x="2563" y="3581"/>
                </a:lnTo>
                <a:lnTo>
                  <a:pt x="2563" y="3581"/>
                </a:lnTo>
                <a:lnTo>
                  <a:pt x="2563" y="3581"/>
                </a:lnTo>
                <a:lnTo>
                  <a:pt x="2563" y="3581"/>
                </a:lnTo>
                <a:lnTo>
                  <a:pt x="2532" y="3581"/>
                </a:lnTo>
                <a:lnTo>
                  <a:pt x="2532" y="3581"/>
                </a:lnTo>
                <a:lnTo>
                  <a:pt x="2532" y="3581"/>
                </a:lnTo>
                <a:lnTo>
                  <a:pt x="2532" y="3581"/>
                </a:lnTo>
                <a:cubicBezTo>
                  <a:pt x="2532" y="3581"/>
                  <a:pt x="2501" y="3581"/>
                  <a:pt x="2532" y="3581"/>
                </a:cubicBezTo>
                <a:cubicBezTo>
                  <a:pt x="2532" y="3581"/>
                  <a:pt x="2532" y="3581"/>
                  <a:pt x="2501" y="3581"/>
                </a:cubicBezTo>
                <a:lnTo>
                  <a:pt x="2501" y="3581"/>
                </a:lnTo>
                <a:lnTo>
                  <a:pt x="2501" y="3581"/>
                </a:lnTo>
                <a:lnTo>
                  <a:pt x="2501" y="3581"/>
                </a:lnTo>
                <a:cubicBezTo>
                  <a:pt x="2501" y="3581"/>
                  <a:pt x="2501" y="3581"/>
                  <a:pt x="2501" y="3612"/>
                </a:cubicBezTo>
                <a:lnTo>
                  <a:pt x="2501" y="3612"/>
                </a:lnTo>
                <a:cubicBezTo>
                  <a:pt x="2471" y="3612"/>
                  <a:pt x="2471" y="3612"/>
                  <a:pt x="2471" y="3612"/>
                </a:cubicBezTo>
                <a:lnTo>
                  <a:pt x="2471" y="3612"/>
                </a:lnTo>
                <a:cubicBezTo>
                  <a:pt x="2471" y="3643"/>
                  <a:pt x="2471" y="3643"/>
                  <a:pt x="2471" y="3643"/>
                </a:cubicBezTo>
                <a:lnTo>
                  <a:pt x="2471" y="3643"/>
                </a:lnTo>
                <a:lnTo>
                  <a:pt x="2471" y="3643"/>
                </a:lnTo>
                <a:lnTo>
                  <a:pt x="2471" y="3643"/>
                </a:lnTo>
                <a:lnTo>
                  <a:pt x="2471" y="3643"/>
                </a:lnTo>
                <a:cubicBezTo>
                  <a:pt x="2471" y="3673"/>
                  <a:pt x="2471" y="3643"/>
                  <a:pt x="2471" y="3643"/>
                </a:cubicBezTo>
                <a:cubicBezTo>
                  <a:pt x="2439" y="3643"/>
                  <a:pt x="2471" y="3673"/>
                  <a:pt x="2439" y="3673"/>
                </a:cubicBezTo>
                <a:lnTo>
                  <a:pt x="2439" y="3673"/>
                </a:lnTo>
                <a:lnTo>
                  <a:pt x="2439" y="3673"/>
                </a:lnTo>
                <a:lnTo>
                  <a:pt x="2439" y="3673"/>
                </a:lnTo>
                <a:lnTo>
                  <a:pt x="2439" y="3673"/>
                </a:lnTo>
                <a:cubicBezTo>
                  <a:pt x="2439" y="3704"/>
                  <a:pt x="2439" y="3704"/>
                  <a:pt x="2408" y="3704"/>
                </a:cubicBezTo>
                <a:lnTo>
                  <a:pt x="2408" y="3704"/>
                </a:lnTo>
                <a:lnTo>
                  <a:pt x="2408" y="3736"/>
                </a:lnTo>
                <a:lnTo>
                  <a:pt x="2408" y="3736"/>
                </a:lnTo>
                <a:cubicBezTo>
                  <a:pt x="2378" y="3736"/>
                  <a:pt x="2378" y="3736"/>
                  <a:pt x="2408" y="3736"/>
                </a:cubicBezTo>
                <a:cubicBezTo>
                  <a:pt x="2378" y="3766"/>
                  <a:pt x="2378" y="3736"/>
                  <a:pt x="2378" y="3766"/>
                </a:cubicBezTo>
                <a:lnTo>
                  <a:pt x="2378" y="3766"/>
                </a:lnTo>
                <a:lnTo>
                  <a:pt x="2378" y="3766"/>
                </a:lnTo>
                <a:lnTo>
                  <a:pt x="2378" y="3766"/>
                </a:lnTo>
                <a:lnTo>
                  <a:pt x="2347" y="3797"/>
                </a:lnTo>
                <a:lnTo>
                  <a:pt x="2347" y="3828"/>
                </a:lnTo>
                <a:cubicBezTo>
                  <a:pt x="2316" y="3828"/>
                  <a:pt x="2316" y="3828"/>
                  <a:pt x="2316" y="3859"/>
                </a:cubicBezTo>
                <a:cubicBezTo>
                  <a:pt x="2316" y="3859"/>
                  <a:pt x="2316" y="3828"/>
                  <a:pt x="2316" y="3859"/>
                </a:cubicBezTo>
                <a:lnTo>
                  <a:pt x="2316" y="3859"/>
                </a:lnTo>
                <a:cubicBezTo>
                  <a:pt x="2316" y="3859"/>
                  <a:pt x="2285" y="3859"/>
                  <a:pt x="2285" y="3890"/>
                </a:cubicBezTo>
                <a:lnTo>
                  <a:pt x="2285" y="3859"/>
                </a:lnTo>
                <a:cubicBezTo>
                  <a:pt x="2285" y="3890"/>
                  <a:pt x="2285" y="3890"/>
                  <a:pt x="2285" y="3890"/>
                </a:cubicBezTo>
                <a:lnTo>
                  <a:pt x="2285" y="3890"/>
                </a:lnTo>
                <a:lnTo>
                  <a:pt x="2285" y="3890"/>
                </a:lnTo>
                <a:lnTo>
                  <a:pt x="2285" y="3890"/>
                </a:lnTo>
                <a:lnTo>
                  <a:pt x="2285" y="3890"/>
                </a:lnTo>
                <a:lnTo>
                  <a:pt x="2285" y="3890"/>
                </a:lnTo>
                <a:cubicBezTo>
                  <a:pt x="2254" y="3890"/>
                  <a:pt x="2254" y="3890"/>
                  <a:pt x="2254" y="3890"/>
                </a:cubicBezTo>
                <a:cubicBezTo>
                  <a:pt x="2254" y="3920"/>
                  <a:pt x="2254" y="3920"/>
                  <a:pt x="2254" y="3920"/>
                </a:cubicBezTo>
                <a:cubicBezTo>
                  <a:pt x="2224" y="3920"/>
                  <a:pt x="2224" y="3920"/>
                  <a:pt x="2224" y="3951"/>
                </a:cubicBezTo>
                <a:lnTo>
                  <a:pt x="2224" y="3951"/>
                </a:lnTo>
                <a:lnTo>
                  <a:pt x="2224" y="3951"/>
                </a:lnTo>
                <a:lnTo>
                  <a:pt x="2224" y="3951"/>
                </a:lnTo>
                <a:lnTo>
                  <a:pt x="2224" y="3983"/>
                </a:lnTo>
                <a:cubicBezTo>
                  <a:pt x="2192" y="3983"/>
                  <a:pt x="2192" y="3983"/>
                  <a:pt x="2192" y="4013"/>
                </a:cubicBezTo>
                <a:lnTo>
                  <a:pt x="2192" y="4013"/>
                </a:lnTo>
                <a:lnTo>
                  <a:pt x="2192" y="4013"/>
                </a:lnTo>
                <a:lnTo>
                  <a:pt x="2192" y="4013"/>
                </a:lnTo>
                <a:cubicBezTo>
                  <a:pt x="2192" y="4044"/>
                  <a:pt x="2192" y="4044"/>
                  <a:pt x="2192" y="4044"/>
                </a:cubicBezTo>
                <a:lnTo>
                  <a:pt x="2192" y="4044"/>
                </a:lnTo>
                <a:cubicBezTo>
                  <a:pt x="2192" y="4074"/>
                  <a:pt x="2192" y="4044"/>
                  <a:pt x="2192" y="4074"/>
                </a:cubicBezTo>
                <a:lnTo>
                  <a:pt x="2192" y="4074"/>
                </a:lnTo>
                <a:cubicBezTo>
                  <a:pt x="2161" y="4106"/>
                  <a:pt x="2161" y="4106"/>
                  <a:pt x="2161" y="4106"/>
                </a:cubicBezTo>
                <a:cubicBezTo>
                  <a:pt x="2161" y="4106"/>
                  <a:pt x="2161" y="4106"/>
                  <a:pt x="2161" y="4137"/>
                </a:cubicBezTo>
                <a:cubicBezTo>
                  <a:pt x="2131" y="4137"/>
                  <a:pt x="2131" y="4137"/>
                  <a:pt x="2131" y="4137"/>
                </a:cubicBezTo>
                <a:lnTo>
                  <a:pt x="2131" y="4137"/>
                </a:lnTo>
                <a:lnTo>
                  <a:pt x="2131" y="4167"/>
                </a:lnTo>
                <a:lnTo>
                  <a:pt x="2131" y="4167"/>
                </a:lnTo>
                <a:lnTo>
                  <a:pt x="2131" y="4167"/>
                </a:lnTo>
                <a:lnTo>
                  <a:pt x="2100" y="4167"/>
                </a:lnTo>
                <a:lnTo>
                  <a:pt x="2100" y="4167"/>
                </a:lnTo>
                <a:lnTo>
                  <a:pt x="2100" y="4167"/>
                </a:lnTo>
                <a:lnTo>
                  <a:pt x="2100" y="4198"/>
                </a:lnTo>
                <a:cubicBezTo>
                  <a:pt x="2069" y="4198"/>
                  <a:pt x="2069" y="4198"/>
                  <a:pt x="2069" y="4198"/>
                </a:cubicBezTo>
                <a:cubicBezTo>
                  <a:pt x="2069" y="4230"/>
                  <a:pt x="2069" y="4230"/>
                  <a:pt x="2069" y="4230"/>
                </a:cubicBezTo>
                <a:lnTo>
                  <a:pt x="2100" y="4230"/>
                </a:lnTo>
                <a:cubicBezTo>
                  <a:pt x="2100" y="4230"/>
                  <a:pt x="2069" y="4260"/>
                  <a:pt x="2100" y="4260"/>
                </a:cubicBezTo>
                <a:lnTo>
                  <a:pt x="2100" y="4260"/>
                </a:lnTo>
                <a:lnTo>
                  <a:pt x="2100" y="4291"/>
                </a:lnTo>
                <a:cubicBezTo>
                  <a:pt x="2069" y="4291"/>
                  <a:pt x="2069" y="4291"/>
                  <a:pt x="2069" y="4291"/>
                </a:cubicBezTo>
                <a:lnTo>
                  <a:pt x="2069" y="4321"/>
                </a:lnTo>
                <a:lnTo>
                  <a:pt x="2069" y="4321"/>
                </a:lnTo>
                <a:cubicBezTo>
                  <a:pt x="2069" y="4353"/>
                  <a:pt x="2069" y="4353"/>
                  <a:pt x="2069" y="4353"/>
                </a:cubicBezTo>
                <a:cubicBezTo>
                  <a:pt x="2038" y="4353"/>
                  <a:pt x="2038" y="4353"/>
                  <a:pt x="2038" y="4384"/>
                </a:cubicBezTo>
                <a:lnTo>
                  <a:pt x="2069" y="4384"/>
                </a:lnTo>
                <a:lnTo>
                  <a:pt x="2069" y="4414"/>
                </a:lnTo>
                <a:lnTo>
                  <a:pt x="2069" y="4414"/>
                </a:lnTo>
                <a:lnTo>
                  <a:pt x="2069" y="4445"/>
                </a:lnTo>
                <a:cubicBezTo>
                  <a:pt x="2069" y="4414"/>
                  <a:pt x="2069" y="4445"/>
                  <a:pt x="2069" y="4445"/>
                </a:cubicBezTo>
                <a:lnTo>
                  <a:pt x="2069" y="4445"/>
                </a:lnTo>
                <a:lnTo>
                  <a:pt x="2069" y="4445"/>
                </a:lnTo>
                <a:lnTo>
                  <a:pt x="2069" y="4476"/>
                </a:lnTo>
                <a:cubicBezTo>
                  <a:pt x="2069" y="4476"/>
                  <a:pt x="2069" y="4476"/>
                  <a:pt x="2069" y="4445"/>
                </a:cubicBezTo>
                <a:cubicBezTo>
                  <a:pt x="2069" y="4476"/>
                  <a:pt x="2069" y="4476"/>
                  <a:pt x="2069" y="4476"/>
                </a:cubicBezTo>
                <a:lnTo>
                  <a:pt x="2100" y="4476"/>
                </a:lnTo>
                <a:lnTo>
                  <a:pt x="2100" y="4476"/>
                </a:lnTo>
                <a:lnTo>
                  <a:pt x="2100" y="4476"/>
                </a:lnTo>
                <a:lnTo>
                  <a:pt x="2100" y="4476"/>
                </a:lnTo>
                <a:lnTo>
                  <a:pt x="2100" y="4476"/>
                </a:lnTo>
                <a:lnTo>
                  <a:pt x="2100" y="4476"/>
                </a:lnTo>
                <a:cubicBezTo>
                  <a:pt x="2100" y="4507"/>
                  <a:pt x="2100" y="4507"/>
                  <a:pt x="2100" y="4507"/>
                </a:cubicBezTo>
                <a:lnTo>
                  <a:pt x="2100" y="4507"/>
                </a:lnTo>
                <a:lnTo>
                  <a:pt x="2100" y="4507"/>
                </a:lnTo>
                <a:lnTo>
                  <a:pt x="2100" y="4507"/>
                </a:lnTo>
                <a:lnTo>
                  <a:pt x="2100" y="4507"/>
                </a:lnTo>
                <a:lnTo>
                  <a:pt x="2100" y="4476"/>
                </a:lnTo>
                <a:lnTo>
                  <a:pt x="2100" y="4507"/>
                </a:lnTo>
                <a:lnTo>
                  <a:pt x="2100" y="4507"/>
                </a:lnTo>
                <a:cubicBezTo>
                  <a:pt x="2069" y="4507"/>
                  <a:pt x="2069" y="4507"/>
                  <a:pt x="2069" y="4507"/>
                </a:cubicBezTo>
                <a:cubicBezTo>
                  <a:pt x="2069" y="4538"/>
                  <a:pt x="2069" y="4507"/>
                  <a:pt x="2069" y="4538"/>
                </a:cubicBezTo>
                <a:cubicBezTo>
                  <a:pt x="2100" y="4538"/>
                  <a:pt x="2069" y="4538"/>
                  <a:pt x="2069" y="4538"/>
                </a:cubicBezTo>
                <a:cubicBezTo>
                  <a:pt x="2069" y="4538"/>
                  <a:pt x="2069" y="4538"/>
                  <a:pt x="2069" y="4568"/>
                </a:cubicBezTo>
                <a:lnTo>
                  <a:pt x="2069" y="4568"/>
                </a:lnTo>
                <a:cubicBezTo>
                  <a:pt x="2069" y="4568"/>
                  <a:pt x="2069" y="4568"/>
                  <a:pt x="2100" y="4568"/>
                </a:cubicBezTo>
                <a:lnTo>
                  <a:pt x="2100" y="4568"/>
                </a:lnTo>
                <a:lnTo>
                  <a:pt x="2100" y="4568"/>
                </a:lnTo>
                <a:lnTo>
                  <a:pt x="2100" y="4600"/>
                </a:lnTo>
                <a:lnTo>
                  <a:pt x="2100" y="4600"/>
                </a:lnTo>
                <a:lnTo>
                  <a:pt x="2100" y="4600"/>
                </a:lnTo>
                <a:lnTo>
                  <a:pt x="2100" y="4600"/>
                </a:lnTo>
                <a:lnTo>
                  <a:pt x="2100" y="4600"/>
                </a:lnTo>
                <a:lnTo>
                  <a:pt x="2100" y="4600"/>
                </a:lnTo>
                <a:lnTo>
                  <a:pt x="2100" y="4631"/>
                </a:lnTo>
                <a:cubicBezTo>
                  <a:pt x="2100" y="4631"/>
                  <a:pt x="2069" y="4600"/>
                  <a:pt x="2069" y="4631"/>
                </a:cubicBezTo>
                <a:lnTo>
                  <a:pt x="2069" y="4631"/>
                </a:lnTo>
                <a:lnTo>
                  <a:pt x="2069" y="4631"/>
                </a:lnTo>
                <a:cubicBezTo>
                  <a:pt x="2069" y="4631"/>
                  <a:pt x="2069" y="4631"/>
                  <a:pt x="2069" y="4661"/>
                </a:cubicBezTo>
                <a:lnTo>
                  <a:pt x="2069" y="4661"/>
                </a:lnTo>
                <a:lnTo>
                  <a:pt x="2100" y="4661"/>
                </a:lnTo>
                <a:lnTo>
                  <a:pt x="2100" y="4692"/>
                </a:lnTo>
                <a:lnTo>
                  <a:pt x="2100" y="4692"/>
                </a:lnTo>
                <a:lnTo>
                  <a:pt x="2100" y="4692"/>
                </a:lnTo>
                <a:cubicBezTo>
                  <a:pt x="2100" y="4692"/>
                  <a:pt x="2100" y="4692"/>
                  <a:pt x="2100" y="4723"/>
                </a:cubicBezTo>
                <a:lnTo>
                  <a:pt x="2100" y="4723"/>
                </a:lnTo>
                <a:lnTo>
                  <a:pt x="2100" y="4723"/>
                </a:lnTo>
                <a:lnTo>
                  <a:pt x="2100" y="4754"/>
                </a:lnTo>
                <a:lnTo>
                  <a:pt x="2100" y="4754"/>
                </a:lnTo>
                <a:cubicBezTo>
                  <a:pt x="2100" y="4815"/>
                  <a:pt x="2100" y="4815"/>
                  <a:pt x="2100" y="4815"/>
                </a:cubicBezTo>
                <a:lnTo>
                  <a:pt x="2100" y="4815"/>
                </a:lnTo>
                <a:lnTo>
                  <a:pt x="2100" y="4847"/>
                </a:lnTo>
                <a:lnTo>
                  <a:pt x="2100" y="4847"/>
                </a:lnTo>
                <a:lnTo>
                  <a:pt x="2100" y="4847"/>
                </a:lnTo>
                <a:lnTo>
                  <a:pt x="2131" y="4847"/>
                </a:lnTo>
                <a:lnTo>
                  <a:pt x="2131" y="4847"/>
                </a:lnTo>
                <a:cubicBezTo>
                  <a:pt x="2161" y="4939"/>
                  <a:pt x="2224" y="5032"/>
                  <a:pt x="2224" y="5032"/>
                </a:cubicBezTo>
                <a:cubicBezTo>
                  <a:pt x="2224" y="5032"/>
                  <a:pt x="2285" y="5062"/>
                  <a:pt x="2347" y="5062"/>
                </a:cubicBezTo>
                <a:cubicBezTo>
                  <a:pt x="2347" y="5094"/>
                  <a:pt x="2347" y="5124"/>
                  <a:pt x="2347" y="5155"/>
                </a:cubicBezTo>
                <a:cubicBezTo>
                  <a:pt x="2316" y="5186"/>
                  <a:pt x="2347" y="5217"/>
                  <a:pt x="2347" y="5248"/>
                </a:cubicBezTo>
                <a:lnTo>
                  <a:pt x="2347" y="5279"/>
                </a:lnTo>
                <a:lnTo>
                  <a:pt x="2347" y="5341"/>
                </a:lnTo>
                <a:cubicBezTo>
                  <a:pt x="2347" y="5371"/>
                  <a:pt x="2408" y="5402"/>
                  <a:pt x="2408" y="5402"/>
                </a:cubicBezTo>
                <a:cubicBezTo>
                  <a:pt x="2439" y="5433"/>
                  <a:pt x="2439" y="5464"/>
                  <a:pt x="2439" y="5464"/>
                </a:cubicBezTo>
                <a:cubicBezTo>
                  <a:pt x="2471" y="5495"/>
                  <a:pt x="2439" y="5526"/>
                  <a:pt x="2439" y="5556"/>
                </a:cubicBezTo>
                <a:lnTo>
                  <a:pt x="2439" y="5556"/>
                </a:lnTo>
                <a:lnTo>
                  <a:pt x="2439" y="5588"/>
                </a:lnTo>
                <a:lnTo>
                  <a:pt x="2439" y="5556"/>
                </a:lnTo>
                <a:cubicBezTo>
                  <a:pt x="2439" y="5588"/>
                  <a:pt x="2439" y="5556"/>
                  <a:pt x="2439" y="5556"/>
                </a:cubicBezTo>
                <a:cubicBezTo>
                  <a:pt x="2439" y="5556"/>
                  <a:pt x="2471" y="5588"/>
                  <a:pt x="2439" y="5588"/>
                </a:cubicBezTo>
                <a:cubicBezTo>
                  <a:pt x="2471" y="5588"/>
                  <a:pt x="2439" y="5588"/>
                  <a:pt x="2408" y="5588"/>
                </a:cubicBezTo>
                <a:cubicBezTo>
                  <a:pt x="2408" y="5556"/>
                  <a:pt x="2439" y="5556"/>
                  <a:pt x="2408" y="5556"/>
                </a:cubicBezTo>
                <a:cubicBezTo>
                  <a:pt x="2378" y="5556"/>
                  <a:pt x="2347" y="5556"/>
                  <a:pt x="2347" y="5556"/>
                </a:cubicBezTo>
                <a:cubicBezTo>
                  <a:pt x="2347" y="5588"/>
                  <a:pt x="2439" y="5742"/>
                  <a:pt x="2501" y="5649"/>
                </a:cubicBezTo>
                <a:lnTo>
                  <a:pt x="2501" y="5680"/>
                </a:lnTo>
                <a:lnTo>
                  <a:pt x="2532" y="5742"/>
                </a:lnTo>
                <a:cubicBezTo>
                  <a:pt x="2563" y="5742"/>
                  <a:pt x="2563" y="5772"/>
                  <a:pt x="2563" y="5803"/>
                </a:cubicBezTo>
                <a:cubicBezTo>
                  <a:pt x="2563" y="5803"/>
                  <a:pt x="2563" y="5803"/>
                  <a:pt x="2532" y="5835"/>
                </a:cubicBezTo>
                <a:cubicBezTo>
                  <a:pt x="2532" y="5865"/>
                  <a:pt x="2532" y="5865"/>
                  <a:pt x="2532" y="5865"/>
                </a:cubicBezTo>
                <a:lnTo>
                  <a:pt x="2532" y="5896"/>
                </a:lnTo>
                <a:lnTo>
                  <a:pt x="2563" y="5927"/>
                </a:lnTo>
                <a:cubicBezTo>
                  <a:pt x="2563" y="5927"/>
                  <a:pt x="2594" y="5927"/>
                  <a:pt x="2594" y="5958"/>
                </a:cubicBezTo>
                <a:cubicBezTo>
                  <a:pt x="2625" y="5958"/>
                  <a:pt x="2625" y="5989"/>
                  <a:pt x="2655" y="6019"/>
                </a:cubicBezTo>
                <a:cubicBezTo>
                  <a:pt x="2655" y="6019"/>
                  <a:pt x="2686" y="6019"/>
                  <a:pt x="2686" y="6050"/>
                </a:cubicBezTo>
                <a:cubicBezTo>
                  <a:pt x="2686" y="6050"/>
                  <a:pt x="2686" y="6112"/>
                  <a:pt x="2718" y="6112"/>
                </a:cubicBezTo>
                <a:cubicBezTo>
                  <a:pt x="2718" y="6082"/>
                  <a:pt x="2748" y="6082"/>
                  <a:pt x="2748" y="6082"/>
                </a:cubicBezTo>
                <a:cubicBezTo>
                  <a:pt x="2748" y="6050"/>
                  <a:pt x="2748" y="6050"/>
                  <a:pt x="2748" y="6019"/>
                </a:cubicBezTo>
                <a:cubicBezTo>
                  <a:pt x="2748" y="6050"/>
                  <a:pt x="2718" y="5989"/>
                  <a:pt x="2748" y="5989"/>
                </a:cubicBezTo>
                <a:cubicBezTo>
                  <a:pt x="2718" y="5989"/>
                  <a:pt x="2718" y="5927"/>
                  <a:pt x="2686" y="5958"/>
                </a:cubicBezTo>
                <a:cubicBezTo>
                  <a:pt x="2686" y="5958"/>
                  <a:pt x="2686" y="5989"/>
                  <a:pt x="2686" y="5958"/>
                </a:cubicBezTo>
                <a:lnTo>
                  <a:pt x="2686" y="5958"/>
                </a:lnTo>
                <a:cubicBezTo>
                  <a:pt x="2686" y="5958"/>
                  <a:pt x="2655" y="5958"/>
                  <a:pt x="2655" y="5927"/>
                </a:cubicBezTo>
                <a:lnTo>
                  <a:pt x="2686" y="5896"/>
                </a:lnTo>
                <a:cubicBezTo>
                  <a:pt x="2686" y="5865"/>
                  <a:pt x="2655" y="5803"/>
                  <a:pt x="2655" y="5803"/>
                </a:cubicBezTo>
                <a:cubicBezTo>
                  <a:pt x="2625" y="5803"/>
                  <a:pt x="2655" y="5649"/>
                  <a:pt x="2625" y="5649"/>
                </a:cubicBezTo>
                <a:cubicBezTo>
                  <a:pt x="2594" y="5649"/>
                  <a:pt x="2625" y="5711"/>
                  <a:pt x="2625" y="5711"/>
                </a:cubicBezTo>
                <a:cubicBezTo>
                  <a:pt x="2594" y="5680"/>
                  <a:pt x="2625" y="5649"/>
                  <a:pt x="2625" y="5649"/>
                </a:cubicBezTo>
                <a:cubicBezTo>
                  <a:pt x="2594" y="5618"/>
                  <a:pt x="2594" y="5618"/>
                  <a:pt x="2594" y="5588"/>
                </a:cubicBezTo>
                <a:cubicBezTo>
                  <a:pt x="2594" y="5556"/>
                  <a:pt x="2563" y="5556"/>
                  <a:pt x="2563" y="5526"/>
                </a:cubicBezTo>
                <a:cubicBezTo>
                  <a:pt x="2563" y="5495"/>
                  <a:pt x="2563" y="5464"/>
                  <a:pt x="2532" y="5464"/>
                </a:cubicBezTo>
                <a:lnTo>
                  <a:pt x="2532" y="5433"/>
                </a:lnTo>
                <a:lnTo>
                  <a:pt x="2532" y="5433"/>
                </a:lnTo>
                <a:cubicBezTo>
                  <a:pt x="2501" y="5433"/>
                  <a:pt x="2532" y="5371"/>
                  <a:pt x="2471" y="5341"/>
                </a:cubicBezTo>
                <a:lnTo>
                  <a:pt x="2471" y="5309"/>
                </a:lnTo>
                <a:cubicBezTo>
                  <a:pt x="2471" y="5248"/>
                  <a:pt x="2471" y="5248"/>
                  <a:pt x="2471" y="5217"/>
                </a:cubicBezTo>
                <a:cubicBezTo>
                  <a:pt x="2471" y="5186"/>
                  <a:pt x="2471" y="5186"/>
                  <a:pt x="2471" y="5186"/>
                </a:cubicBezTo>
                <a:cubicBezTo>
                  <a:pt x="2532" y="5217"/>
                  <a:pt x="2563" y="5217"/>
                  <a:pt x="2594" y="5217"/>
                </a:cubicBezTo>
                <a:lnTo>
                  <a:pt x="2625" y="5217"/>
                </a:lnTo>
                <a:cubicBezTo>
                  <a:pt x="2625" y="5279"/>
                  <a:pt x="2625" y="5402"/>
                  <a:pt x="2655" y="5402"/>
                </a:cubicBezTo>
                <a:cubicBezTo>
                  <a:pt x="2655" y="5464"/>
                  <a:pt x="2748" y="5556"/>
                  <a:pt x="2748" y="5556"/>
                </a:cubicBezTo>
                <a:lnTo>
                  <a:pt x="2748" y="5556"/>
                </a:lnTo>
                <a:lnTo>
                  <a:pt x="2748" y="5556"/>
                </a:lnTo>
                <a:lnTo>
                  <a:pt x="2779" y="5556"/>
                </a:lnTo>
                <a:lnTo>
                  <a:pt x="2748" y="5618"/>
                </a:lnTo>
                <a:cubicBezTo>
                  <a:pt x="2748" y="5618"/>
                  <a:pt x="2779" y="5618"/>
                  <a:pt x="2779" y="5649"/>
                </a:cubicBezTo>
                <a:cubicBezTo>
                  <a:pt x="2809" y="5649"/>
                  <a:pt x="2809" y="5649"/>
                  <a:pt x="2809" y="5649"/>
                </a:cubicBezTo>
                <a:cubicBezTo>
                  <a:pt x="2809" y="5711"/>
                  <a:pt x="2841" y="5680"/>
                  <a:pt x="2841" y="5680"/>
                </a:cubicBezTo>
                <a:lnTo>
                  <a:pt x="2841" y="5711"/>
                </a:lnTo>
                <a:lnTo>
                  <a:pt x="2841" y="5711"/>
                </a:lnTo>
                <a:lnTo>
                  <a:pt x="2841" y="5742"/>
                </a:lnTo>
                <a:cubicBezTo>
                  <a:pt x="2841" y="5742"/>
                  <a:pt x="2809" y="5772"/>
                  <a:pt x="2809" y="5803"/>
                </a:cubicBezTo>
                <a:cubicBezTo>
                  <a:pt x="2809" y="5803"/>
                  <a:pt x="2809" y="5772"/>
                  <a:pt x="2841" y="5803"/>
                </a:cubicBezTo>
                <a:lnTo>
                  <a:pt x="2809" y="5803"/>
                </a:lnTo>
                <a:cubicBezTo>
                  <a:pt x="2841" y="5803"/>
                  <a:pt x="2841" y="5803"/>
                  <a:pt x="2841" y="5803"/>
                </a:cubicBezTo>
                <a:lnTo>
                  <a:pt x="2841" y="5803"/>
                </a:lnTo>
                <a:lnTo>
                  <a:pt x="2872" y="5803"/>
                </a:lnTo>
                <a:lnTo>
                  <a:pt x="2841" y="5803"/>
                </a:lnTo>
                <a:cubicBezTo>
                  <a:pt x="2841" y="5803"/>
                  <a:pt x="2841" y="5803"/>
                  <a:pt x="2841" y="5835"/>
                </a:cubicBezTo>
                <a:cubicBezTo>
                  <a:pt x="2872" y="5835"/>
                  <a:pt x="2872" y="5803"/>
                  <a:pt x="2872" y="5803"/>
                </a:cubicBezTo>
                <a:lnTo>
                  <a:pt x="2872" y="5803"/>
                </a:lnTo>
                <a:lnTo>
                  <a:pt x="2872" y="5835"/>
                </a:lnTo>
                <a:lnTo>
                  <a:pt x="2872" y="5835"/>
                </a:lnTo>
                <a:lnTo>
                  <a:pt x="2902" y="5865"/>
                </a:lnTo>
                <a:cubicBezTo>
                  <a:pt x="2902" y="5835"/>
                  <a:pt x="2902" y="5835"/>
                  <a:pt x="2902" y="5835"/>
                </a:cubicBezTo>
                <a:lnTo>
                  <a:pt x="2902" y="5865"/>
                </a:lnTo>
                <a:cubicBezTo>
                  <a:pt x="2902" y="5835"/>
                  <a:pt x="2933" y="5865"/>
                  <a:pt x="2933" y="5865"/>
                </a:cubicBezTo>
                <a:lnTo>
                  <a:pt x="2933" y="5896"/>
                </a:lnTo>
                <a:cubicBezTo>
                  <a:pt x="2933" y="5927"/>
                  <a:pt x="2965" y="5927"/>
                  <a:pt x="2965" y="5927"/>
                </a:cubicBezTo>
                <a:lnTo>
                  <a:pt x="2965" y="5927"/>
                </a:lnTo>
                <a:cubicBezTo>
                  <a:pt x="2995" y="5958"/>
                  <a:pt x="2995" y="6019"/>
                  <a:pt x="3026" y="6019"/>
                </a:cubicBezTo>
                <a:cubicBezTo>
                  <a:pt x="3026" y="6050"/>
                  <a:pt x="3056" y="6082"/>
                  <a:pt x="3088" y="6112"/>
                </a:cubicBezTo>
                <a:cubicBezTo>
                  <a:pt x="3119" y="6143"/>
                  <a:pt x="3088" y="6205"/>
                  <a:pt x="3088" y="6236"/>
                </a:cubicBezTo>
                <a:cubicBezTo>
                  <a:pt x="3119" y="6266"/>
                  <a:pt x="3119" y="6266"/>
                  <a:pt x="3119" y="6297"/>
                </a:cubicBezTo>
                <a:lnTo>
                  <a:pt x="3088" y="6329"/>
                </a:lnTo>
                <a:cubicBezTo>
                  <a:pt x="3119" y="6329"/>
                  <a:pt x="3088" y="6359"/>
                  <a:pt x="3056" y="6390"/>
                </a:cubicBezTo>
                <a:lnTo>
                  <a:pt x="3056" y="6390"/>
                </a:lnTo>
                <a:cubicBezTo>
                  <a:pt x="3056" y="6420"/>
                  <a:pt x="3088" y="6483"/>
                  <a:pt x="3119" y="6483"/>
                </a:cubicBezTo>
                <a:cubicBezTo>
                  <a:pt x="3149" y="6513"/>
                  <a:pt x="3149" y="6513"/>
                  <a:pt x="3180" y="6544"/>
                </a:cubicBezTo>
                <a:cubicBezTo>
                  <a:pt x="3212" y="6544"/>
                  <a:pt x="3212" y="6576"/>
                  <a:pt x="3212" y="6576"/>
                </a:cubicBezTo>
                <a:cubicBezTo>
                  <a:pt x="3242" y="6606"/>
                  <a:pt x="3242" y="6606"/>
                  <a:pt x="3273" y="6637"/>
                </a:cubicBezTo>
                <a:cubicBezTo>
                  <a:pt x="3335" y="6637"/>
                  <a:pt x="3366" y="6637"/>
                  <a:pt x="3396" y="6667"/>
                </a:cubicBezTo>
                <a:cubicBezTo>
                  <a:pt x="3427" y="6699"/>
                  <a:pt x="3489" y="6730"/>
                  <a:pt x="3520" y="6760"/>
                </a:cubicBezTo>
                <a:cubicBezTo>
                  <a:pt x="3550" y="6760"/>
                  <a:pt x="3550" y="6791"/>
                  <a:pt x="3581" y="6791"/>
                </a:cubicBezTo>
                <a:cubicBezTo>
                  <a:pt x="3613" y="6791"/>
                  <a:pt x="3643" y="6791"/>
                  <a:pt x="3643" y="6791"/>
                </a:cubicBezTo>
                <a:cubicBezTo>
                  <a:pt x="3674" y="6823"/>
                  <a:pt x="3705" y="6823"/>
                  <a:pt x="3705" y="6823"/>
                </a:cubicBezTo>
                <a:cubicBezTo>
                  <a:pt x="3736" y="6853"/>
                  <a:pt x="3767" y="6853"/>
                  <a:pt x="3797" y="6853"/>
                </a:cubicBezTo>
                <a:cubicBezTo>
                  <a:pt x="3829" y="6884"/>
                  <a:pt x="3829" y="6884"/>
                  <a:pt x="3890" y="6884"/>
                </a:cubicBezTo>
                <a:cubicBezTo>
                  <a:pt x="3921" y="6884"/>
                  <a:pt x="3952" y="6853"/>
                  <a:pt x="3983" y="6853"/>
                </a:cubicBezTo>
                <a:cubicBezTo>
                  <a:pt x="3983" y="6853"/>
                  <a:pt x="4014" y="6853"/>
                  <a:pt x="4044" y="6823"/>
                </a:cubicBezTo>
                <a:cubicBezTo>
                  <a:pt x="4014" y="6823"/>
                  <a:pt x="4014" y="6823"/>
                  <a:pt x="4014" y="6823"/>
                </a:cubicBezTo>
                <a:lnTo>
                  <a:pt x="4014" y="6823"/>
                </a:lnTo>
                <a:cubicBezTo>
                  <a:pt x="4044" y="6823"/>
                  <a:pt x="4014" y="6823"/>
                  <a:pt x="4044" y="6823"/>
                </a:cubicBezTo>
                <a:lnTo>
                  <a:pt x="4044" y="6823"/>
                </a:lnTo>
                <a:lnTo>
                  <a:pt x="4044" y="6823"/>
                </a:lnTo>
                <a:cubicBezTo>
                  <a:pt x="4044" y="6853"/>
                  <a:pt x="4107" y="6853"/>
                  <a:pt x="4107" y="6853"/>
                </a:cubicBezTo>
                <a:lnTo>
                  <a:pt x="4076" y="6853"/>
                </a:lnTo>
                <a:cubicBezTo>
                  <a:pt x="4076" y="6823"/>
                  <a:pt x="4044" y="6823"/>
                  <a:pt x="4076" y="6823"/>
                </a:cubicBezTo>
                <a:lnTo>
                  <a:pt x="4107" y="6853"/>
                </a:lnTo>
                <a:cubicBezTo>
                  <a:pt x="4107" y="6853"/>
                  <a:pt x="4168" y="6914"/>
                  <a:pt x="4199" y="6946"/>
                </a:cubicBezTo>
                <a:lnTo>
                  <a:pt x="4199" y="6946"/>
                </a:lnTo>
                <a:cubicBezTo>
                  <a:pt x="4199" y="6977"/>
                  <a:pt x="4230" y="7007"/>
                  <a:pt x="4261" y="7007"/>
                </a:cubicBezTo>
                <a:lnTo>
                  <a:pt x="4261" y="7007"/>
                </a:lnTo>
                <a:cubicBezTo>
                  <a:pt x="4261" y="7069"/>
                  <a:pt x="4415" y="7069"/>
                  <a:pt x="4446" y="7100"/>
                </a:cubicBezTo>
                <a:cubicBezTo>
                  <a:pt x="4477" y="7131"/>
                  <a:pt x="4477" y="7131"/>
                  <a:pt x="4508" y="7131"/>
                </a:cubicBezTo>
                <a:cubicBezTo>
                  <a:pt x="4538" y="7131"/>
                  <a:pt x="4600" y="7161"/>
                  <a:pt x="4600" y="7161"/>
                </a:cubicBezTo>
                <a:lnTo>
                  <a:pt x="4631" y="7161"/>
                </a:lnTo>
                <a:cubicBezTo>
                  <a:pt x="4662" y="7193"/>
                  <a:pt x="4662" y="7161"/>
                  <a:pt x="4662" y="7131"/>
                </a:cubicBezTo>
                <a:lnTo>
                  <a:pt x="4693" y="7131"/>
                </a:lnTo>
                <a:cubicBezTo>
                  <a:pt x="4724" y="7161"/>
                  <a:pt x="4724" y="7161"/>
                  <a:pt x="4724" y="7193"/>
                </a:cubicBezTo>
                <a:lnTo>
                  <a:pt x="4693" y="7193"/>
                </a:lnTo>
                <a:lnTo>
                  <a:pt x="4693" y="7193"/>
                </a:lnTo>
                <a:cubicBezTo>
                  <a:pt x="4662" y="7193"/>
                  <a:pt x="4693" y="7193"/>
                  <a:pt x="4693" y="7193"/>
                </a:cubicBezTo>
                <a:cubicBezTo>
                  <a:pt x="4693" y="7224"/>
                  <a:pt x="4724" y="7254"/>
                  <a:pt x="4724" y="7254"/>
                </a:cubicBezTo>
                <a:lnTo>
                  <a:pt x="4755" y="7284"/>
                </a:lnTo>
                <a:cubicBezTo>
                  <a:pt x="4785" y="7346"/>
                  <a:pt x="4817" y="7346"/>
                  <a:pt x="4847" y="7377"/>
                </a:cubicBezTo>
                <a:cubicBezTo>
                  <a:pt x="4847" y="7407"/>
                  <a:pt x="4847" y="7407"/>
                  <a:pt x="4847" y="7407"/>
                </a:cubicBezTo>
                <a:lnTo>
                  <a:pt x="4847" y="7407"/>
                </a:lnTo>
                <a:cubicBezTo>
                  <a:pt x="4847" y="7407"/>
                  <a:pt x="4847" y="7407"/>
                  <a:pt x="4817" y="7407"/>
                </a:cubicBezTo>
                <a:cubicBezTo>
                  <a:pt x="4847" y="7407"/>
                  <a:pt x="4847" y="7439"/>
                  <a:pt x="4847" y="7439"/>
                </a:cubicBezTo>
                <a:lnTo>
                  <a:pt x="4847" y="7439"/>
                </a:lnTo>
                <a:cubicBezTo>
                  <a:pt x="4847" y="7470"/>
                  <a:pt x="4817" y="7470"/>
                  <a:pt x="4847" y="7500"/>
                </a:cubicBezTo>
                <a:lnTo>
                  <a:pt x="4847" y="7500"/>
                </a:lnTo>
                <a:lnTo>
                  <a:pt x="4847" y="7500"/>
                </a:lnTo>
                <a:lnTo>
                  <a:pt x="4847" y="7500"/>
                </a:lnTo>
                <a:lnTo>
                  <a:pt x="4847" y="7500"/>
                </a:lnTo>
                <a:lnTo>
                  <a:pt x="4847" y="7531"/>
                </a:lnTo>
                <a:lnTo>
                  <a:pt x="4847" y="7531"/>
                </a:lnTo>
                <a:lnTo>
                  <a:pt x="4847" y="7531"/>
                </a:lnTo>
                <a:lnTo>
                  <a:pt x="4847" y="7531"/>
                </a:lnTo>
                <a:lnTo>
                  <a:pt x="4847" y="7531"/>
                </a:lnTo>
                <a:cubicBezTo>
                  <a:pt x="4847" y="7531"/>
                  <a:pt x="4847" y="7531"/>
                  <a:pt x="4878" y="7531"/>
                </a:cubicBezTo>
                <a:lnTo>
                  <a:pt x="4878" y="7531"/>
                </a:lnTo>
                <a:lnTo>
                  <a:pt x="4878" y="7531"/>
                </a:lnTo>
                <a:cubicBezTo>
                  <a:pt x="4878" y="7531"/>
                  <a:pt x="4878" y="7531"/>
                  <a:pt x="4878" y="7562"/>
                </a:cubicBezTo>
                <a:lnTo>
                  <a:pt x="4878" y="7562"/>
                </a:lnTo>
                <a:lnTo>
                  <a:pt x="4909" y="7562"/>
                </a:lnTo>
                <a:lnTo>
                  <a:pt x="4909" y="7562"/>
                </a:lnTo>
                <a:lnTo>
                  <a:pt x="4909" y="7562"/>
                </a:lnTo>
                <a:lnTo>
                  <a:pt x="4909" y="7562"/>
                </a:lnTo>
                <a:cubicBezTo>
                  <a:pt x="4909" y="7531"/>
                  <a:pt x="4909" y="7531"/>
                  <a:pt x="4909" y="7531"/>
                </a:cubicBezTo>
                <a:lnTo>
                  <a:pt x="4909" y="7531"/>
                </a:lnTo>
                <a:lnTo>
                  <a:pt x="4909" y="7531"/>
                </a:lnTo>
                <a:lnTo>
                  <a:pt x="4909" y="7531"/>
                </a:lnTo>
                <a:lnTo>
                  <a:pt x="4909" y="7531"/>
                </a:lnTo>
                <a:lnTo>
                  <a:pt x="4909" y="7531"/>
                </a:lnTo>
                <a:lnTo>
                  <a:pt x="4909" y="7531"/>
                </a:lnTo>
                <a:lnTo>
                  <a:pt x="4909" y="7531"/>
                </a:lnTo>
                <a:lnTo>
                  <a:pt x="4909" y="7531"/>
                </a:lnTo>
                <a:lnTo>
                  <a:pt x="4909" y="7531"/>
                </a:lnTo>
                <a:lnTo>
                  <a:pt x="4909" y="7531"/>
                </a:lnTo>
                <a:cubicBezTo>
                  <a:pt x="4909" y="7531"/>
                  <a:pt x="4909" y="7531"/>
                  <a:pt x="4878" y="7500"/>
                </a:cubicBezTo>
                <a:cubicBezTo>
                  <a:pt x="4878" y="7500"/>
                  <a:pt x="4878" y="7500"/>
                  <a:pt x="4878" y="7470"/>
                </a:cubicBezTo>
                <a:cubicBezTo>
                  <a:pt x="4909" y="7500"/>
                  <a:pt x="4940" y="7531"/>
                  <a:pt x="4909" y="7531"/>
                </a:cubicBezTo>
                <a:cubicBezTo>
                  <a:pt x="4940" y="7531"/>
                  <a:pt x="4940" y="7531"/>
                  <a:pt x="4940" y="7562"/>
                </a:cubicBezTo>
                <a:lnTo>
                  <a:pt x="4971" y="7562"/>
                </a:lnTo>
                <a:cubicBezTo>
                  <a:pt x="5032" y="7562"/>
                  <a:pt x="5032" y="7624"/>
                  <a:pt x="5032" y="7654"/>
                </a:cubicBezTo>
                <a:lnTo>
                  <a:pt x="5032" y="7654"/>
                </a:lnTo>
                <a:cubicBezTo>
                  <a:pt x="5032" y="7654"/>
                  <a:pt x="5032" y="7654"/>
                  <a:pt x="5032" y="7686"/>
                </a:cubicBez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lnTo>
                  <a:pt x="5064" y="7686"/>
                </a:lnTo>
                <a:cubicBezTo>
                  <a:pt x="5064" y="7654"/>
                  <a:pt x="5064" y="7654"/>
                  <a:pt x="5064" y="7654"/>
                </a:cubicBez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lnTo>
                  <a:pt x="5064" y="7654"/>
                </a:lnTo>
                <a:cubicBezTo>
                  <a:pt x="5064" y="7654"/>
                  <a:pt x="5064" y="7654"/>
                  <a:pt x="5094" y="7654"/>
                </a:cubicBezTo>
                <a:lnTo>
                  <a:pt x="5094" y="7654"/>
                </a:lnTo>
                <a:cubicBezTo>
                  <a:pt x="5094" y="7654"/>
                  <a:pt x="5094" y="7654"/>
                  <a:pt x="5064" y="7654"/>
                </a:cubicBezTo>
                <a:cubicBezTo>
                  <a:pt x="5064" y="7686"/>
                  <a:pt x="5064" y="7686"/>
                  <a:pt x="5094" y="7686"/>
                </a:cubicBezTo>
                <a:cubicBezTo>
                  <a:pt x="5094" y="7716"/>
                  <a:pt x="5094" y="7716"/>
                  <a:pt x="5094" y="7716"/>
                </a:cubicBezTo>
                <a:lnTo>
                  <a:pt x="5094" y="7716"/>
                </a:lnTo>
                <a:lnTo>
                  <a:pt x="5094" y="7716"/>
                </a:lnTo>
                <a:lnTo>
                  <a:pt x="5094" y="7716"/>
                </a:lnTo>
                <a:lnTo>
                  <a:pt x="5094" y="7716"/>
                </a:lnTo>
                <a:lnTo>
                  <a:pt x="5094" y="7716"/>
                </a:lnTo>
                <a:lnTo>
                  <a:pt x="5156" y="7686"/>
                </a:lnTo>
                <a:cubicBezTo>
                  <a:pt x="5156" y="7716"/>
                  <a:pt x="5156" y="7686"/>
                  <a:pt x="5156" y="7686"/>
                </a:cubicBezTo>
                <a:cubicBezTo>
                  <a:pt x="5156" y="7716"/>
                  <a:pt x="5187" y="7716"/>
                  <a:pt x="5187" y="7716"/>
                </a:cubicBezTo>
                <a:lnTo>
                  <a:pt x="5218" y="7716"/>
                </a:lnTo>
                <a:lnTo>
                  <a:pt x="5218" y="7716"/>
                </a:lnTo>
                <a:lnTo>
                  <a:pt x="5218" y="7747"/>
                </a:lnTo>
                <a:cubicBezTo>
                  <a:pt x="5218" y="7747"/>
                  <a:pt x="5218" y="7778"/>
                  <a:pt x="5249" y="7778"/>
                </a:cubicBezTo>
                <a:cubicBezTo>
                  <a:pt x="5279" y="7778"/>
                  <a:pt x="5249" y="7778"/>
                  <a:pt x="5249" y="7747"/>
                </a:cubicBezTo>
                <a:cubicBezTo>
                  <a:pt x="5279" y="7747"/>
                  <a:pt x="5249" y="7747"/>
                  <a:pt x="5249" y="7747"/>
                </a:cubicBezTo>
                <a:cubicBezTo>
                  <a:pt x="5279" y="7747"/>
                  <a:pt x="5279" y="7747"/>
                  <a:pt x="5279" y="7747"/>
                </a:cubicBezTo>
                <a:cubicBezTo>
                  <a:pt x="5279" y="7747"/>
                  <a:pt x="5279" y="7778"/>
                  <a:pt x="5279" y="7809"/>
                </a:cubicBezTo>
                <a:lnTo>
                  <a:pt x="5279" y="7809"/>
                </a:lnTo>
                <a:cubicBezTo>
                  <a:pt x="5311" y="7840"/>
                  <a:pt x="5341" y="7809"/>
                  <a:pt x="5341" y="7809"/>
                </a:cubicBezTo>
                <a:cubicBezTo>
                  <a:pt x="5341" y="7809"/>
                  <a:pt x="5403" y="7809"/>
                  <a:pt x="5372" y="7778"/>
                </a:cubicBezTo>
                <a:lnTo>
                  <a:pt x="5341" y="7747"/>
                </a:lnTo>
                <a:cubicBezTo>
                  <a:pt x="5311" y="7716"/>
                  <a:pt x="5403" y="7686"/>
                  <a:pt x="5403" y="7654"/>
                </a:cubicBezTo>
                <a:cubicBezTo>
                  <a:pt x="5403" y="7654"/>
                  <a:pt x="5403" y="7624"/>
                  <a:pt x="5434" y="7624"/>
                </a:cubicBezTo>
                <a:lnTo>
                  <a:pt x="5465" y="7624"/>
                </a:lnTo>
                <a:cubicBezTo>
                  <a:pt x="5465" y="7624"/>
                  <a:pt x="5495" y="7624"/>
                  <a:pt x="5495" y="7654"/>
                </a:cubicBezTo>
                <a:cubicBezTo>
                  <a:pt x="5526" y="7686"/>
                  <a:pt x="5526" y="7686"/>
                  <a:pt x="5526" y="7686"/>
                </a:cubicBezTo>
                <a:cubicBezTo>
                  <a:pt x="5558" y="7686"/>
                  <a:pt x="5526" y="7686"/>
                  <a:pt x="5526" y="7686"/>
                </a:cubicBezTo>
                <a:cubicBezTo>
                  <a:pt x="5558" y="7686"/>
                  <a:pt x="5526" y="7686"/>
                  <a:pt x="5558" y="7686"/>
                </a:cubicBezTo>
                <a:lnTo>
                  <a:pt x="5558" y="7686"/>
                </a:lnTo>
                <a:lnTo>
                  <a:pt x="5558" y="7686"/>
                </a:lnTo>
                <a:cubicBezTo>
                  <a:pt x="5558" y="7686"/>
                  <a:pt x="5558" y="7686"/>
                  <a:pt x="5588" y="7716"/>
                </a:cubicBezTo>
                <a:cubicBezTo>
                  <a:pt x="5558" y="7686"/>
                  <a:pt x="5558" y="7686"/>
                  <a:pt x="5558" y="7686"/>
                </a:cubicBezTo>
                <a:lnTo>
                  <a:pt x="5558" y="7716"/>
                </a:lnTo>
                <a:cubicBezTo>
                  <a:pt x="5558" y="7716"/>
                  <a:pt x="5558" y="7716"/>
                  <a:pt x="5526" y="7716"/>
                </a:cubicBezTo>
                <a:cubicBezTo>
                  <a:pt x="5526" y="7716"/>
                  <a:pt x="5558" y="7809"/>
                  <a:pt x="5588" y="7809"/>
                </a:cubicBezTo>
                <a:lnTo>
                  <a:pt x="5588" y="7809"/>
                </a:lnTo>
                <a:lnTo>
                  <a:pt x="5588" y="7840"/>
                </a:lnTo>
                <a:cubicBezTo>
                  <a:pt x="5619" y="7840"/>
                  <a:pt x="5588" y="7840"/>
                  <a:pt x="5588" y="7871"/>
                </a:cubicBezTo>
                <a:cubicBezTo>
                  <a:pt x="5588" y="7840"/>
                  <a:pt x="5619" y="7871"/>
                  <a:pt x="5619" y="7871"/>
                </a:cubicBezTo>
                <a:cubicBezTo>
                  <a:pt x="5619" y="7901"/>
                  <a:pt x="5619" y="7933"/>
                  <a:pt x="5619" y="7933"/>
                </a:cubicBezTo>
                <a:cubicBezTo>
                  <a:pt x="5619" y="7933"/>
                  <a:pt x="5650" y="7963"/>
                  <a:pt x="5619" y="7994"/>
                </a:cubicBezTo>
                <a:lnTo>
                  <a:pt x="5619" y="7994"/>
                </a:lnTo>
                <a:lnTo>
                  <a:pt x="5619" y="8025"/>
                </a:lnTo>
                <a:lnTo>
                  <a:pt x="5619" y="8087"/>
                </a:lnTo>
                <a:lnTo>
                  <a:pt x="5619" y="8148"/>
                </a:lnTo>
                <a:cubicBezTo>
                  <a:pt x="5619" y="8118"/>
                  <a:pt x="5588" y="8179"/>
                  <a:pt x="5619" y="8179"/>
                </a:cubicBezTo>
                <a:lnTo>
                  <a:pt x="5619" y="8148"/>
                </a:lnTo>
                <a:cubicBezTo>
                  <a:pt x="5650" y="8179"/>
                  <a:pt x="5619" y="8179"/>
                  <a:pt x="5619" y="8179"/>
                </a:cubicBezTo>
                <a:lnTo>
                  <a:pt x="5650" y="8179"/>
                </a:lnTo>
                <a:lnTo>
                  <a:pt x="5619" y="8210"/>
                </a:lnTo>
                <a:lnTo>
                  <a:pt x="5650" y="8210"/>
                </a:lnTo>
                <a:cubicBezTo>
                  <a:pt x="5619" y="8210"/>
                  <a:pt x="5619" y="8210"/>
                  <a:pt x="5619" y="8241"/>
                </a:cubicBezTo>
                <a:lnTo>
                  <a:pt x="5619" y="8241"/>
                </a:lnTo>
                <a:lnTo>
                  <a:pt x="5619" y="8241"/>
                </a:lnTo>
                <a:lnTo>
                  <a:pt x="5588" y="8272"/>
                </a:lnTo>
                <a:lnTo>
                  <a:pt x="5588" y="8303"/>
                </a:lnTo>
                <a:lnTo>
                  <a:pt x="5588" y="8303"/>
                </a:lnTo>
                <a:lnTo>
                  <a:pt x="5588" y="8303"/>
                </a:lnTo>
                <a:cubicBezTo>
                  <a:pt x="5558" y="8303"/>
                  <a:pt x="5558" y="8334"/>
                  <a:pt x="5558" y="8334"/>
                </a:cubicBezTo>
                <a:lnTo>
                  <a:pt x="5495" y="8334"/>
                </a:lnTo>
                <a:cubicBezTo>
                  <a:pt x="5495" y="8364"/>
                  <a:pt x="5495" y="8427"/>
                  <a:pt x="5495" y="8427"/>
                </a:cubicBezTo>
                <a:cubicBezTo>
                  <a:pt x="5465" y="8427"/>
                  <a:pt x="5434" y="8427"/>
                  <a:pt x="5465" y="8457"/>
                </a:cubicBezTo>
                <a:lnTo>
                  <a:pt x="5465" y="8457"/>
                </a:lnTo>
                <a:lnTo>
                  <a:pt x="5465" y="8488"/>
                </a:lnTo>
                <a:cubicBezTo>
                  <a:pt x="5434" y="8457"/>
                  <a:pt x="5403" y="8488"/>
                  <a:pt x="5403" y="8519"/>
                </a:cubicBezTo>
                <a:cubicBezTo>
                  <a:pt x="5372" y="8488"/>
                  <a:pt x="5341" y="8519"/>
                  <a:pt x="5341" y="8581"/>
                </a:cubicBezTo>
                <a:cubicBezTo>
                  <a:pt x="5372" y="8611"/>
                  <a:pt x="5279" y="8642"/>
                  <a:pt x="5341" y="8674"/>
                </a:cubicBezTo>
                <a:cubicBezTo>
                  <a:pt x="5311" y="8674"/>
                  <a:pt x="5311" y="8674"/>
                  <a:pt x="5311" y="8674"/>
                </a:cubicBezTo>
                <a:cubicBezTo>
                  <a:pt x="5279" y="8704"/>
                  <a:pt x="5311" y="8704"/>
                  <a:pt x="5279" y="8704"/>
                </a:cubicBezTo>
                <a:cubicBezTo>
                  <a:pt x="5249" y="8704"/>
                  <a:pt x="5279" y="8735"/>
                  <a:pt x="5279" y="8766"/>
                </a:cubicBezTo>
                <a:cubicBezTo>
                  <a:pt x="5279" y="8766"/>
                  <a:pt x="5279" y="8797"/>
                  <a:pt x="5279" y="8828"/>
                </a:cubicBezTo>
                <a:cubicBezTo>
                  <a:pt x="5279" y="8828"/>
                  <a:pt x="5279" y="8858"/>
                  <a:pt x="5249" y="8858"/>
                </a:cubicBezTo>
                <a:cubicBezTo>
                  <a:pt x="5279" y="8858"/>
                  <a:pt x="5311" y="8889"/>
                  <a:pt x="5341" y="8921"/>
                </a:cubicBezTo>
                <a:cubicBezTo>
                  <a:pt x="5341" y="8921"/>
                  <a:pt x="5341" y="8858"/>
                  <a:pt x="5372" y="8858"/>
                </a:cubicBezTo>
                <a:cubicBezTo>
                  <a:pt x="5341" y="8889"/>
                  <a:pt x="5341" y="8858"/>
                  <a:pt x="5372" y="8889"/>
                </a:cubicBezTo>
                <a:lnTo>
                  <a:pt x="5341" y="8889"/>
                </a:lnTo>
                <a:cubicBezTo>
                  <a:pt x="5372" y="8921"/>
                  <a:pt x="5372" y="8828"/>
                  <a:pt x="5372" y="8828"/>
                </a:cubicBezTo>
                <a:cubicBezTo>
                  <a:pt x="5372" y="8858"/>
                  <a:pt x="5372" y="8889"/>
                  <a:pt x="5372" y="8921"/>
                </a:cubicBezTo>
                <a:cubicBezTo>
                  <a:pt x="5372" y="8951"/>
                  <a:pt x="5372" y="8951"/>
                  <a:pt x="5341" y="8951"/>
                </a:cubicBezTo>
                <a:lnTo>
                  <a:pt x="5341" y="8982"/>
                </a:lnTo>
                <a:cubicBezTo>
                  <a:pt x="5311" y="8982"/>
                  <a:pt x="5341" y="8982"/>
                  <a:pt x="5341" y="8982"/>
                </a:cubicBezTo>
                <a:lnTo>
                  <a:pt x="5341" y="8982"/>
                </a:lnTo>
                <a:cubicBezTo>
                  <a:pt x="5311" y="9012"/>
                  <a:pt x="5279" y="9012"/>
                  <a:pt x="5249" y="9044"/>
                </a:cubicBezTo>
                <a:cubicBezTo>
                  <a:pt x="5249" y="9105"/>
                  <a:pt x="5218" y="9105"/>
                  <a:pt x="5249" y="9168"/>
                </a:cubicBezTo>
                <a:cubicBezTo>
                  <a:pt x="5249" y="9168"/>
                  <a:pt x="5249" y="9168"/>
                  <a:pt x="5249" y="9198"/>
                </a:cubicBezTo>
                <a:cubicBezTo>
                  <a:pt x="5279" y="9198"/>
                  <a:pt x="5279" y="9229"/>
                  <a:pt x="5279" y="9259"/>
                </a:cubicBezTo>
                <a:cubicBezTo>
                  <a:pt x="5279" y="9259"/>
                  <a:pt x="5218" y="9259"/>
                  <a:pt x="5279" y="9291"/>
                </a:cubicBezTo>
                <a:cubicBezTo>
                  <a:pt x="5311" y="9322"/>
                  <a:pt x="5341" y="9352"/>
                  <a:pt x="5372" y="9383"/>
                </a:cubicBezTo>
                <a:cubicBezTo>
                  <a:pt x="5434" y="9415"/>
                  <a:pt x="5403" y="9445"/>
                  <a:pt x="5465" y="9476"/>
                </a:cubicBezTo>
                <a:cubicBezTo>
                  <a:pt x="5465" y="9506"/>
                  <a:pt x="5526" y="9599"/>
                  <a:pt x="5526" y="9630"/>
                </a:cubicBezTo>
                <a:cubicBezTo>
                  <a:pt x="5558" y="9630"/>
                  <a:pt x="5588" y="9723"/>
                  <a:pt x="5588" y="9753"/>
                </a:cubicBezTo>
                <a:cubicBezTo>
                  <a:pt x="5588" y="9753"/>
                  <a:pt x="5619" y="9846"/>
                  <a:pt x="5650" y="9846"/>
                </a:cubicBezTo>
                <a:cubicBezTo>
                  <a:pt x="5681" y="9877"/>
                  <a:pt x="5805" y="10186"/>
                  <a:pt x="5835" y="10217"/>
                </a:cubicBezTo>
                <a:cubicBezTo>
                  <a:pt x="5835" y="10247"/>
                  <a:pt x="5897" y="10247"/>
                  <a:pt x="5897" y="10279"/>
                </a:cubicBezTo>
                <a:cubicBezTo>
                  <a:pt x="5897" y="10309"/>
                  <a:pt x="5928" y="10309"/>
                  <a:pt x="5959" y="10309"/>
                </a:cubicBezTo>
                <a:cubicBezTo>
                  <a:pt x="5989" y="10340"/>
                  <a:pt x="6020" y="10371"/>
                  <a:pt x="6052" y="10402"/>
                </a:cubicBezTo>
                <a:cubicBezTo>
                  <a:pt x="6082" y="10402"/>
                  <a:pt x="6299" y="10494"/>
                  <a:pt x="6299" y="10526"/>
                </a:cubicBezTo>
                <a:cubicBezTo>
                  <a:pt x="6299" y="10556"/>
                  <a:pt x="6483" y="10865"/>
                  <a:pt x="6453" y="10896"/>
                </a:cubicBezTo>
                <a:cubicBezTo>
                  <a:pt x="6453" y="10927"/>
                  <a:pt x="6483" y="10957"/>
                  <a:pt x="6483" y="11020"/>
                </a:cubicBezTo>
                <a:cubicBezTo>
                  <a:pt x="6483" y="11050"/>
                  <a:pt x="6483" y="11081"/>
                  <a:pt x="6483" y="11112"/>
                </a:cubicBezTo>
                <a:cubicBezTo>
                  <a:pt x="6483" y="11143"/>
                  <a:pt x="6483" y="11204"/>
                  <a:pt x="6483" y="11235"/>
                </a:cubicBezTo>
                <a:cubicBezTo>
                  <a:pt x="6483" y="11267"/>
                  <a:pt x="6483" y="11328"/>
                  <a:pt x="6483" y="11359"/>
                </a:cubicBezTo>
                <a:cubicBezTo>
                  <a:pt x="6514" y="11390"/>
                  <a:pt x="6483" y="11544"/>
                  <a:pt x="6514" y="11575"/>
                </a:cubicBezTo>
                <a:lnTo>
                  <a:pt x="6483" y="11637"/>
                </a:lnTo>
                <a:cubicBezTo>
                  <a:pt x="6483" y="11668"/>
                  <a:pt x="6546" y="12069"/>
                  <a:pt x="6546" y="12099"/>
                </a:cubicBezTo>
                <a:lnTo>
                  <a:pt x="6576" y="12192"/>
                </a:lnTo>
                <a:cubicBezTo>
                  <a:pt x="6576" y="12223"/>
                  <a:pt x="6576" y="12223"/>
                  <a:pt x="6576" y="12254"/>
                </a:cubicBezTo>
                <a:cubicBezTo>
                  <a:pt x="6576" y="12285"/>
                  <a:pt x="6576" y="12316"/>
                  <a:pt x="6576" y="12316"/>
                </a:cubicBezTo>
                <a:lnTo>
                  <a:pt x="6576" y="12346"/>
                </a:lnTo>
                <a:cubicBezTo>
                  <a:pt x="6576" y="12409"/>
                  <a:pt x="6546" y="12625"/>
                  <a:pt x="6546" y="12625"/>
                </a:cubicBezTo>
                <a:lnTo>
                  <a:pt x="6546" y="12655"/>
                </a:lnTo>
                <a:cubicBezTo>
                  <a:pt x="6546" y="12717"/>
                  <a:pt x="6607" y="12902"/>
                  <a:pt x="6607" y="12902"/>
                </a:cubicBezTo>
                <a:cubicBezTo>
                  <a:pt x="6607" y="12902"/>
                  <a:pt x="6637" y="12902"/>
                  <a:pt x="6637" y="12933"/>
                </a:cubicBezTo>
                <a:lnTo>
                  <a:pt x="6607" y="13057"/>
                </a:lnTo>
                <a:cubicBezTo>
                  <a:pt x="6637" y="13087"/>
                  <a:pt x="6669" y="13180"/>
                  <a:pt x="6700" y="13180"/>
                </a:cubicBezTo>
                <a:cubicBezTo>
                  <a:pt x="6700" y="13180"/>
                  <a:pt x="6761" y="13211"/>
                  <a:pt x="6761" y="13242"/>
                </a:cubicBezTo>
                <a:cubicBezTo>
                  <a:pt x="6793" y="13242"/>
                  <a:pt x="6793" y="13273"/>
                  <a:pt x="6793" y="13273"/>
                </a:cubicBezTo>
                <a:cubicBezTo>
                  <a:pt x="6793" y="13273"/>
                  <a:pt x="6823" y="13334"/>
                  <a:pt x="6793" y="13334"/>
                </a:cubicBezTo>
                <a:lnTo>
                  <a:pt x="6823" y="13396"/>
                </a:lnTo>
                <a:lnTo>
                  <a:pt x="6823" y="13396"/>
                </a:lnTo>
                <a:cubicBezTo>
                  <a:pt x="6823" y="13427"/>
                  <a:pt x="6823" y="13427"/>
                  <a:pt x="6823" y="13427"/>
                </a:cubicBezTo>
                <a:cubicBezTo>
                  <a:pt x="6823" y="13427"/>
                  <a:pt x="6823" y="13427"/>
                  <a:pt x="6823" y="13458"/>
                </a:cubicBezTo>
                <a:lnTo>
                  <a:pt x="6823" y="13458"/>
                </a:lnTo>
                <a:lnTo>
                  <a:pt x="6884" y="13489"/>
                </a:lnTo>
                <a:lnTo>
                  <a:pt x="6884" y="13520"/>
                </a:lnTo>
                <a:lnTo>
                  <a:pt x="6854" y="13550"/>
                </a:lnTo>
                <a:lnTo>
                  <a:pt x="6854" y="13581"/>
                </a:lnTo>
                <a:lnTo>
                  <a:pt x="6916" y="13581"/>
                </a:lnTo>
                <a:lnTo>
                  <a:pt x="6854" y="13581"/>
                </a:lnTo>
                <a:cubicBezTo>
                  <a:pt x="6854" y="13581"/>
                  <a:pt x="6854" y="13581"/>
                  <a:pt x="6854" y="13613"/>
                </a:cubicBezTo>
                <a:lnTo>
                  <a:pt x="6884" y="13613"/>
                </a:lnTo>
                <a:lnTo>
                  <a:pt x="6884" y="13613"/>
                </a:lnTo>
                <a:lnTo>
                  <a:pt x="6884" y="13613"/>
                </a:lnTo>
                <a:cubicBezTo>
                  <a:pt x="6884" y="13613"/>
                  <a:pt x="6854" y="13705"/>
                  <a:pt x="6884" y="13674"/>
                </a:cubicBezTo>
                <a:lnTo>
                  <a:pt x="6884" y="13674"/>
                </a:lnTo>
                <a:lnTo>
                  <a:pt x="6884" y="13643"/>
                </a:lnTo>
                <a:cubicBezTo>
                  <a:pt x="6884" y="13643"/>
                  <a:pt x="6884" y="13643"/>
                  <a:pt x="6884" y="13674"/>
                </a:cubicBezTo>
                <a:lnTo>
                  <a:pt x="6884" y="13674"/>
                </a:lnTo>
                <a:cubicBezTo>
                  <a:pt x="6884" y="13705"/>
                  <a:pt x="6884" y="13674"/>
                  <a:pt x="6884" y="13705"/>
                </a:cubicBezTo>
                <a:cubicBezTo>
                  <a:pt x="6884" y="13705"/>
                  <a:pt x="6884" y="13705"/>
                  <a:pt x="6854" y="13705"/>
                </a:cubicBezTo>
                <a:cubicBezTo>
                  <a:pt x="6884" y="13705"/>
                  <a:pt x="6854" y="13643"/>
                  <a:pt x="6854" y="13674"/>
                </a:cubicBezTo>
                <a:lnTo>
                  <a:pt x="6854" y="13674"/>
                </a:lnTo>
                <a:lnTo>
                  <a:pt x="6854" y="13674"/>
                </a:lnTo>
                <a:lnTo>
                  <a:pt x="6823" y="13674"/>
                </a:lnTo>
                <a:lnTo>
                  <a:pt x="6823" y="13674"/>
                </a:lnTo>
                <a:cubicBezTo>
                  <a:pt x="6793" y="13674"/>
                  <a:pt x="6793" y="13674"/>
                  <a:pt x="6793" y="13674"/>
                </a:cubicBezTo>
                <a:lnTo>
                  <a:pt x="6823" y="13674"/>
                </a:lnTo>
                <a:lnTo>
                  <a:pt x="6823" y="13674"/>
                </a:lnTo>
                <a:cubicBezTo>
                  <a:pt x="6823" y="13674"/>
                  <a:pt x="6854" y="13643"/>
                  <a:pt x="6823" y="13643"/>
                </a:cubicBezTo>
                <a:cubicBezTo>
                  <a:pt x="6823" y="13643"/>
                  <a:pt x="6823" y="13643"/>
                  <a:pt x="6823" y="13674"/>
                </a:cubicBezTo>
                <a:cubicBezTo>
                  <a:pt x="6823" y="13643"/>
                  <a:pt x="6823" y="13643"/>
                  <a:pt x="6823" y="13643"/>
                </a:cubicBezTo>
                <a:lnTo>
                  <a:pt x="6793" y="13613"/>
                </a:lnTo>
                <a:cubicBezTo>
                  <a:pt x="6793" y="13643"/>
                  <a:pt x="6793" y="13643"/>
                  <a:pt x="6793" y="13643"/>
                </a:cubicBezTo>
                <a:cubicBezTo>
                  <a:pt x="6793" y="13643"/>
                  <a:pt x="6730" y="13613"/>
                  <a:pt x="6761" y="13643"/>
                </a:cubicBezTo>
                <a:lnTo>
                  <a:pt x="6730" y="13643"/>
                </a:lnTo>
                <a:cubicBezTo>
                  <a:pt x="6730" y="13643"/>
                  <a:pt x="6761" y="13643"/>
                  <a:pt x="6730" y="13643"/>
                </a:cubicBezTo>
                <a:cubicBezTo>
                  <a:pt x="6761" y="13643"/>
                  <a:pt x="6761" y="13643"/>
                  <a:pt x="6761" y="13643"/>
                </a:cubicBezTo>
                <a:lnTo>
                  <a:pt x="6761" y="13643"/>
                </a:lnTo>
                <a:lnTo>
                  <a:pt x="6761" y="13674"/>
                </a:lnTo>
                <a:lnTo>
                  <a:pt x="6761" y="13674"/>
                </a:lnTo>
                <a:lnTo>
                  <a:pt x="6761" y="13674"/>
                </a:lnTo>
                <a:lnTo>
                  <a:pt x="6761" y="13674"/>
                </a:lnTo>
                <a:cubicBezTo>
                  <a:pt x="6730" y="13674"/>
                  <a:pt x="6761" y="13674"/>
                  <a:pt x="6761" y="13674"/>
                </a:cubicBezTo>
                <a:cubicBezTo>
                  <a:pt x="6761" y="13674"/>
                  <a:pt x="6761" y="13674"/>
                  <a:pt x="6730" y="13674"/>
                </a:cubicBezTo>
                <a:cubicBezTo>
                  <a:pt x="6730" y="13674"/>
                  <a:pt x="6730" y="13674"/>
                  <a:pt x="6761" y="13674"/>
                </a:cubicBezTo>
                <a:cubicBezTo>
                  <a:pt x="6730" y="13674"/>
                  <a:pt x="6730" y="13705"/>
                  <a:pt x="6730" y="13705"/>
                </a:cubicBezTo>
                <a:cubicBezTo>
                  <a:pt x="6700" y="13736"/>
                  <a:pt x="6761" y="13767"/>
                  <a:pt x="6761" y="13736"/>
                </a:cubicBezTo>
                <a:lnTo>
                  <a:pt x="6730" y="13736"/>
                </a:lnTo>
                <a:cubicBezTo>
                  <a:pt x="6730" y="13705"/>
                  <a:pt x="6730" y="13736"/>
                  <a:pt x="6730" y="13736"/>
                </a:cubicBezTo>
                <a:cubicBezTo>
                  <a:pt x="6730" y="13705"/>
                  <a:pt x="6761" y="13705"/>
                  <a:pt x="6761" y="13705"/>
                </a:cubicBezTo>
                <a:cubicBezTo>
                  <a:pt x="6761" y="13705"/>
                  <a:pt x="6761" y="13705"/>
                  <a:pt x="6793" y="13736"/>
                </a:cubicBezTo>
                <a:lnTo>
                  <a:pt x="6823" y="13736"/>
                </a:lnTo>
                <a:cubicBezTo>
                  <a:pt x="6854" y="13736"/>
                  <a:pt x="6793" y="13736"/>
                  <a:pt x="6823" y="13736"/>
                </a:cubicBezTo>
                <a:lnTo>
                  <a:pt x="6823" y="13736"/>
                </a:lnTo>
                <a:lnTo>
                  <a:pt x="6823" y="13736"/>
                </a:lnTo>
                <a:lnTo>
                  <a:pt x="6823" y="13736"/>
                </a:lnTo>
                <a:lnTo>
                  <a:pt x="6823" y="13736"/>
                </a:lnTo>
                <a:lnTo>
                  <a:pt x="6854" y="13736"/>
                </a:lnTo>
                <a:cubicBezTo>
                  <a:pt x="6854" y="13767"/>
                  <a:pt x="6884" y="13767"/>
                  <a:pt x="6884" y="13767"/>
                </a:cubicBezTo>
                <a:lnTo>
                  <a:pt x="6884" y="13767"/>
                </a:lnTo>
                <a:lnTo>
                  <a:pt x="6884" y="13797"/>
                </a:lnTo>
                <a:cubicBezTo>
                  <a:pt x="6854" y="13767"/>
                  <a:pt x="6854" y="13797"/>
                  <a:pt x="6854" y="13797"/>
                </a:cubicBezTo>
                <a:lnTo>
                  <a:pt x="6854" y="13797"/>
                </a:lnTo>
                <a:cubicBezTo>
                  <a:pt x="6884" y="13797"/>
                  <a:pt x="6884" y="13828"/>
                  <a:pt x="6884" y="13797"/>
                </a:cubicBezTo>
                <a:cubicBezTo>
                  <a:pt x="6884" y="13828"/>
                  <a:pt x="6884" y="13828"/>
                  <a:pt x="6916" y="13828"/>
                </a:cubicBezTo>
                <a:cubicBezTo>
                  <a:pt x="6884" y="13828"/>
                  <a:pt x="6884" y="13828"/>
                  <a:pt x="6884" y="13828"/>
                </a:cubicBezTo>
                <a:lnTo>
                  <a:pt x="6884" y="13828"/>
                </a:lnTo>
                <a:lnTo>
                  <a:pt x="6884" y="13828"/>
                </a:lnTo>
                <a:lnTo>
                  <a:pt x="6884" y="13828"/>
                </a:lnTo>
                <a:lnTo>
                  <a:pt x="6884" y="13828"/>
                </a:lnTo>
                <a:lnTo>
                  <a:pt x="6854" y="13797"/>
                </a:lnTo>
                <a:cubicBezTo>
                  <a:pt x="6854" y="13828"/>
                  <a:pt x="6854" y="13828"/>
                  <a:pt x="6854" y="13828"/>
                </a:cubicBezTo>
                <a:lnTo>
                  <a:pt x="6854" y="13828"/>
                </a:lnTo>
                <a:cubicBezTo>
                  <a:pt x="6854" y="13828"/>
                  <a:pt x="6884" y="13828"/>
                  <a:pt x="6916" y="13828"/>
                </a:cubicBezTo>
                <a:cubicBezTo>
                  <a:pt x="6947" y="13828"/>
                  <a:pt x="6916" y="13828"/>
                  <a:pt x="6916" y="13797"/>
                </a:cubicBezTo>
                <a:cubicBezTo>
                  <a:pt x="6947" y="13860"/>
                  <a:pt x="6977" y="13828"/>
                  <a:pt x="6977" y="13860"/>
                </a:cubicBezTo>
                <a:cubicBezTo>
                  <a:pt x="6977" y="13860"/>
                  <a:pt x="7008" y="13890"/>
                  <a:pt x="6977" y="13860"/>
                </a:cubicBezTo>
                <a:cubicBezTo>
                  <a:pt x="7008" y="13890"/>
                  <a:pt x="6977" y="13890"/>
                  <a:pt x="6977" y="13890"/>
                </a:cubicBezTo>
                <a:cubicBezTo>
                  <a:pt x="6977" y="13890"/>
                  <a:pt x="6977" y="13860"/>
                  <a:pt x="6977" y="13890"/>
                </a:cubicBezTo>
                <a:cubicBezTo>
                  <a:pt x="6916" y="13828"/>
                  <a:pt x="6916" y="13890"/>
                  <a:pt x="6916" y="13890"/>
                </a:cubicBezTo>
                <a:cubicBezTo>
                  <a:pt x="6916" y="13890"/>
                  <a:pt x="6884" y="13860"/>
                  <a:pt x="6884" y="13890"/>
                </a:cubicBezTo>
                <a:cubicBezTo>
                  <a:pt x="6884" y="13890"/>
                  <a:pt x="6916" y="13890"/>
                  <a:pt x="6947" y="13890"/>
                </a:cubicBezTo>
                <a:cubicBezTo>
                  <a:pt x="6916" y="13890"/>
                  <a:pt x="6916" y="13890"/>
                  <a:pt x="6916" y="13890"/>
                </a:cubicBezTo>
                <a:lnTo>
                  <a:pt x="6947" y="13890"/>
                </a:lnTo>
                <a:lnTo>
                  <a:pt x="6947" y="13921"/>
                </a:lnTo>
                <a:cubicBezTo>
                  <a:pt x="6884" y="13921"/>
                  <a:pt x="6947" y="13921"/>
                  <a:pt x="6947" y="13951"/>
                </a:cubicBezTo>
                <a:lnTo>
                  <a:pt x="6916" y="13951"/>
                </a:lnTo>
                <a:cubicBezTo>
                  <a:pt x="6916" y="13951"/>
                  <a:pt x="6947" y="14014"/>
                  <a:pt x="6977" y="14014"/>
                </a:cubicBezTo>
                <a:lnTo>
                  <a:pt x="6977" y="13983"/>
                </a:lnTo>
                <a:lnTo>
                  <a:pt x="6977" y="13983"/>
                </a:lnTo>
                <a:cubicBezTo>
                  <a:pt x="6977" y="13951"/>
                  <a:pt x="6977" y="13983"/>
                  <a:pt x="6977" y="13983"/>
                </a:cubicBezTo>
                <a:lnTo>
                  <a:pt x="6977" y="13983"/>
                </a:lnTo>
                <a:lnTo>
                  <a:pt x="7008" y="14014"/>
                </a:lnTo>
                <a:lnTo>
                  <a:pt x="6977" y="13983"/>
                </a:lnTo>
                <a:cubicBezTo>
                  <a:pt x="6977" y="14014"/>
                  <a:pt x="7040" y="14014"/>
                  <a:pt x="7040" y="14044"/>
                </a:cubicBezTo>
                <a:cubicBezTo>
                  <a:pt x="7040" y="14044"/>
                  <a:pt x="7008" y="14014"/>
                  <a:pt x="7008" y="14044"/>
                </a:cubicBezTo>
                <a:cubicBezTo>
                  <a:pt x="6977" y="14014"/>
                  <a:pt x="6977" y="14044"/>
                  <a:pt x="7008" y="14044"/>
                </a:cubicBezTo>
                <a:lnTo>
                  <a:pt x="6977" y="14044"/>
                </a:lnTo>
                <a:cubicBezTo>
                  <a:pt x="6977" y="14075"/>
                  <a:pt x="7008" y="14075"/>
                  <a:pt x="7008" y="14075"/>
                </a:cubicBezTo>
                <a:cubicBezTo>
                  <a:pt x="7008" y="14044"/>
                  <a:pt x="7008" y="14044"/>
                  <a:pt x="7008" y="14044"/>
                </a:cubicBezTo>
                <a:cubicBezTo>
                  <a:pt x="7040" y="14044"/>
                  <a:pt x="7008" y="14044"/>
                  <a:pt x="7008" y="14075"/>
                </a:cubicBezTo>
                <a:lnTo>
                  <a:pt x="7040" y="14075"/>
                </a:lnTo>
                <a:cubicBezTo>
                  <a:pt x="7040" y="14075"/>
                  <a:pt x="7008" y="14075"/>
                  <a:pt x="6977" y="14075"/>
                </a:cubicBezTo>
                <a:cubicBezTo>
                  <a:pt x="7008" y="14075"/>
                  <a:pt x="7040" y="14107"/>
                  <a:pt x="7040" y="14107"/>
                </a:cubicBezTo>
                <a:lnTo>
                  <a:pt x="6977" y="14075"/>
                </a:lnTo>
                <a:cubicBezTo>
                  <a:pt x="6977" y="14107"/>
                  <a:pt x="6977" y="14107"/>
                  <a:pt x="7008" y="14107"/>
                </a:cubicBezTo>
                <a:lnTo>
                  <a:pt x="7008" y="14107"/>
                </a:lnTo>
                <a:lnTo>
                  <a:pt x="7040" y="14107"/>
                </a:lnTo>
                <a:cubicBezTo>
                  <a:pt x="7008" y="14137"/>
                  <a:pt x="7040" y="14137"/>
                  <a:pt x="7040" y="14137"/>
                </a:cubicBezTo>
                <a:lnTo>
                  <a:pt x="7040" y="14137"/>
                </a:lnTo>
                <a:cubicBezTo>
                  <a:pt x="7040" y="14137"/>
                  <a:pt x="7008" y="14137"/>
                  <a:pt x="7040" y="14137"/>
                </a:cubicBezTo>
                <a:cubicBezTo>
                  <a:pt x="7040" y="14137"/>
                  <a:pt x="7040" y="14137"/>
                  <a:pt x="7040" y="14168"/>
                </a:cubicBezTo>
                <a:cubicBezTo>
                  <a:pt x="7070" y="14198"/>
                  <a:pt x="7070" y="14107"/>
                  <a:pt x="7070" y="14107"/>
                </a:cubicBezTo>
                <a:cubicBezTo>
                  <a:pt x="7070" y="14137"/>
                  <a:pt x="7101" y="14137"/>
                  <a:pt x="7101" y="14137"/>
                </a:cubicBezTo>
                <a:lnTo>
                  <a:pt x="7070" y="14137"/>
                </a:lnTo>
                <a:lnTo>
                  <a:pt x="7070" y="14168"/>
                </a:lnTo>
                <a:lnTo>
                  <a:pt x="7070" y="14168"/>
                </a:lnTo>
                <a:lnTo>
                  <a:pt x="7070" y="14168"/>
                </a:lnTo>
                <a:cubicBezTo>
                  <a:pt x="7040" y="14168"/>
                  <a:pt x="7070" y="14168"/>
                  <a:pt x="7070" y="14168"/>
                </a:cubicBezTo>
                <a:cubicBezTo>
                  <a:pt x="7070" y="14198"/>
                  <a:pt x="7070" y="14198"/>
                  <a:pt x="7070" y="14198"/>
                </a:cubicBezTo>
                <a:lnTo>
                  <a:pt x="7070" y="14198"/>
                </a:lnTo>
                <a:lnTo>
                  <a:pt x="7101" y="14198"/>
                </a:lnTo>
                <a:lnTo>
                  <a:pt x="7101" y="14198"/>
                </a:lnTo>
                <a:lnTo>
                  <a:pt x="7101" y="14198"/>
                </a:lnTo>
                <a:lnTo>
                  <a:pt x="7101" y="14198"/>
                </a:lnTo>
                <a:lnTo>
                  <a:pt x="7131" y="14230"/>
                </a:lnTo>
                <a:lnTo>
                  <a:pt x="7101" y="14230"/>
                </a:lnTo>
                <a:lnTo>
                  <a:pt x="7131" y="14261"/>
                </a:lnTo>
                <a:lnTo>
                  <a:pt x="7163" y="14261"/>
                </a:lnTo>
                <a:lnTo>
                  <a:pt x="7163" y="14261"/>
                </a:lnTo>
                <a:lnTo>
                  <a:pt x="7194" y="14291"/>
                </a:lnTo>
                <a:cubicBezTo>
                  <a:pt x="7194" y="14291"/>
                  <a:pt x="7194" y="14291"/>
                  <a:pt x="7194" y="14261"/>
                </a:cubicBezTo>
                <a:cubicBezTo>
                  <a:pt x="7224" y="14261"/>
                  <a:pt x="7194" y="14291"/>
                  <a:pt x="7163" y="14230"/>
                </a:cubicBezTo>
                <a:cubicBezTo>
                  <a:pt x="7163" y="14261"/>
                  <a:pt x="7194" y="14230"/>
                  <a:pt x="7194" y="14230"/>
                </a:cubicBezTo>
                <a:lnTo>
                  <a:pt x="7163" y="14230"/>
                </a:lnTo>
                <a:cubicBezTo>
                  <a:pt x="7194" y="14230"/>
                  <a:pt x="7255" y="14261"/>
                  <a:pt x="7224" y="14261"/>
                </a:cubicBezTo>
                <a:cubicBezTo>
                  <a:pt x="7224" y="14261"/>
                  <a:pt x="7255" y="14291"/>
                  <a:pt x="7224" y="14291"/>
                </a:cubicBezTo>
                <a:cubicBezTo>
                  <a:pt x="7255" y="14261"/>
                  <a:pt x="7286" y="14322"/>
                  <a:pt x="7286" y="14322"/>
                </a:cubicBezTo>
                <a:lnTo>
                  <a:pt x="7255" y="14322"/>
                </a:lnTo>
                <a:lnTo>
                  <a:pt x="7255" y="14322"/>
                </a:lnTo>
                <a:cubicBezTo>
                  <a:pt x="7286" y="14291"/>
                  <a:pt x="7224" y="14291"/>
                  <a:pt x="7224" y="14291"/>
                </a:cubicBezTo>
                <a:cubicBezTo>
                  <a:pt x="7224" y="14291"/>
                  <a:pt x="7224" y="14322"/>
                  <a:pt x="7224" y="14291"/>
                </a:cubicBezTo>
                <a:lnTo>
                  <a:pt x="7224" y="14291"/>
                </a:lnTo>
                <a:cubicBezTo>
                  <a:pt x="7224" y="14291"/>
                  <a:pt x="7224" y="14291"/>
                  <a:pt x="7224" y="14322"/>
                </a:cubicBezTo>
                <a:cubicBezTo>
                  <a:pt x="7224" y="14322"/>
                  <a:pt x="7224" y="14291"/>
                  <a:pt x="7224" y="14322"/>
                </a:cubicBezTo>
                <a:cubicBezTo>
                  <a:pt x="7194" y="14291"/>
                  <a:pt x="7194" y="14291"/>
                  <a:pt x="7194" y="14291"/>
                </a:cubicBezTo>
                <a:lnTo>
                  <a:pt x="7194" y="14291"/>
                </a:lnTo>
                <a:cubicBezTo>
                  <a:pt x="7194" y="14291"/>
                  <a:pt x="7194" y="14291"/>
                  <a:pt x="7163" y="14291"/>
                </a:cubicBezTo>
                <a:lnTo>
                  <a:pt x="7163" y="14291"/>
                </a:lnTo>
                <a:cubicBezTo>
                  <a:pt x="7194" y="14322"/>
                  <a:pt x="7163" y="14291"/>
                  <a:pt x="7163" y="14291"/>
                </a:cubicBezTo>
                <a:lnTo>
                  <a:pt x="7163" y="14322"/>
                </a:lnTo>
                <a:lnTo>
                  <a:pt x="7194" y="14354"/>
                </a:lnTo>
                <a:lnTo>
                  <a:pt x="7194" y="14354"/>
                </a:lnTo>
                <a:cubicBezTo>
                  <a:pt x="7224" y="14354"/>
                  <a:pt x="7224" y="14354"/>
                  <a:pt x="7224" y="14354"/>
                </a:cubicBezTo>
                <a:lnTo>
                  <a:pt x="7224" y="14322"/>
                </a:lnTo>
                <a:cubicBezTo>
                  <a:pt x="7224" y="14322"/>
                  <a:pt x="7255" y="14322"/>
                  <a:pt x="7255" y="14354"/>
                </a:cubicBezTo>
                <a:cubicBezTo>
                  <a:pt x="7224" y="14322"/>
                  <a:pt x="7224" y="14322"/>
                  <a:pt x="7224" y="14322"/>
                </a:cubicBezTo>
                <a:cubicBezTo>
                  <a:pt x="7224" y="14354"/>
                  <a:pt x="7224" y="14354"/>
                  <a:pt x="7224" y="14354"/>
                </a:cubicBezTo>
                <a:lnTo>
                  <a:pt x="7224" y="14354"/>
                </a:lnTo>
                <a:cubicBezTo>
                  <a:pt x="7224" y="14384"/>
                  <a:pt x="7224" y="14354"/>
                  <a:pt x="7194" y="14354"/>
                </a:cubicBezTo>
                <a:lnTo>
                  <a:pt x="7255" y="14384"/>
                </a:lnTo>
                <a:cubicBezTo>
                  <a:pt x="7224" y="14384"/>
                  <a:pt x="7224" y="14384"/>
                  <a:pt x="7224" y="14384"/>
                </a:cubicBezTo>
                <a:cubicBezTo>
                  <a:pt x="7224" y="14384"/>
                  <a:pt x="7255" y="14415"/>
                  <a:pt x="7255" y="14384"/>
                </a:cubicBezTo>
                <a:lnTo>
                  <a:pt x="7255" y="14384"/>
                </a:lnTo>
                <a:cubicBezTo>
                  <a:pt x="7286" y="14415"/>
                  <a:pt x="7255" y="14384"/>
                  <a:pt x="7255" y="14384"/>
                </a:cubicBezTo>
                <a:cubicBezTo>
                  <a:pt x="7255" y="14384"/>
                  <a:pt x="7286" y="14354"/>
                  <a:pt x="7255" y="14354"/>
                </a:cubicBezTo>
                <a:lnTo>
                  <a:pt x="7255" y="14354"/>
                </a:lnTo>
                <a:lnTo>
                  <a:pt x="7255" y="14354"/>
                </a:lnTo>
                <a:cubicBezTo>
                  <a:pt x="7255" y="14354"/>
                  <a:pt x="7255" y="14354"/>
                  <a:pt x="7286" y="14354"/>
                </a:cubicBezTo>
                <a:lnTo>
                  <a:pt x="7286" y="14354"/>
                </a:lnTo>
                <a:lnTo>
                  <a:pt x="7286" y="14354"/>
                </a:lnTo>
                <a:lnTo>
                  <a:pt x="7286" y="14354"/>
                </a:lnTo>
                <a:lnTo>
                  <a:pt x="7286" y="14354"/>
                </a:lnTo>
                <a:lnTo>
                  <a:pt x="7286" y="14354"/>
                </a:lnTo>
                <a:cubicBezTo>
                  <a:pt x="7317" y="14322"/>
                  <a:pt x="7348" y="14322"/>
                  <a:pt x="7378" y="14354"/>
                </a:cubicBezTo>
                <a:cubicBezTo>
                  <a:pt x="7348" y="14354"/>
                  <a:pt x="7317" y="14354"/>
                  <a:pt x="7317" y="14354"/>
                </a:cubicBezTo>
                <a:cubicBezTo>
                  <a:pt x="7317" y="14354"/>
                  <a:pt x="7317" y="14384"/>
                  <a:pt x="7286" y="14384"/>
                </a:cubicBezTo>
                <a:cubicBezTo>
                  <a:pt x="7317" y="14384"/>
                  <a:pt x="7286" y="14384"/>
                  <a:pt x="7286" y="14384"/>
                </a:cubicBezTo>
                <a:lnTo>
                  <a:pt x="7286" y="14384"/>
                </a:lnTo>
                <a:lnTo>
                  <a:pt x="7286" y="14384"/>
                </a:lnTo>
                <a:lnTo>
                  <a:pt x="7286" y="14354"/>
                </a:lnTo>
                <a:lnTo>
                  <a:pt x="7255" y="14384"/>
                </a:lnTo>
                <a:lnTo>
                  <a:pt x="7286" y="14415"/>
                </a:lnTo>
                <a:cubicBezTo>
                  <a:pt x="7286" y="14415"/>
                  <a:pt x="7317" y="14415"/>
                  <a:pt x="7286" y="14415"/>
                </a:cubicBezTo>
                <a:cubicBezTo>
                  <a:pt x="7317" y="14415"/>
                  <a:pt x="7286" y="14415"/>
                  <a:pt x="7286" y="14415"/>
                </a:cubicBezTo>
                <a:lnTo>
                  <a:pt x="7255" y="14415"/>
                </a:lnTo>
                <a:cubicBezTo>
                  <a:pt x="7255" y="14415"/>
                  <a:pt x="7286" y="14415"/>
                  <a:pt x="7317" y="14445"/>
                </a:cubicBezTo>
                <a:cubicBezTo>
                  <a:pt x="7286" y="14415"/>
                  <a:pt x="7317" y="14445"/>
                  <a:pt x="7348" y="14445"/>
                </a:cubicBezTo>
                <a:lnTo>
                  <a:pt x="7471" y="14477"/>
                </a:lnTo>
                <a:cubicBezTo>
                  <a:pt x="7441" y="14445"/>
                  <a:pt x="7441" y="14384"/>
                  <a:pt x="7441" y="14354"/>
                </a:cubicBezTo>
                <a:lnTo>
                  <a:pt x="7441" y="14354"/>
                </a:lnTo>
                <a:lnTo>
                  <a:pt x="7471" y="14354"/>
                </a:lnTo>
                <a:cubicBezTo>
                  <a:pt x="7471" y="14322"/>
                  <a:pt x="7502" y="14354"/>
                  <a:pt x="7502" y="14322"/>
                </a:cubicBezTo>
                <a:cubicBezTo>
                  <a:pt x="7533" y="14322"/>
                  <a:pt x="7502" y="14322"/>
                  <a:pt x="7533" y="14322"/>
                </a:cubicBezTo>
                <a:cubicBezTo>
                  <a:pt x="7533" y="14322"/>
                  <a:pt x="7564" y="14322"/>
                  <a:pt x="7595" y="14322"/>
                </a:cubicBezTo>
                <a:lnTo>
                  <a:pt x="7595" y="14322"/>
                </a:lnTo>
                <a:cubicBezTo>
                  <a:pt x="7625" y="14322"/>
                  <a:pt x="7564" y="14291"/>
                  <a:pt x="7564" y="14291"/>
                </a:cubicBezTo>
                <a:cubicBezTo>
                  <a:pt x="7533" y="14261"/>
                  <a:pt x="7533" y="14261"/>
                  <a:pt x="7502" y="14261"/>
                </a:cubicBezTo>
                <a:cubicBezTo>
                  <a:pt x="7533" y="14230"/>
                  <a:pt x="7502" y="14230"/>
                  <a:pt x="7471" y="14230"/>
                </a:cubicBezTo>
                <a:lnTo>
                  <a:pt x="7471" y="14230"/>
                </a:lnTo>
                <a:lnTo>
                  <a:pt x="7471" y="14230"/>
                </a:lnTo>
                <a:cubicBezTo>
                  <a:pt x="7502" y="14230"/>
                  <a:pt x="7533" y="14230"/>
                  <a:pt x="7533" y="14230"/>
                </a:cubicBezTo>
                <a:cubicBezTo>
                  <a:pt x="7533" y="14230"/>
                  <a:pt x="7471" y="14168"/>
                  <a:pt x="7471" y="14198"/>
                </a:cubicBezTo>
                <a:cubicBezTo>
                  <a:pt x="7471" y="14168"/>
                  <a:pt x="7471" y="14168"/>
                  <a:pt x="7471" y="14137"/>
                </a:cubicBezTo>
                <a:cubicBezTo>
                  <a:pt x="7471" y="14137"/>
                  <a:pt x="7471" y="14107"/>
                  <a:pt x="7502" y="14107"/>
                </a:cubicBezTo>
                <a:lnTo>
                  <a:pt x="7502" y="14075"/>
                </a:lnTo>
                <a:lnTo>
                  <a:pt x="7502" y="14075"/>
                </a:lnTo>
                <a:cubicBezTo>
                  <a:pt x="7471" y="14075"/>
                  <a:pt x="7471" y="14075"/>
                  <a:pt x="7471" y="14075"/>
                </a:cubicBezTo>
                <a:lnTo>
                  <a:pt x="7471" y="14075"/>
                </a:lnTo>
                <a:cubicBezTo>
                  <a:pt x="7471" y="14044"/>
                  <a:pt x="7471" y="14044"/>
                  <a:pt x="7441" y="14044"/>
                </a:cubicBezTo>
                <a:cubicBezTo>
                  <a:pt x="7471" y="14044"/>
                  <a:pt x="7471" y="14075"/>
                  <a:pt x="7502" y="14075"/>
                </a:cubicBezTo>
                <a:lnTo>
                  <a:pt x="7502" y="14075"/>
                </a:lnTo>
                <a:lnTo>
                  <a:pt x="7502" y="14075"/>
                </a:lnTo>
                <a:cubicBezTo>
                  <a:pt x="7564" y="14075"/>
                  <a:pt x="7533" y="14044"/>
                  <a:pt x="7533" y="14014"/>
                </a:cubicBezTo>
                <a:cubicBezTo>
                  <a:pt x="7533" y="13983"/>
                  <a:pt x="7533" y="14014"/>
                  <a:pt x="7502" y="14014"/>
                </a:cubicBezTo>
                <a:cubicBezTo>
                  <a:pt x="7502" y="13983"/>
                  <a:pt x="7564" y="13890"/>
                  <a:pt x="7625" y="13890"/>
                </a:cubicBezTo>
                <a:cubicBezTo>
                  <a:pt x="7625" y="13860"/>
                  <a:pt x="7625" y="13860"/>
                  <a:pt x="7625" y="13860"/>
                </a:cubicBezTo>
                <a:lnTo>
                  <a:pt x="7625" y="13860"/>
                </a:lnTo>
                <a:cubicBezTo>
                  <a:pt x="7625" y="13828"/>
                  <a:pt x="7625" y="13828"/>
                  <a:pt x="7595" y="13860"/>
                </a:cubicBezTo>
                <a:lnTo>
                  <a:pt x="7595" y="13860"/>
                </a:lnTo>
                <a:cubicBezTo>
                  <a:pt x="7564" y="13860"/>
                  <a:pt x="7564" y="13860"/>
                  <a:pt x="7564" y="13860"/>
                </a:cubicBezTo>
                <a:lnTo>
                  <a:pt x="7564" y="13860"/>
                </a:lnTo>
                <a:cubicBezTo>
                  <a:pt x="7595" y="13860"/>
                  <a:pt x="7595" y="13828"/>
                  <a:pt x="7595" y="13828"/>
                </a:cubicBezTo>
                <a:cubicBezTo>
                  <a:pt x="7625" y="13828"/>
                  <a:pt x="7595" y="13767"/>
                  <a:pt x="7564" y="13767"/>
                </a:cubicBezTo>
                <a:cubicBezTo>
                  <a:pt x="7502" y="13767"/>
                  <a:pt x="7471" y="13736"/>
                  <a:pt x="7410" y="13705"/>
                </a:cubicBezTo>
                <a:cubicBezTo>
                  <a:pt x="7410" y="13674"/>
                  <a:pt x="7378" y="13643"/>
                  <a:pt x="7410" y="13613"/>
                </a:cubicBezTo>
                <a:cubicBezTo>
                  <a:pt x="7410" y="13581"/>
                  <a:pt x="7441" y="13550"/>
                  <a:pt x="7441" y="13550"/>
                </a:cubicBezTo>
                <a:cubicBezTo>
                  <a:pt x="7441" y="13520"/>
                  <a:pt x="7502" y="13550"/>
                  <a:pt x="7533" y="13550"/>
                </a:cubicBezTo>
                <a:lnTo>
                  <a:pt x="7502" y="13520"/>
                </a:lnTo>
                <a:cubicBezTo>
                  <a:pt x="7502" y="13489"/>
                  <a:pt x="7533" y="13489"/>
                  <a:pt x="7533" y="13489"/>
                </a:cubicBezTo>
                <a:lnTo>
                  <a:pt x="7533" y="13489"/>
                </a:lnTo>
                <a:lnTo>
                  <a:pt x="7533" y="13458"/>
                </a:lnTo>
                <a:cubicBezTo>
                  <a:pt x="7502" y="13458"/>
                  <a:pt x="7502" y="13427"/>
                  <a:pt x="7502" y="13396"/>
                </a:cubicBezTo>
                <a:lnTo>
                  <a:pt x="7502" y="13366"/>
                </a:lnTo>
                <a:cubicBezTo>
                  <a:pt x="7502" y="13334"/>
                  <a:pt x="7564" y="13334"/>
                  <a:pt x="7564" y="13334"/>
                </a:cubicBezTo>
                <a:lnTo>
                  <a:pt x="7502" y="13303"/>
                </a:lnTo>
                <a:cubicBezTo>
                  <a:pt x="7471" y="13303"/>
                  <a:pt x="7533" y="13273"/>
                  <a:pt x="7564" y="13273"/>
                </a:cubicBezTo>
                <a:cubicBezTo>
                  <a:pt x="7564" y="13273"/>
                  <a:pt x="7595" y="13334"/>
                  <a:pt x="7625" y="13303"/>
                </a:cubicBezTo>
                <a:cubicBezTo>
                  <a:pt x="7625" y="13273"/>
                  <a:pt x="7595" y="13242"/>
                  <a:pt x="7595" y="13242"/>
                </a:cubicBezTo>
                <a:cubicBezTo>
                  <a:pt x="7564" y="13211"/>
                  <a:pt x="7564" y="13242"/>
                  <a:pt x="7533" y="13242"/>
                </a:cubicBezTo>
                <a:cubicBezTo>
                  <a:pt x="7595" y="13242"/>
                  <a:pt x="7533" y="13273"/>
                  <a:pt x="7502" y="13273"/>
                </a:cubicBezTo>
                <a:cubicBezTo>
                  <a:pt x="7502" y="13242"/>
                  <a:pt x="7533" y="13242"/>
                  <a:pt x="7533" y="13242"/>
                </a:cubicBezTo>
                <a:cubicBezTo>
                  <a:pt x="7502" y="13242"/>
                  <a:pt x="7471" y="13242"/>
                  <a:pt x="7471" y="13211"/>
                </a:cubicBezTo>
                <a:cubicBezTo>
                  <a:pt x="7441" y="13211"/>
                  <a:pt x="7441" y="13180"/>
                  <a:pt x="7441" y="13180"/>
                </a:cubicBezTo>
                <a:cubicBezTo>
                  <a:pt x="7441" y="13149"/>
                  <a:pt x="7410" y="13057"/>
                  <a:pt x="7410" y="13087"/>
                </a:cubicBezTo>
                <a:cubicBezTo>
                  <a:pt x="7410" y="13057"/>
                  <a:pt x="7441" y="13087"/>
                  <a:pt x="7441" y="13087"/>
                </a:cubicBezTo>
                <a:lnTo>
                  <a:pt x="7441" y="13087"/>
                </a:lnTo>
                <a:cubicBezTo>
                  <a:pt x="7471" y="13087"/>
                  <a:pt x="7533" y="13119"/>
                  <a:pt x="7533" y="13119"/>
                </a:cubicBezTo>
                <a:cubicBezTo>
                  <a:pt x="7564" y="13119"/>
                  <a:pt x="7718" y="13087"/>
                  <a:pt x="7657" y="13057"/>
                </a:cubicBezTo>
                <a:lnTo>
                  <a:pt x="7657" y="13057"/>
                </a:lnTo>
                <a:lnTo>
                  <a:pt x="7625" y="13026"/>
                </a:lnTo>
                <a:cubicBezTo>
                  <a:pt x="7625" y="13026"/>
                  <a:pt x="7657" y="12995"/>
                  <a:pt x="7625" y="12964"/>
                </a:cubicBezTo>
                <a:cubicBezTo>
                  <a:pt x="7625" y="12995"/>
                  <a:pt x="7625" y="12995"/>
                  <a:pt x="7657" y="12964"/>
                </a:cubicBezTo>
                <a:lnTo>
                  <a:pt x="7625" y="12933"/>
                </a:lnTo>
                <a:lnTo>
                  <a:pt x="7625" y="12933"/>
                </a:lnTo>
                <a:lnTo>
                  <a:pt x="7625" y="12933"/>
                </a:lnTo>
                <a:cubicBezTo>
                  <a:pt x="7625" y="12902"/>
                  <a:pt x="7625" y="12933"/>
                  <a:pt x="7595" y="12902"/>
                </a:cubicBezTo>
                <a:cubicBezTo>
                  <a:pt x="7595" y="12902"/>
                  <a:pt x="7595" y="12902"/>
                  <a:pt x="7625" y="12902"/>
                </a:cubicBezTo>
                <a:cubicBezTo>
                  <a:pt x="7595" y="12902"/>
                  <a:pt x="7595" y="12872"/>
                  <a:pt x="7595" y="12872"/>
                </a:cubicBezTo>
                <a:cubicBezTo>
                  <a:pt x="7595" y="12872"/>
                  <a:pt x="7657" y="12902"/>
                  <a:pt x="7688" y="12902"/>
                </a:cubicBezTo>
                <a:cubicBezTo>
                  <a:pt x="7749" y="12872"/>
                  <a:pt x="7811" y="12872"/>
                  <a:pt x="7904" y="12840"/>
                </a:cubicBezTo>
                <a:cubicBezTo>
                  <a:pt x="7935" y="12840"/>
                  <a:pt x="7965" y="12840"/>
                  <a:pt x="7996" y="12810"/>
                </a:cubicBezTo>
                <a:cubicBezTo>
                  <a:pt x="8027" y="12779"/>
                  <a:pt x="7996" y="12779"/>
                  <a:pt x="8027" y="12748"/>
                </a:cubicBezTo>
                <a:cubicBezTo>
                  <a:pt x="8027" y="12717"/>
                  <a:pt x="8058" y="12686"/>
                  <a:pt x="8058" y="12655"/>
                </a:cubicBezTo>
                <a:lnTo>
                  <a:pt x="8027" y="12593"/>
                </a:lnTo>
                <a:cubicBezTo>
                  <a:pt x="7996" y="12593"/>
                  <a:pt x="7996" y="12593"/>
                  <a:pt x="7965" y="12563"/>
                </a:cubicBezTo>
                <a:cubicBezTo>
                  <a:pt x="7935" y="12532"/>
                  <a:pt x="7996" y="12501"/>
                  <a:pt x="7965" y="12470"/>
                </a:cubicBezTo>
                <a:cubicBezTo>
                  <a:pt x="7935" y="12439"/>
                  <a:pt x="7872" y="12439"/>
                  <a:pt x="7842" y="12409"/>
                </a:cubicBezTo>
                <a:lnTo>
                  <a:pt x="7811" y="12378"/>
                </a:lnTo>
                <a:cubicBezTo>
                  <a:pt x="7842" y="12378"/>
                  <a:pt x="7811" y="12316"/>
                  <a:pt x="7811" y="12316"/>
                </a:cubicBezTo>
                <a:cubicBezTo>
                  <a:pt x="7780" y="12285"/>
                  <a:pt x="7780" y="12254"/>
                  <a:pt x="7811" y="12254"/>
                </a:cubicBezTo>
                <a:cubicBezTo>
                  <a:pt x="7811" y="12223"/>
                  <a:pt x="7811" y="12192"/>
                  <a:pt x="7811" y="12192"/>
                </a:cubicBezTo>
                <a:cubicBezTo>
                  <a:pt x="7811" y="12162"/>
                  <a:pt x="7811" y="12162"/>
                  <a:pt x="7811" y="12162"/>
                </a:cubicBezTo>
                <a:cubicBezTo>
                  <a:pt x="7811" y="12192"/>
                  <a:pt x="7842" y="12254"/>
                  <a:pt x="7811" y="12254"/>
                </a:cubicBezTo>
                <a:lnTo>
                  <a:pt x="7811" y="12254"/>
                </a:lnTo>
                <a:lnTo>
                  <a:pt x="7811" y="12254"/>
                </a:lnTo>
                <a:cubicBezTo>
                  <a:pt x="7811" y="12316"/>
                  <a:pt x="7811" y="12316"/>
                  <a:pt x="7842" y="12346"/>
                </a:cubicBezTo>
                <a:lnTo>
                  <a:pt x="7842" y="12346"/>
                </a:lnTo>
                <a:cubicBezTo>
                  <a:pt x="7842" y="12378"/>
                  <a:pt x="7872" y="12409"/>
                  <a:pt x="7904" y="12378"/>
                </a:cubicBezTo>
                <a:cubicBezTo>
                  <a:pt x="7965" y="12378"/>
                  <a:pt x="7996" y="12439"/>
                  <a:pt x="8027" y="12439"/>
                </a:cubicBezTo>
                <a:cubicBezTo>
                  <a:pt x="8058" y="12439"/>
                  <a:pt x="8058" y="12439"/>
                  <a:pt x="8089" y="12439"/>
                </a:cubicBezTo>
                <a:cubicBezTo>
                  <a:pt x="8089" y="12409"/>
                  <a:pt x="8119" y="12439"/>
                  <a:pt x="8151" y="12439"/>
                </a:cubicBezTo>
                <a:lnTo>
                  <a:pt x="8151" y="12439"/>
                </a:lnTo>
                <a:lnTo>
                  <a:pt x="8181" y="12439"/>
                </a:lnTo>
                <a:cubicBezTo>
                  <a:pt x="8212" y="12439"/>
                  <a:pt x="8212" y="12409"/>
                  <a:pt x="8212" y="12409"/>
                </a:cubicBezTo>
                <a:cubicBezTo>
                  <a:pt x="8243" y="12409"/>
                  <a:pt x="8212" y="12409"/>
                  <a:pt x="8243" y="12378"/>
                </a:cubicBezTo>
                <a:cubicBezTo>
                  <a:pt x="8274" y="12378"/>
                  <a:pt x="8274" y="12346"/>
                  <a:pt x="8274" y="12316"/>
                </a:cubicBezTo>
                <a:cubicBezTo>
                  <a:pt x="8274" y="12285"/>
                  <a:pt x="8305" y="12285"/>
                  <a:pt x="8336" y="12254"/>
                </a:cubicBezTo>
                <a:cubicBezTo>
                  <a:pt x="8336" y="12223"/>
                  <a:pt x="8366" y="12131"/>
                  <a:pt x="8366" y="12131"/>
                </a:cubicBezTo>
                <a:lnTo>
                  <a:pt x="8366" y="12131"/>
                </a:lnTo>
                <a:lnTo>
                  <a:pt x="8336" y="12131"/>
                </a:lnTo>
                <a:lnTo>
                  <a:pt x="8366" y="12099"/>
                </a:lnTo>
                <a:cubicBezTo>
                  <a:pt x="8336" y="12099"/>
                  <a:pt x="8336" y="12099"/>
                  <a:pt x="8336" y="12069"/>
                </a:cubicBezTo>
                <a:cubicBezTo>
                  <a:pt x="8366" y="12069"/>
                  <a:pt x="8366" y="12069"/>
                  <a:pt x="8366" y="12069"/>
                </a:cubicBezTo>
                <a:cubicBezTo>
                  <a:pt x="8366" y="12069"/>
                  <a:pt x="8398" y="12007"/>
                  <a:pt x="8398" y="12038"/>
                </a:cubicBezTo>
                <a:lnTo>
                  <a:pt x="8398" y="11976"/>
                </a:lnTo>
                <a:lnTo>
                  <a:pt x="8398" y="11976"/>
                </a:lnTo>
                <a:cubicBezTo>
                  <a:pt x="8428" y="11976"/>
                  <a:pt x="8398" y="11976"/>
                  <a:pt x="8398" y="11945"/>
                </a:cubicBezTo>
                <a:lnTo>
                  <a:pt x="8428" y="11945"/>
                </a:lnTo>
                <a:cubicBezTo>
                  <a:pt x="8428" y="11945"/>
                  <a:pt x="8366" y="11915"/>
                  <a:pt x="8398" y="11915"/>
                </a:cubicBezTo>
                <a:lnTo>
                  <a:pt x="8428" y="11945"/>
                </a:lnTo>
                <a:lnTo>
                  <a:pt x="8459" y="11915"/>
                </a:lnTo>
                <a:cubicBezTo>
                  <a:pt x="8459" y="11915"/>
                  <a:pt x="8490" y="11945"/>
                  <a:pt x="8459" y="11945"/>
                </a:cubicBezTo>
                <a:lnTo>
                  <a:pt x="8459" y="11945"/>
                </a:lnTo>
                <a:cubicBezTo>
                  <a:pt x="8459" y="11945"/>
                  <a:pt x="8459" y="12007"/>
                  <a:pt x="8459" y="12038"/>
                </a:cubicBezTo>
                <a:lnTo>
                  <a:pt x="8428" y="12007"/>
                </a:lnTo>
                <a:cubicBezTo>
                  <a:pt x="8428" y="12007"/>
                  <a:pt x="8428" y="12099"/>
                  <a:pt x="8398" y="12069"/>
                </a:cubicBezTo>
                <a:lnTo>
                  <a:pt x="8398" y="12069"/>
                </a:lnTo>
                <a:lnTo>
                  <a:pt x="8398" y="12099"/>
                </a:lnTo>
                <a:cubicBezTo>
                  <a:pt x="8366" y="12099"/>
                  <a:pt x="8366" y="12099"/>
                  <a:pt x="8366" y="12099"/>
                </a:cubicBezTo>
                <a:lnTo>
                  <a:pt x="8366" y="12131"/>
                </a:lnTo>
                <a:cubicBezTo>
                  <a:pt x="8366" y="12099"/>
                  <a:pt x="8428" y="12069"/>
                  <a:pt x="8428" y="12069"/>
                </a:cubicBezTo>
                <a:cubicBezTo>
                  <a:pt x="8459" y="12038"/>
                  <a:pt x="8490" y="12007"/>
                  <a:pt x="8490" y="11976"/>
                </a:cubicBezTo>
                <a:cubicBezTo>
                  <a:pt x="8521" y="11915"/>
                  <a:pt x="8521" y="11852"/>
                  <a:pt x="8521" y="11822"/>
                </a:cubicBezTo>
                <a:cubicBezTo>
                  <a:pt x="8552" y="11791"/>
                  <a:pt x="8613" y="11729"/>
                  <a:pt x="8613" y="11729"/>
                </a:cubicBezTo>
                <a:lnTo>
                  <a:pt x="8583" y="11729"/>
                </a:lnTo>
                <a:cubicBezTo>
                  <a:pt x="8583" y="11698"/>
                  <a:pt x="8613" y="11729"/>
                  <a:pt x="8613" y="11729"/>
                </a:cubicBezTo>
                <a:cubicBezTo>
                  <a:pt x="8613" y="11729"/>
                  <a:pt x="8613" y="11637"/>
                  <a:pt x="8613" y="11605"/>
                </a:cubicBezTo>
                <a:lnTo>
                  <a:pt x="8613" y="11605"/>
                </a:lnTo>
                <a:cubicBezTo>
                  <a:pt x="8613" y="11575"/>
                  <a:pt x="8583" y="11482"/>
                  <a:pt x="8552" y="11482"/>
                </a:cubicBezTo>
                <a:cubicBezTo>
                  <a:pt x="8613" y="11514"/>
                  <a:pt x="8583" y="11451"/>
                  <a:pt x="8583" y="11451"/>
                </a:cubicBezTo>
                <a:lnTo>
                  <a:pt x="8583" y="11451"/>
                </a:lnTo>
                <a:lnTo>
                  <a:pt x="8583" y="11451"/>
                </a:lnTo>
                <a:lnTo>
                  <a:pt x="8583" y="11451"/>
                </a:lnTo>
                <a:lnTo>
                  <a:pt x="8583" y="11451"/>
                </a:lnTo>
                <a:lnTo>
                  <a:pt x="8583" y="11451"/>
                </a:lnTo>
                <a:lnTo>
                  <a:pt x="8613" y="11421"/>
                </a:lnTo>
                <a:cubicBezTo>
                  <a:pt x="8583" y="11421"/>
                  <a:pt x="8552" y="11390"/>
                  <a:pt x="8552" y="11390"/>
                </a:cubicBezTo>
                <a:cubicBezTo>
                  <a:pt x="8583" y="11421"/>
                  <a:pt x="8613" y="11390"/>
                  <a:pt x="8583" y="11390"/>
                </a:cubicBezTo>
                <a:lnTo>
                  <a:pt x="8583" y="11390"/>
                </a:lnTo>
                <a:cubicBezTo>
                  <a:pt x="8583" y="11390"/>
                  <a:pt x="8583" y="11390"/>
                  <a:pt x="8613" y="11390"/>
                </a:cubicBezTo>
                <a:cubicBezTo>
                  <a:pt x="8613" y="11390"/>
                  <a:pt x="8583" y="11390"/>
                  <a:pt x="8613" y="11390"/>
                </a:cubicBezTo>
                <a:lnTo>
                  <a:pt x="8613" y="11390"/>
                </a:lnTo>
                <a:lnTo>
                  <a:pt x="8613" y="11390"/>
                </a:lnTo>
                <a:lnTo>
                  <a:pt x="8645" y="11390"/>
                </a:lnTo>
                <a:cubicBezTo>
                  <a:pt x="8645" y="11359"/>
                  <a:pt x="8613" y="11359"/>
                  <a:pt x="8613" y="11359"/>
                </a:cubicBezTo>
                <a:cubicBezTo>
                  <a:pt x="8645" y="11359"/>
                  <a:pt x="8645" y="11359"/>
                  <a:pt x="8645" y="11359"/>
                </a:cubicBezTo>
                <a:lnTo>
                  <a:pt x="8768" y="11235"/>
                </a:lnTo>
                <a:lnTo>
                  <a:pt x="8768" y="11235"/>
                </a:lnTo>
                <a:lnTo>
                  <a:pt x="8768" y="11235"/>
                </a:lnTo>
                <a:lnTo>
                  <a:pt x="8768" y="11235"/>
                </a:lnTo>
                <a:cubicBezTo>
                  <a:pt x="8799" y="11235"/>
                  <a:pt x="8799" y="11235"/>
                  <a:pt x="8799" y="11235"/>
                </a:cubicBezTo>
                <a:lnTo>
                  <a:pt x="8799" y="11235"/>
                </a:lnTo>
                <a:cubicBezTo>
                  <a:pt x="8799" y="11204"/>
                  <a:pt x="8860" y="11235"/>
                  <a:pt x="8860" y="11235"/>
                </a:cubicBezTo>
                <a:cubicBezTo>
                  <a:pt x="8860" y="11204"/>
                  <a:pt x="8860" y="11204"/>
                  <a:pt x="8860" y="11204"/>
                </a:cubicBezTo>
                <a:cubicBezTo>
                  <a:pt x="8860" y="11204"/>
                  <a:pt x="8860" y="11204"/>
                  <a:pt x="8892" y="11204"/>
                </a:cubicBezTo>
                <a:cubicBezTo>
                  <a:pt x="8892" y="11174"/>
                  <a:pt x="8922" y="11143"/>
                  <a:pt x="8953" y="11174"/>
                </a:cubicBezTo>
                <a:cubicBezTo>
                  <a:pt x="8922" y="11174"/>
                  <a:pt x="8922" y="11143"/>
                  <a:pt x="8922" y="11174"/>
                </a:cubicBezTo>
                <a:cubicBezTo>
                  <a:pt x="8922" y="11143"/>
                  <a:pt x="8922" y="11143"/>
                  <a:pt x="8922" y="11143"/>
                </a:cubicBezTo>
                <a:cubicBezTo>
                  <a:pt x="8922" y="11174"/>
                  <a:pt x="8922" y="11143"/>
                  <a:pt x="8922" y="11143"/>
                </a:cubicBezTo>
                <a:cubicBezTo>
                  <a:pt x="8953" y="11143"/>
                  <a:pt x="8953" y="11143"/>
                  <a:pt x="8953" y="11112"/>
                </a:cubicBezTo>
                <a:cubicBezTo>
                  <a:pt x="8953" y="11143"/>
                  <a:pt x="8984" y="11112"/>
                  <a:pt x="9015" y="11143"/>
                </a:cubicBezTo>
                <a:cubicBezTo>
                  <a:pt x="9015" y="11143"/>
                  <a:pt x="9046" y="11143"/>
                  <a:pt x="9015" y="11143"/>
                </a:cubicBezTo>
                <a:lnTo>
                  <a:pt x="9015" y="11143"/>
                </a:lnTo>
                <a:lnTo>
                  <a:pt x="8984" y="11143"/>
                </a:lnTo>
                <a:cubicBezTo>
                  <a:pt x="9015" y="11143"/>
                  <a:pt x="9046" y="11143"/>
                  <a:pt x="9077" y="11143"/>
                </a:cubicBezTo>
                <a:cubicBezTo>
                  <a:pt x="9077" y="11143"/>
                  <a:pt x="9077" y="11050"/>
                  <a:pt x="9077" y="11112"/>
                </a:cubicBezTo>
                <a:cubicBezTo>
                  <a:pt x="9077" y="11112"/>
                  <a:pt x="9077" y="11112"/>
                  <a:pt x="9077" y="11143"/>
                </a:cubicBezTo>
                <a:lnTo>
                  <a:pt x="9169" y="11143"/>
                </a:lnTo>
                <a:cubicBezTo>
                  <a:pt x="9169" y="11112"/>
                  <a:pt x="9169" y="11112"/>
                  <a:pt x="9200" y="11112"/>
                </a:cubicBezTo>
                <a:cubicBezTo>
                  <a:pt x="9169" y="11112"/>
                  <a:pt x="9200" y="11050"/>
                  <a:pt x="9200" y="11050"/>
                </a:cubicBezTo>
                <a:cubicBezTo>
                  <a:pt x="9231" y="11050"/>
                  <a:pt x="9262" y="11050"/>
                  <a:pt x="9262" y="11020"/>
                </a:cubicBezTo>
                <a:cubicBezTo>
                  <a:pt x="9262" y="10988"/>
                  <a:pt x="9262" y="10988"/>
                  <a:pt x="9262" y="10957"/>
                </a:cubicBezTo>
                <a:cubicBezTo>
                  <a:pt x="9262" y="10927"/>
                  <a:pt x="9293" y="10896"/>
                  <a:pt x="9293" y="10896"/>
                </a:cubicBezTo>
                <a:cubicBezTo>
                  <a:pt x="9323" y="10865"/>
                  <a:pt x="9323" y="10834"/>
                  <a:pt x="9323" y="10834"/>
                </a:cubicBezTo>
                <a:cubicBezTo>
                  <a:pt x="9323" y="10834"/>
                  <a:pt x="9323" y="10773"/>
                  <a:pt x="9354" y="10773"/>
                </a:cubicBezTo>
                <a:cubicBezTo>
                  <a:pt x="9386" y="10741"/>
                  <a:pt x="9354" y="10680"/>
                  <a:pt x="9354" y="10649"/>
                </a:cubicBezTo>
                <a:cubicBezTo>
                  <a:pt x="9354" y="10618"/>
                  <a:pt x="9386" y="10587"/>
                  <a:pt x="9386" y="10556"/>
                </a:cubicBezTo>
                <a:cubicBezTo>
                  <a:pt x="9416" y="10556"/>
                  <a:pt x="9386" y="10494"/>
                  <a:pt x="9416" y="10464"/>
                </a:cubicBezTo>
                <a:cubicBezTo>
                  <a:pt x="9416" y="10464"/>
                  <a:pt x="9416" y="10433"/>
                  <a:pt x="9416" y="10402"/>
                </a:cubicBezTo>
                <a:cubicBezTo>
                  <a:pt x="9416" y="10340"/>
                  <a:pt x="9416" y="10309"/>
                  <a:pt x="9416" y="10279"/>
                </a:cubicBezTo>
                <a:cubicBezTo>
                  <a:pt x="9416" y="10247"/>
                  <a:pt x="9416" y="10124"/>
                  <a:pt x="9416" y="10124"/>
                </a:cubicBezTo>
                <a:lnTo>
                  <a:pt x="9386" y="10155"/>
                </a:lnTo>
                <a:lnTo>
                  <a:pt x="9386" y="10155"/>
                </a:lnTo>
                <a:lnTo>
                  <a:pt x="9386" y="10155"/>
                </a:lnTo>
                <a:cubicBezTo>
                  <a:pt x="9386" y="10124"/>
                  <a:pt x="9386" y="10124"/>
                  <a:pt x="9386" y="10124"/>
                </a:cubicBezTo>
                <a:cubicBezTo>
                  <a:pt x="9386" y="10093"/>
                  <a:pt x="9386" y="10124"/>
                  <a:pt x="9386" y="10124"/>
                </a:cubicBezTo>
                <a:cubicBezTo>
                  <a:pt x="9416" y="10124"/>
                  <a:pt x="9386" y="10093"/>
                  <a:pt x="9386" y="10093"/>
                </a:cubicBezTo>
                <a:lnTo>
                  <a:pt x="9386" y="10093"/>
                </a:lnTo>
                <a:cubicBezTo>
                  <a:pt x="9386" y="10093"/>
                  <a:pt x="9386" y="10093"/>
                  <a:pt x="9386" y="10063"/>
                </a:cubicBezTo>
                <a:lnTo>
                  <a:pt x="9386" y="10063"/>
                </a:lnTo>
                <a:cubicBezTo>
                  <a:pt x="9416" y="10063"/>
                  <a:pt x="9386" y="10063"/>
                  <a:pt x="9416" y="10063"/>
                </a:cubicBezTo>
                <a:lnTo>
                  <a:pt x="9416" y="10032"/>
                </a:lnTo>
                <a:lnTo>
                  <a:pt x="9416" y="10032"/>
                </a:lnTo>
                <a:lnTo>
                  <a:pt x="9416" y="10032"/>
                </a:lnTo>
                <a:cubicBezTo>
                  <a:pt x="9416" y="10000"/>
                  <a:pt x="9416" y="10000"/>
                  <a:pt x="9416" y="10000"/>
                </a:cubicBezTo>
                <a:cubicBezTo>
                  <a:pt x="9386" y="10000"/>
                  <a:pt x="9416" y="10000"/>
                  <a:pt x="9416" y="10000"/>
                </a:cubicBezTo>
                <a:lnTo>
                  <a:pt x="9416" y="10000"/>
                </a:lnTo>
                <a:cubicBezTo>
                  <a:pt x="9416" y="10000"/>
                  <a:pt x="9416" y="10000"/>
                  <a:pt x="9416" y="10032"/>
                </a:cubicBezTo>
                <a:cubicBezTo>
                  <a:pt x="9416" y="10000"/>
                  <a:pt x="9416" y="10000"/>
                  <a:pt x="9416" y="10000"/>
                </a:cubicBezTo>
                <a:cubicBezTo>
                  <a:pt x="9416" y="9970"/>
                  <a:pt x="9447" y="10032"/>
                  <a:pt x="9447" y="10032"/>
                </a:cubicBezTo>
                <a:cubicBezTo>
                  <a:pt x="9447" y="10032"/>
                  <a:pt x="9570" y="9877"/>
                  <a:pt x="9540" y="9877"/>
                </a:cubicBezTo>
                <a:lnTo>
                  <a:pt x="9540" y="9846"/>
                </a:lnTo>
                <a:lnTo>
                  <a:pt x="9540" y="9846"/>
                </a:lnTo>
                <a:lnTo>
                  <a:pt x="9540" y="9846"/>
                </a:lnTo>
                <a:lnTo>
                  <a:pt x="9540" y="9877"/>
                </a:lnTo>
                <a:cubicBezTo>
                  <a:pt x="9540" y="9877"/>
                  <a:pt x="9570" y="9816"/>
                  <a:pt x="9540" y="9816"/>
                </a:cubicBezTo>
                <a:cubicBezTo>
                  <a:pt x="9570" y="9816"/>
                  <a:pt x="9570" y="9816"/>
                  <a:pt x="9570" y="9785"/>
                </a:cubicBezTo>
                <a:cubicBezTo>
                  <a:pt x="9570" y="9785"/>
                  <a:pt x="9570" y="9785"/>
                  <a:pt x="9570" y="9816"/>
                </a:cubicBezTo>
                <a:cubicBezTo>
                  <a:pt x="9570" y="9816"/>
                  <a:pt x="9663" y="9692"/>
                  <a:pt x="9694" y="9692"/>
                </a:cubicBezTo>
                <a:cubicBezTo>
                  <a:pt x="9663" y="9692"/>
                  <a:pt x="9694" y="9661"/>
                  <a:pt x="9663" y="9661"/>
                </a:cubicBezTo>
                <a:lnTo>
                  <a:pt x="9694" y="9661"/>
                </a:lnTo>
                <a:cubicBezTo>
                  <a:pt x="9694" y="9692"/>
                  <a:pt x="9694" y="9661"/>
                  <a:pt x="9694" y="9661"/>
                </a:cubicBezTo>
                <a:lnTo>
                  <a:pt x="9694" y="9661"/>
                </a:lnTo>
                <a:cubicBezTo>
                  <a:pt x="9756" y="9661"/>
                  <a:pt x="9756" y="9569"/>
                  <a:pt x="9756" y="9506"/>
                </a:cubicBezTo>
                <a:cubicBezTo>
                  <a:pt x="9756" y="9506"/>
                  <a:pt x="9756" y="9445"/>
                  <a:pt x="9787" y="9445"/>
                </a:cubicBezTo>
                <a:cubicBezTo>
                  <a:pt x="9787" y="9445"/>
                  <a:pt x="9787" y="9445"/>
                  <a:pt x="9756" y="9445"/>
                </a:cubicBezTo>
                <a:lnTo>
                  <a:pt x="9787" y="9445"/>
                </a:lnTo>
                <a:close/>
                <a:moveTo>
                  <a:pt x="7255" y="1420"/>
                </a:moveTo>
                <a:lnTo>
                  <a:pt x="7255" y="1420"/>
                </a:lnTo>
                <a:lnTo>
                  <a:pt x="7255" y="1420"/>
                </a:lnTo>
                <a:lnTo>
                  <a:pt x="7286" y="1420"/>
                </a:lnTo>
                <a:cubicBezTo>
                  <a:pt x="7286" y="1451"/>
                  <a:pt x="7255" y="1451"/>
                  <a:pt x="7286" y="1451"/>
                </a:cubicBezTo>
                <a:cubicBezTo>
                  <a:pt x="7286" y="1451"/>
                  <a:pt x="7286" y="1451"/>
                  <a:pt x="7255" y="1451"/>
                </a:cubicBezTo>
                <a:cubicBezTo>
                  <a:pt x="7286" y="1451"/>
                  <a:pt x="7286" y="1451"/>
                  <a:pt x="7286" y="1451"/>
                </a:cubicBezTo>
                <a:cubicBezTo>
                  <a:pt x="7255" y="1451"/>
                  <a:pt x="7255" y="1451"/>
                  <a:pt x="7255" y="1451"/>
                </a:cubicBezTo>
                <a:lnTo>
                  <a:pt x="7255" y="1451"/>
                </a:lnTo>
                <a:lnTo>
                  <a:pt x="7255" y="1451"/>
                </a:lnTo>
                <a:lnTo>
                  <a:pt x="7255" y="1451"/>
                </a:lnTo>
                <a:cubicBezTo>
                  <a:pt x="7255" y="1451"/>
                  <a:pt x="7255" y="1451"/>
                  <a:pt x="7224" y="1451"/>
                </a:cubicBezTo>
                <a:cubicBezTo>
                  <a:pt x="7255" y="1451"/>
                  <a:pt x="7224" y="1451"/>
                  <a:pt x="7224" y="1451"/>
                </a:cubicBezTo>
                <a:cubicBezTo>
                  <a:pt x="7224" y="1420"/>
                  <a:pt x="7255" y="1451"/>
                  <a:pt x="7255" y="1420"/>
                </a:cubicBezTo>
                <a:close/>
                <a:moveTo>
                  <a:pt x="4755" y="1513"/>
                </a:moveTo>
                <a:lnTo>
                  <a:pt x="4755" y="1513"/>
                </a:lnTo>
                <a:close/>
                <a:moveTo>
                  <a:pt x="4415" y="1481"/>
                </a:moveTo>
                <a:lnTo>
                  <a:pt x="4415" y="1481"/>
                </a:lnTo>
                <a:lnTo>
                  <a:pt x="4415" y="1481"/>
                </a:lnTo>
                <a:lnTo>
                  <a:pt x="4477" y="1481"/>
                </a:lnTo>
                <a:cubicBezTo>
                  <a:pt x="4446" y="1481"/>
                  <a:pt x="4508" y="1481"/>
                  <a:pt x="4477" y="1481"/>
                </a:cubicBezTo>
                <a:cubicBezTo>
                  <a:pt x="4538" y="1481"/>
                  <a:pt x="4570" y="1451"/>
                  <a:pt x="4600" y="1451"/>
                </a:cubicBezTo>
                <a:cubicBezTo>
                  <a:pt x="4631" y="1451"/>
                  <a:pt x="4693" y="1451"/>
                  <a:pt x="4724" y="1420"/>
                </a:cubicBezTo>
                <a:lnTo>
                  <a:pt x="4724" y="1420"/>
                </a:lnTo>
                <a:lnTo>
                  <a:pt x="4755" y="1420"/>
                </a:lnTo>
                <a:cubicBezTo>
                  <a:pt x="4724" y="1451"/>
                  <a:pt x="4755" y="1451"/>
                  <a:pt x="4755" y="1451"/>
                </a:cubicBezTo>
                <a:cubicBezTo>
                  <a:pt x="4724" y="1451"/>
                  <a:pt x="4662" y="1481"/>
                  <a:pt x="4631" y="1481"/>
                </a:cubicBezTo>
                <a:cubicBezTo>
                  <a:pt x="4631" y="1481"/>
                  <a:pt x="4600" y="1481"/>
                  <a:pt x="4631" y="1481"/>
                </a:cubicBezTo>
                <a:lnTo>
                  <a:pt x="4600" y="1481"/>
                </a:lnTo>
                <a:cubicBezTo>
                  <a:pt x="4631" y="1481"/>
                  <a:pt x="4631" y="1481"/>
                  <a:pt x="4662" y="1481"/>
                </a:cubicBezTo>
                <a:lnTo>
                  <a:pt x="4662" y="1481"/>
                </a:lnTo>
                <a:cubicBezTo>
                  <a:pt x="4662" y="1513"/>
                  <a:pt x="4693" y="1513"/>
                  <a:pt x="4724" y="1481"/>
                </a:cubicBezTo>
                <a:cubicBezTo>
                  <a:pt x="4724" y="1481"/>
                  <a:pt x="4817" y="1481"/>
                  <a:pt x="4785" y="1481"/>
                </a:cubicBezTo>
                <a:cubicBezTo>
                  <a:pt x="4785" y="1481"/>
                  <a:pt x="4817" y="1451"/>
                  <a:pt x="4847" y="1451"/>
                </a:cubicBezTo>
                <a:cubicBezTo>
                  <a:pt x="4847" y="1481"/>
                  <a:pt x="4817" y="1481"/>
                  <a:pt x="4847" y="1481"/>
                </a:cubicBezTo>
                <a:cubicBezTo>
                  <a:pt x="4817" y="1481"/>
                  <a:pt x="4817" y="1481"/>
                  <a:pt x="4785" y="1481"/>
                </a:cubicBezTo>
                <a:cubicBezTo>
                  <a:pt x="4817" y="1481"/>
                  <a:pt x="4817" y="1481"/>
                  <a:pt x="4817" y="1481"/>
                </a:cubicBezTo>
                <a:cubicBezTo>
                  <a:pt x="4817" y="1481"/>
                  <a:pt x="4817" y="1481"/>
                  <a:pt x="4847" y="1481"/>
                </a:cubicBezTo>
                <a:cubicBezTo>
                  <a:pt x="4817" y="1481"/>
                  <a:pt x="4785" y="1513"/>
                  <a:pt x="4785" y="1513"/>
                </a:cubicBezTo>
                <a:lnTo>
                  <a:pt x="4785" y="1513"/>
                </a:lnTo>
                <a:lnTo>
                  <a:pt x="4755" y="1513"/>
                </a:lnTo>
                <a:lnTo>
                  <a:pt x="4755" y="1513"/>
                </a:lnTo>
                <a:lnTo>
                  <a:pt x="4724" y="1544"/>
                </a:lnTo>
                <a:lnTo>
                  <a:pt x="4755" y="1544"/>
                </a:lnTo>
                <a:cubicBezTo>
                  <a:pt x="4724" y="1544"/>
                  <a:pt x="4724" y="1544"/>
                  <a:pt x="4724" y="1544"/>
                </a:cubicBezTo>
                <a:lnTo>
                  <a:pt x="4724" y="1544"/>
                </a:lnTo>
                <a:lnTo>
                  <a:pt x="4693" y="1574"/>
                </a:lnTo>
                <a:cubicBezTo>
                  <a:pt x="4693" y="1544"/>
                  <a:pt x="4662" y="1544"/>
                  <a:pt x="4662" y="1574"/>
                </a:cubicBezTo>
                <a:lnTo>
                  <a:pt x="4662" y="1544"/>
                </a:lnTo>
                <a:lnTo>
                  <a:pt x="4600" y="1544"/>
                </a:lnTo>
                <a:lnTo>
                  <a:pt x="4600" y="1544"/>
                </a:lnTo>
                <a:lnTo>
                  <a:pt x="4600" y="1544"/>
                </a:lnTo>
                <a:lnTo>
                  <a:pt x="4570" y="1574"/>
                </a:lnTo>
                <a:cubicBezTo>
                  <a:pt x="4570" y="1605"/>
                  <a:pt x="4570" y="1574"/>
                  <a:pt x="4508" y="1605"/>
                </a:cubicBezTo>
                <a:cubicBezTo>
                  <a:pt x="4538" y="1574"/>
                  <a:pt x="4384" y="1667"/>
                  <a:pt x="4384" y="1637"/>
                </a:cubicBezTo>
                <a:lnTo>
                  <a:pt x="4538" y="1574"/>
                </a:lnTo>
                <a:cubicBezTo>
                  <a:pt x="4477" y="1544"/>
                  <a:pt x="4415" y="1605"/>
                  <a:pt x="4384" y="1605"/>
                </a:cubicBezTo>
                <a:cubicBezTo>
                  <a:pt x="4354" y="1605"/>
                  <a:pt x="4322" y="1637"/>
                  <a:pt x="4261" y="1605"/>
                </a:cubicBezTo>
                <a:cubicBezTo>
                  <a:pt x="4261" y="1605"/>
                  <a:pt x="4354" y="1605"/>
                  <a:pt x="4322" y="1574"/>
                </a:cubicBezTo>
                <a:cubicBezTo>
                  <a:pt x="4354" y="1574"/>
                  <a:pt x="4415" y="1574"/>
                  <a:pt x="4415" y="1544"/>
                </a:cubicBezTo>
                <a:lnTo>
                  <a:pt x="4384" y="1544"/>
                </a:lnTo>
                <a:cubicBezTo>
                  <a:pt x="4415" y="1513"/>
                  <a:pt x="4508" y="1544"/>
                  <a:pt x="4508" y="1513"/>
                </a:cubicBezTo>
                <a:cubicBezTo>
                  <a:pt x="4538" y="1513"/>
                  <a:pt x="4384" y="1481"/>
                  <a:pt x="4384" y="1513"/>
                </a:cubicBezTo>
                <a:lnTo>
                  <a:pt x="4384" y="1513"/>
                </a:lnTo>
                <a:cubicBezTo>
                  <a:pt x="4354" y="1513"/>
                  <a:pt x="4322" y="1513"/>
                  <a:pt x="4322" y="1513"/>
                </a:cubicBezTo>
                <a:cubicBezTo>
                  <a:pt x="4291" y="1481"/>
                  <a:pt x="4261" y="1544"/>
                  <a:pt x="4261" y="1544"/>
                </a:cubicBezTo>
                <a:cubicBezTo>
                  <a:pt x="4261" y="1513"/>
                  <a:pt x="4261" y="1513"/>
                  <a:pt x="4261" y="1513"/>
                </a:cubicBezTo>
                <a:lnTo>
                  <a:pt x="4230" y="1544"/>
                </a:lnTo>
                <a:cubicBezTo>
                  <a:pt x="4230" y="1513"/>
                  <a:pt x="4415" y="1481"/>
                  <a:pt x="4415" y="1481"/>
                </a:cubicBezTo>
                <a:close/>
                <a:moveTo>
                  <a:pt x="3952" y="1204"/>
                </a:moveTo>
                <a:lnTo>
                  <a:pt x="3952" y="1204"/>
                </a:lnTo>
                <a:close/>
                <a:moveTo>
                  <a:pt x="2471" y="2161"/>
                </a:moveTo>
                <a:lnTo>
                  <a:pt x="2471" y="2161"/>
                </a:lnTo>
                <a:lnTo>
                  <a:pt x="2471" y="2192"/>
                </a:lnTo>
                <a:lnTo>
                  <a:pt x="2471" y="2161"/>
                </a:lnTo>
                <a:close/>
                <a:moveTo>
                  <a:pt x="2532" y="2254"/>
                </a:moveTo>
                <a:lnTo>
                  <a:pt x="2532" y="2254"/>
                </a:lnTo>
                <a:lnTo>
                  <a:pt x="2532" y="2254"/>
                </a:lnTo>
                <a:lnTo>
                  <a:pt x="2532" y="2254"/>
                </a:lnTo>
                <a:lnTo>
                  <a:pt x="2532" y="2254"/>
                </a:lnTo>
                <a:cubicBezTo>
                  <a:pt x="2532" y="2254"/>
                  <a:pt x="2532" y="2254"/>
                  <a:pt x="2532" y="2222"/>
                </a:cubicBezTo>
                <a:lnTo>
                  <a:pt x="2532" y="2222"/>
                </a:lnTo>
                <a:cubicBezTo>
                  <a:pt x="2532" y="2222"/>
                  <a:pt x="2532" y="2222"/>
                  <a:pt x="2532" y="2254"/>
                </a:cubicBezTo>
                <a:close/>
                <a:moveTo>
                  <a:pt x="2655" y="2222"/>
                </a:moveTo>
                <a:lnTo>
                  <a:pt x="2655" y="2222"/>
                </a:lnTo>
                <a:cubicBezTo>
                  <a:pt x="2655" y="2222"/>
                  <a:pt x="2655" y="2222"/>
                  <a:pt x="2625" y="2222"/>
                </a:cubicBezTo>
                <a:cubicBezTo>
                  <a:pt x="2655" y="2222"/>
                  <a:pt x="2655" y="2192"/>
                  <a:pt x="2655" y="2192"/>
                </a:cubicBezTo>
                <a:lnTo>
                  <a:pt x="2655" y="2192"/>
                </a:lnTo>
                <a:cubicBezTo>
                  <a:pt x="2655" y="2192"/>
                  <a:pt x="2655" y="2192"/>
                  <a:pt x="2655" y="2222"/>
                </a:cubicBezTo>
                <a:close/>
                <a:moveTo>
                  <a:pt x="2686" y="2192"/>
                </a:moveTo>
                <a:lnTo>
                  <a:pt x="2686" y="2192"/>
                </a:lnTo>
                <a:close/>
                <a:moveTo>
                  <a:pt x="2779" y="2408"/>
                </a:moveTo>
                <a:lnTo>
                  <a:pt x="2779" y="2408"/>
                </a:lnTo>
                <a:lnTo>
                  <a:pt x="2779" y="2408"/>
                </a:lnTo>
                <a:lnTo>
                  <a:pt x="2779" y="2408"/>
                </a:lnTo>
                <a:lnTo>
                  <a:pt x="2779" y="2408"/>
                </a:lnTo>
                <a:cubicBezTo>
                  <a:pt x="2748" y="2439"/>
                  <a:pt x="2748" y="2439"/>
                  <a:pt x="2748" y="2439"/>
                </a:cubicBezTo>
                <a:cubicBezTo>
                  <a:pt x="2748" y="2439"/>
                  <a:pt x="2779" y="2439"/>
                  <a:pt x="2779" y="2408"/>
                </a:cubicBezTo>
                <a:close/>
                <a:moveTo>
                  <a:pt x="2748" y="2469"/>
                </a:moveTo>
                <a:lnTo>
                  <a:pt x="2748" y="2469"/>
                </a:lnTo>
                <a:close/>
                <a:moveTo>
                  <a:pt x="2748" y="2469"/>
                </a:moveTo>
                <a:lnTo>
                  <a:pt x="2748" y="2469"/>
                </a:lnTo>
                <a:close/>
                <a:moveTo>
                  <a:pt x="2748" y="2469"/>
                </a:moveTo>
                <a:lnTo>
                  <a:pt x="2748" y="2469"/>
                </a:lnTo>
                <a:close/>
                <a:moveTo>
                  <a:pt x="2748" y="2439"/>
                </a:moveTo>
                <a:lnTo>
                  <a:pt x="2748" y="2439"/>
                </a:lnTo>
                <a:lnTo>
                  <a:pt x="2748" y="2439"/>
                </a:lnTo>
                <a:cubicBezTo>
                  <a:pt x="2748" y="2439"/>
                  <a:pt x="2748" y="2439"/>
                  <a:pt x="2779" y="2439"/>
                </a:cubicBezTo>
                <a:cubicBezTo>
                  <a:pt x="2748" y="2439"/>
                  <a:pt x="2748" y="2439"/>
                  <a:pt x="2748" y="2439"/>
                </a:cubicBezTo>
                <a:close/>
                <a:moveTo>
                  <a:pt x="2748" y="2469"/>
                </a:moveTo>
                <a:lnTo>
                  <a:pt x="2748" y="2469"/>
                </a:lnTo>
                <a:cubicBezTo>
                  <a:pt x="2779" y="2501"/>
                  <a:pt x="2779" y="2501"/>
                  <a:pt x="2779" y="2501"/>
                </a:cubicBezTo>
                <a:lnTo>
                  <a:pt x="2779" y="2501"/>
                </a:lnTo>
                <a:cubicBezTo>
                  <a:pt x="2779" y="2501"/>
                  <a:pt x="2779" y="2501"/>
                  <a:pt x="2748" y="2469"/>
                </a:cubicBezTo>
                <a:close/>
                <a:moveTo>
                  <a:pt x="2779" y="2377"/>
                </a:moveTo>
                <a:lnTo>
                  <a:pt x="2779" y="2377"/>
                </a:lnTo>
                <a:close/>
                <a:moveTo>
                  <a:pt x="2779" y="2222"/>
                </a:moveTo>
                <a:lnTo>
                  <a:pt x="2779" y="2222"/>
                </a:lnTo>
                <a:cubicBezTo>
                  <a:pt x="2779" y="2192"/>
                  <a:pt x="2779" y="2192"/>
                  <a:pt x="2779" y="2192"/>
                </a:cubicBezTo>
                <a:cubicBezTo>
                  <a:pt x="2779" y="2192"/>
                  <a:pt x="2779" y="2192"/>
                  <a:pt x="2779" y="2222"/>
                </a:cubicBezTo>
                <a:close/>
                <a:moveTo>
                  <a:pt x="2779" y="2192"/>
                </a:moveTo>
                <a:lnTo>
                  <a:pt x="2779" y="2192"/>
                </a:lnTo>
                <a:close/>
                <a:moveTo>
                  <a:pt x="2779" y="2192"/>
                </a:moveTo>
                <a:lnTo>
                  <a:pt x="2779" y="2192"/>
                </a:lnTo>
                <a:close/>
                <a:moveTo>
                  <a:pt x="2779" y="2222"/>
                </a:moveTo>
                <a:lnTo>
                  <a:pt x="2779" y="2222"/>
                </a:lnTo>
                <a:close/>
                <a:moveTo>
                  <a:pt x="2779" y="2346"/>
                </a:moveTo>
                <a:lnTo>
                  <a:pt x="2779" y="2346"/>
                </a:lnTo>
                <a:cubicBezTo>
                  <a:pt x="2779" y="2346"/>
                  <a:pt x="2779" y="2346"/>
                  <a:pt x="2779" y="2377"/>
                </a:cubicBezTo>
                <a:cubicBezTo>
                  <a:pt x="2779" y="2346"/>
                  <a:pt x="2779" y="2346"/>
                  <a:pt x="2779" y="2346"/>
                </a:cubicBezTo>
                <a:close/>
                <a:moveTo>
                  <a:pt x="2779" y="2254"/>
                </a:moveTo>
                <a:lnTo>
                  <a:pt x="2779" y="2254"/>
                </a:lnTo>
                <a:close/>
                <a:moveTo>
                  <a:pt x="2779" y="2222"/>
                </a:moveTo>
                <a:lnTo>
                  <a:pt x="2779" y="2222"/>
                </a:lnTo>
                <a:close/>
                <a:moveTo>
                  <a:pt x="2779" y="2254"/>
                </a:moveTo>
                <a:lnTo>
                  <a:pt x="2779" y="2254"/>
                </a:lnTo>
                <a:lnTo>
                  <a:pt x="2779" y="2254"/>
                </a:lnTo>
                <a:cubicBezTo>
                  <a:pt x="2809" y="2285"/>
                  <a:pt x="2779" y="2285"/>
                  <a:pt x="2809" y="2285"/>
                </a:cubicBezTo>
                <a:cubicBezTo>
                  <a:pt x="2779" y="2285"/>
                  <a:pt x="2779" y="2285"/>
                  <a:pt x="2779" y="2285"/>
                </a:cubicBezTo>
                <a:cubicBezTo>
                  <a:pt x="2809" y="2254"/>
                  <a:pt x="2779" y="2254"/>
                  <a:pt x="2779" y="2254"/>
                </a:cubicBezTo>
                <a:close/>
                <a:moveTo>
                  <a:pt x="2779" y="2315"/>
                </a:moveTo>
                <a:lnTo>
                  <a:pt x="2779" y="2315"/>
                </a:lnTo>
                <a:close/>
                <a:moveTo>
                  <a:pt x="2779" y="2501"/>
                </a:moveTo>
                <a:lnTo>
                  <a:pt x="2779" y="2501"/>
                </a:lnTo>
                <a:lnTo>
                  <a:pt x="2779" y="2501"/>
                </a:lnTo>
                <a:cubicBezTo>
                  <a:pt x="2779" y="2501"/>
                  <a:pt x="2779" y="2501"/>
                  <a:pt x="2809" y="2501"/>
                </a:cubicBezTo>
                <a:cubicBezTo>
                  <a:pt x="2779" y="2501"/>
                  <a:pt x="2779" y="2501"/>
                  <a:pt x="2779" y="2501"/>
                </a:cubicBezTo>
                <a:close/>
                <a:moveTo>
                  <a:pt x="2809" y="2501"/>
                </a:moveTo>
                <a:lnTo>
                  <a:pt x="2809" y="2501"/>
                </a:lnTo>
                <a:cubicBezTo>
                  <a:pt x="2809" y="2532"/>
                  <a:pt x="2809" y="2532"/>
                  <a:pt x="2809" y="2532"/>
                </a:cubicBezTo>
                <a:lnTo>
                  <a:pt x="2809" y="2532"/>
                </a:lnTo>
                <a:lnTo>
                  <a:pt x="2809" y="2501"/>
                </a:lnTo>
                <a:close/>
                <a:moveTo>
                  <a:pt x="2809" y="2532"/>
                </a:moveTo>
                <a:lnTo>
                  <a:pt x="2809" y="2532"/>
                </a:lnTo>
                <a:close/>
                <a:moveTo>
                  <a:pt x="2841" y="2532"/>
                </a:moveTo>
                <a:lnTo>
                  <a:pt x="2841" y="2532"/>
                </a:lnTo>
                <a:cubicBezTo>
                  <a:pt x="2841" y="2532"/>
                  <a:pt x="2841" y="2532"/>
                  <a:pt x="2809" y="2532"/>
                </a:cubicBezTo>
                <a:lnTo>
                  <a:pt x="2809" y="2532"/>
                </a:lnTo>
                <a:lnTo>
                  <a:pt x="2841" y="2532"/>
                </a:lnTo>
                <a:close/>
                <a:moveTo>
                  <a:pt x="2100" y="4476"/>
                </a:moveTo>
                <a:lnTo>
                  <a:pt x="2100" y="4476"/>
                </a:lnTo>
                <a:close/>
                <a:moveTo>
                  <a:pt x="2902" y="3272"/>
                </a:moveTo>
                <a:lnTo>
                  <a:pt x="2902" y="3272"/>
                </a:lnTo>
                <a:cubicBezTo>
                  <a:pt x="2872" y="3272"/>
                  <a:pt x="2872" y="3272"/>
                  <a:pt x="2841" y="3272"/>
                </a:cubicBezTo>
                <a:cubicBezTo>
                  <a:pt x="2872" y="3272"/>
                  <a:pt x="2872" y="3272"/>
                  <a:pt x="2902" y="3272"/>
                </a:cubicBezTo>
                <a:close/>
                <a:moveTo>
                  <a:pt x="7410" y="14384"/>
                </a:moveTo>
                <a:lnTo>
                  <a:pt x="7410" y="14384"/>
                </a:lnTo>
                <a:lnTo>
                  <a:pt x="7378" y="14415"/>
                </a:lnTo>
                <a:cubicBezTo>
                  <a:pt x="7378" y="14445"/>
                  <a:pt x="7378" y="14445"/>
                  <a:pt x="7378" y="14445"/>
                </a:cubicBezTo>
                <a:cubicBezTo>
                  <a:pt x="7378" y="14445"/>
                  <a:pt x="7378" y="14384"/>
                  <a:pt x="7348" y="14415"/>
                </a:cubicBezTo>
                <a:cubicBezTo>
                  <a:pt x="7348" y="14415"/>
                  <a:pt x="7378" y="14445"/>
                  <a:pt x="7348" y="14445"/>
                </a:cubicBezTo>
                <a:cubicBezTo>
                  <a:pt x="7378" y="14415"/>
                  <a:pt x="7317" y="14415"/>
                  <a:pt x="7348" y="14445"/>
                </a:cubicBezTo>
                <a:cubicBezTo>
                  <a:pt x="7317" y="14445"/>
                  <a:pt x="7317" y="14445"/>
                  <a:pt x="7317" y="14415"/>
                </a:cubicBezTo>
                <a:lnTo>
                  <a:pt x="7317" y="14415"/>
                </a:lnTo>
                <a:lnTo>
                  <a:pt x="7317" y="14415"/>
                </a:lnTo>
                <a:lnTo>
                  <a:pt x="7317" y="14415"/>
                </a:lnTo>
                <a:cubicBezTo>
                  <a:pt x="7317" y="14415"/>
                  <a:pt x="7348" y="14415"/>
                  <a:pt x="7317" y="14415"/>
                </a:cubicBezTo>
                <a:lnTo>
                  <a:pt x="7317" y="14384"/>
                </a:lnTo>
                <a:cubicBezTo>
                  <a:pt x="7317" y="14384"/>
                  <a:pt x="7317" y="14415"/>
                  <a:pt x="7317" y="14384"/>
                </a:cubicBezTo>
                <a:cubicBezTo>
                  <a:pt x="7348" y="14384"/>
                  <a:pt x="7348" y="14415"/>
                  <a:pt x="7348" y="14384"/>
                </a:cubicBezTo>
                <a:cubicBezTo>
                  <a:pt x="7348" y="14384"/>
                  <a:pt x="7378" y="14384"/>
                  <a:pt x="7378" y="14354"/>
                </a:cubicBezTo>
                <a:cubicBezTo>
                  <a:pt x="7378" y="14354"/>
                  <a:pt x="7410" y="14354"/>
                  <a:pt x="7410" y="14384"/>
                </a:cubicBezTo>
                <a:close/>
                <a:moveTo>
                  <a:pt x="7317" y="1914"/>
                </a:moveTo>
                <a:lnTo>
                  <a:pt x="7317" y="1914"/>
                </a:lnTo>
                <a:cubicBezTo>
                  <a:pt x="7348" y="1852"/>
                  <a:pt x="7255" y="1884"/>
                  <a:pt x="7255" y="1914"/>
                </a:cubicBezTo>
                <a:cubicBezTo>
                  <a:pt x="7224" y="1945"/>
                  <a:pt x="7224" y="1945"/>
                  <a:pt x="7255" y="1945"/>
                </a:cubicBezTo>
                <a:lnTo>
                  <a:pt x="7317" y="1914"/>
                </a:lnTo>
                <a:close/>
                <a:moveTo>
                  <a:pt x="7317" y="2038"/>
                </a:moveTo>
                <a:lnTo>
                  <a:pt x="7317" y="2038"/>
                </a:lnTo>
                <a:cubicBezTo>
                  <a:pt x="7317" y="2038"/>
                  <a:pt x="7255" y="2038"/>
                  <a:pt x="7286" y="2038"/>
                </a:cubicBezTo>
                <a:lnTo>
                  <a:pt x="7317" y="2038"/>
                </a:lnTo>
                <a:close/>
                <a:moveTo>
                  <a:pt x="8366" y="1975"/>
                </a:moveTo>
                <a:lnTo>
                  <a:pt x="8366" y="1975"/>
                </a:lnTo>
                <a:lnTo>
                  <a:pt x="8398" y="1945"/>
                </a:lnTo>
                <a:lnTo>
                  <a:pt x="8398" y="1945"/>
                </a:lnTo>
                <a:lnTo>
                  <a:pt x="8336" y="1945"/>
                </a:lnTo>
                <a:cubicBezTo>
                  <a:pt x="8336" y="1975"/>
                  <a:pt x="8366" y="1975"/>
                  <a:pt x="8366" y="1975"/>
                </a:cubicBezTo>
                <a:close/>
                <a:moveTo>
                  <a:pt x="8675" y="3334"/>
                </a:moveTo>
                <a:lnTo>
                  <a:pt x="8675" y="3334"/>
                </a:lnTo>
                <a:cubicBezTo>
                  <a:pt x="8675" y="3334"/>
                  <a:pt x="8675" y="3334"/>
                  <a:pt x="8706" y="3303"/>
                </a:cubicBezTo>
                <a:cubicBezTo>
                  <a:pt x="8706" y="3303"/>
                  <a:pt x="8706" y="3272"/>
                  <a:pt x="8706" y="3303"/>
                </a:cubicBezTo>
                <a:cubicBezTo>
                  <a:pt x="8675" y="3303"/>
                  <a:pt x="8645" y="3303"/>
                  <a:pt x="8645" y="3303"/>
                </a:cubicBezTo>
                <a:lnTo>
                  <a:pt x="8645" y="3303"/>
                </a:lnTo>
                <a:cubicBezTo>
                  <a:pt x="8645" y="3303"/>
                  <a:pt x="8645" y="3334"/>
                  <a:pt x="8613" y="3334"/>
                </a:cubicBezTo>
                <a:lnTo>
                  <a:pt x="8613" y="3303"/>
                </a:lnTo>
                <a:lnTo>
                  <a:pt x="8645" y="3303"/>
                </a:lnTo>
                <a:cubicBezTo>
                  <a:pt x="8645" y="3303"/>
                  <a:pt x="8645" y="3303"/>
                  <a:pt x="8613" y="3303"/>
                </a:cubicBezTo>
                <a:cubicBezTo>
                  <a:pt x="8613" y="3303"/>
                  <a:pt x="8675" y="3303"/>
                  <a:pt x="8645" y="3303"/>
                </a:cubicBezTo>
                <a:lnTo>
                  <a:pt x="8645" y="3272"/>
                </a:lnTo>
                <a:lnTo>
                  <a:pt x="8645" y="3303"/>
                </a:lnTo>
                <a:cubicBezTo>
                  <a:pt x="8645" y="3272"/>
                  <a:pt x="8645" y="3272"/>
                  <a:pt x="8613" y="3272"/>
                </a:cubicBezTo>
                <a:cubicBezTo>
                  <a:pt x="8645" y="3272"/>
                  <a:pt x="8645" y="3272"/>
                  <a:pt x="8645" y="3272"/>
                </a:cubicBezTo>
                <a:lnTo>
                  <a:pt x="8613" y="3272"/>
                </a:lnTo>
                <a:cubicBezTo>
                  <a:pt x="8613" y="3272"/>
                  <a:pt x="8675" y="3242"/>
                  <a:pt x="8706" y="3242"/>
                </a:cubicBezTo>
                <a:lnTo>
                  <a:pt x="8645" y="3210"/>
                </a:lnTo>
                <a:cubicBezTo>
                  <a:pt x="8645" y="3210"/>
                  <a:pt x="8613" y="3210"/>
                  <a:pt x="8613" y="3242"/>
                </a:cubicBezTo>
                <a:cubicBezTo>
                  <a:pt x="8613" y="3210"/>
                  <a:pt x="8613" y="3210"/>
                  <a:pt x="8613" y="3210"/>
                </a:cubicBezTo>
                <a:cubicBezTo>
                  <a:pt x="8583" y="3210"/>
                  <a:pt x="8583" y="3210"/>
                  <a:pt x="8583" y="3242"/>
                </a:cubicBezTo>
                <a:cubicBezTo>
                  <a:pt x="8583" y="3210"/>
                  <a:pt x="8583" y="3210"/>
                  <a:pt x="8583" y="3210"/>
                </a:cubicBezTo>
                <a:cubicBezTo>
                  <a:pt x="8583" y="3210"/>
                  <a:pt x="8583" y="3210"/>
                  <a:pt x="8552" y="3242"/>
                </a:cubicBezTo>
                <a:cubicBezTo>
                  <a:pt x="8583" y="3210"/>
                  <a:pt x="8552" y="3242"/>
                  <a:pt x="8521" y="3242"/>
                </a:cubicBezTo>
                <a:cubicBezTo>
                  <a:pt x="8552" y="3210"/>
                  <a:pt x="8552" y="3210"/>
                  <a:pt x="8552" y="3210"/>
                </a:cubicBezTo>
                <a:lnTo>
                  <a:pt x="8552" y="3210"/>
                </a:lnTo>
                <a:lnTo>
                  <a:pt x="8521" y="3210"/>
                </a:lnTo>
                <a:lnTo>
                  <a:pt x="8552" y="3210"/>
                </a:lnTo>
                <a:lnTo>
                  <a:pt x="8521" y="3210"/>
                </a:lnTo>
                <a:cubicBezTo>
                  <a:pt x="8521" y="3210"/>
                  <a:pt x="8521" y="3210"/>
                  <a:pt x="8552" y="3210"/>
                </a:cubicBezTo>
                <a:cubicBezTo>
                  <a:pt x="8521" y="3210"/>
                  <a:pt x="8521" y="3210"/>
                  <a:pt x="8521" y="3210"/>
                </a:cubicBezTo>
                <a:cubicBezTo>
                  <a:pt x="8521" y="3180"/>
                  <a:pt x="8521" y="3210"/>
                  <a:pt x="8521" y="3210"/>
                </a:cubicBezTo>
                <a:cubicBezTo>
                  <a:pt x="8490" y="3210"/>
                  <a:pt x="8521" y="3210"/>
                  <a:pt x="8521" y="3210"/>
                </a:cubicBezTo>
                <a:cubicBezTo>
                  <a:pt x="8490" y="3210"/>
                  <a:pt x="8490" y="3210"/>
                  <a:pt x="8459" y="3210"/>
                </a:cubicBezTo>
                <a:cubicBezTo>
                  <a:pt x="8490" y="3210"/>
                  <a:pt x="8490" y="3180"/>
                  <a:pt x="8521" y="3180"/>
                </a:cubicBezTo>
                <a:cubicBezTo>
                  <a:pt x="8490" y="3180"/>
                  <a:pt x="8490" y="3180"/>
                  <a:pt x="8490" y="3180"/>
                </a:cubicBezTo>
                <a:lnTo>
                  <a:pt x="8490" y="3180"/>
                </a:lnTo>
                <a:cubicBezTo>
                  <a:pt x="8521" y="3180"/>
                  <a:pt x="8552" y="3149"/>
                  <a:pt x="8552" y="3149"/>
                </a:cubicBezTo>
                <a:cubicBezTo>
                  <a:pt x="8521" y="3149"/>
                  <a:pt x="8521" y="3149"/>
                  <a:pt x="8490" y="3149"/>
                </a:cubicBezTo>
                <a:cubicBezTo>
                  <a:pt x="8521" y="3149"/>
                  <a:pt x="8490" y="3149"/>
                  <a:pt x="8490" y="3149"/>
                </a:cubicBezTo>
                <a:cubicBezTo>
                  <a:pt x="8490" y="3149"/>
                  <a:pt x="8521" y="3149"/>
                  <a:pt x="8490" y="3149"/>
                </a:cubicBezTo>
                <a:cubicBezTo>
                  <a:pt x="8490" y="3149"/>
                  <a:pt x="8428" y="3180"/>
                  <a:pt x="8428" y="3210"/>
                </a:cubicBezTo>
                <a:cubicBezTo>
                  <a:pt x="8428" y="3180"/>
                  <a:pt x="8428" y="3180"/>
                  <a:pt x="8428" y="3180"/>
                </a:cubicBezTo>
                <a:lnTo>
                  <a:pt x="8490" y="3118"/>
                </a:lnTo>
                <a:lnTo>
                  <a:pt x="8521" y="3056"/>
                </a:lnTo>
                <a:lnTo>
                  <a:pt x="8521" y="3087"/>
                </a:lnTo>
                <a:lnTo>
                  <a:pt x="8583" y="3025"/>
                </a:lnTo>
                <a:lnTo>
                  <a:pt x="8552" y="3025"/>
                </a:lnTo>
                <a:lnTo>
                  <a:pt x="8552" y="3025"/>
                </a:lnTo>
                <a:cubicBezTo>
                  <a:pt x="8552" y="2995"/>
                  <a:pt x="8583" y="3025"/>
                  <a:pt x="8583" y="2995"/>
                </a:cubicBezTo>
                <a:cubicBezTo>
                  <a:pt x="8613" y="2995"/>
                  <a:pt x="8613" y="2995"/>
                  <a:pt x="8613" y="2995"/>
                </a:cubicBezTo>
                <a:cubicBezTo>
                  <a:pt x="8613" y="2963"/>
                  <a:pt x="8583" y="2995"/>
                  <a:pt x="8583" y="2995"/>
                </a:cubicBezTo>
                <a:lnTo>
                  <a:pt x="8583" y="2995"/>
                </a:lnTo>
                <a:lnTo>
                  <a:pt x="8583" y="2995"/>
                </a:lnTo>
                <a:lnTo>
                  <a:pt x="8583" y="2995"/>
                </a:lnTo>
                <a:cubicBezTo>
                  <a:pt x="8552" y="2995"/>
                  <a:pt x="8521" y="2995"/>
                  <a:pt x="8490" y="3025"/>
                </a:cubicBezTo>
                <a:cubicBezTo>
                  <a:pt x="8490" y="3025"/>
                  <a:pt x="8459" y="3025"/>
                  <a:pt x="8459" y="3056"/>
                </a:cubicBezTo>
                <a:lnTo>
                  <a:pt x="8459" y="3056"/>
                </a:lnTo>
                <a:lnTo>
                  <a:pt x="8428" y="3087"/>
                </a:lnTo>
                <a:lnTo>
                  <a:pt x="8428" y="3087"/>
                </a:lnTo>
                <a:lnTo>
                  <a:pt x="8428" y="3087"/>
                </a:lnTo>
                <a:cubicBezTo>
                  <a:pt x="8398" y="3118"/>
                  <a:pt x="8366" y="3118"/>
                  <a:pt x="8366" y="3149"/>
                </a:cubicBezTo>
                <a:cubicBezTo>
                  <a:pt x="8366" y="3149"/>
                  <a:pt x="8336" y="3180"/>
                  <a:pt x="8336" y="3210"/>
                </a:cubicBezTo>
                <a:lnTo>
                  <a:pt x="8336" y="3210"/>
                </a:lnTo>
                <a:lnTo>
                  <a:pt x="8336" y="3210"/>
                </a:lnTo>
                <a:cubicBezTo>
                  <a:pt x="8305" y="3180"/>
                  <a:pt x="8243" y="3242"/>
                  <a:pt x="8305" y="3242"/>
                </a:cubicBezTo>
                <a:lnTo>
                  <a:pt x="8305" y="3242"/>
                </a:lnTo>
                <a:lnTo>
                  <a:pt x="8305" y="3242"/>
                </a:lnTo>
                <a:cubicBezTo>
                  <a:pt x="8305" y="3242"/>
                  <a:pt x="8274" y="3242"/>
                  <a:pt x="8305" y="3272"/>
                </a:cubicBezTo>
                <a:cubicBezTo>
                  <a:pt x="8274" y="3242"/>
                  <a:pt x="8274" y="3272"/>
                  <a:pt x="8274" y="3242"/>
                </a:cubicBezTo>
                <a:cubicBezTo>
                  <a:pt x="8243" y="3242"/>
                  <a:pt x="8243" y="3303"/>
                  <a:pt x="8212" y="3303"/>
                </a:cubicBezTo>
                <a:cubicBezTo>
                  <a:pt x="8181" y="3303"/>
                  <a:pt x="8212" y="3272"/>
                  <a:pt x="8212" y="3272"/>
                </a:cubicBezTo>
                <a:lnTo>
                  <a:pt x="8181" y="3303"/>
                </a:lnTo>
                <a:cubicBezTo>
                  <a:pt x="8181" y="3303"/>
                  <a:pt x="8212" y="3303"/>
                  <a:pt x="8243" y="3303"/>
                </a:cubicBezTo>
                <a:cubicBezTo>
                  <a:pt x="8243" y="3303"/>
                  <a:pt x="8151" y="3334"/>
                  <a:pt x="8151" y="3365"/>
                </a:cubicBezTo>
                <a:cubicBezTo>
                  <a:pt x="8089" y="3457"/>
                  <a:pt x="8212" y="3396"/>
                  <a:pt x="8212" y="3396"/>
                </a:cubicBezTo>
                <a:lnTo>
                  <a:pt x="8274" y="3396"/>
                </a:lnTo>
                <a:cubicBezTo>
                  <a:pt x="8305" y="3396"/>
                  <a:pt x="8366" y="3426"/>
                  <a:pt x="8398" y="3396"/>
                </a:cubicBezTo>
                <a:cubicBezTo>
                  <a:pt x="8398" y="3426"/>
                  <a:pt x="8398" y="3396"/>
                  <a:pt x="8398" y="3396"/>
                </a:cubicBezTo>
                <a:cubicBezTo>
                  <a:pt x="8428" y="3396"/>
                  <a:pt x="8428" y="3396"/>
                  <a:pt x="8398" y="3396"/>
                </a:cubicBezTo>
                <a:cubicBezTo>
                  <a:pt x="8428" y="3396"/>
                  <a:pt x="8428" y="3396"/>
                  <a:pt x="8428" y="3396"/>
                </a:cubicBezTo>
                <a:lnTo>
                  <a:pt x="8428" y="3396"/>
                </a:lnTo>
                <a:cubicBezTo>
                  <a:pt x="8459" y="3396"/>
                  <a:pt x="8459" y="3396"/>
                  <a:pt x="8459" y="3396"/>
                </a:cubicBezTo>
                <a:cubicBezTo>
                  <a:pt x="8428" y="3396"/>
                  <a:pt x="8428" y="3396"/>
                  <a:pt x="8428" y="3426"/>
                </a:cubicBezTo>
                <a:lnTo>
                  <a:pt x="8428" y="3426"/>
                </a:lnTo>
                <a:lnTo>
                  <a:pt x="8459" y="3426"/>
                </a:lnTo>
                <a:lnTo>
                  <a:pt x="8428" y="3426"/>
                </a:lnTo>
                <a:cubicBezTo>
                  <a:pt x="8459" y="3426"/>
                  <a:pt x="8459" y="3396"/>
                  <a:pt x="8459" y="3396"/>
                </a:cubicBezTo>
                <a:cubicBezTo>
                  <a:pt x="8490" y="3396"/>
                  <a:pt x="8490" y="3396"/>
                  <a:pt x="8490" y="3396"/>
                </a:cubicBezTo>
                <a:lnTo>
                  <a:pt x="8521" y="3396"/>
                </a:lnTo>
                <a:cubicBezTo>
                  <a:pt x="8490" y="3426"/>
                  <a:pt x="8398" y="3457"/>
                  <a:pt x="8398" y="3457"/>
                </a:cubicBezTo>
                <a:cubicBezTo>
                  <a:pt x="8398" y="3489"/>
                  <a:pt x="8428" y="3489"/>
                  <a:pt x="8459" y="3489"/>
                </a:cubicBezTo>
                <a:cubicBezTo>
                  <a:pt x="8459" y="3457"/>
                  <a:pt x="8490" y="3426"/>
                  <a:pt x="8521" y="3426"/>
                </a:cubicBezTo>
                <a:cubicBezTo>
                  <a:pt x="8490" y="3426"/>
                  <a:pt x="8552" y="3396"/>
                  <a:pt x="8552" y="3396"/>
                </a:cubicBezTo>
                <a:lnTo>
                  <a:pt x="8521" y="3426"/>
                </a:lnTo>
                <a:cubicBezTo>
                  <a:pt x="8552" y="3426"/>
                  <a:pt x="8583" y="3396"/>
                  <a:pt x="8583" y="3365"/>
                </a:cubicBezTo>
                <a:cubicBezTo>
                  <a:pt x="8645" y="3396"/>
                  <a:pt x="8552" y="3457"/>
                  <a:pt x="8552" y="3489"/>
                </a:cubicBezTo>
                <a:cubicBezTo>
                  <a:pt x="8521" y="3519"/>
                  <a:pt x="8613" y="3457"/>
                  <a:pt x="8613" y="3457"/>
                </a:cubicBezTo>
                <a:cubicBezTo>
                  <a:pt x="8583" y="3457"/>
                  <a:pt x="8583" y="3489"/>
                  <a:pt x="8613" y="3489"/>
                </a:cubicBezTo>
                <a:cubicBezTo>
                  <a:pt x="8583" y="3489"/>
                  <a:pt x="8583" y="3489"/>
                  <a:pt x="8583" y="3519"/>
                </a:cubicBezTo>
                <a:lnTo>
                  <a:pt x="8645" y="3489"/>
                </a:lnTo>
                <a:cubicBezTo>
                  <a:pt x="8675" y="3457"/>
                  <a:pt x="8706" y="3396"/>
                  <a:pt x="8706" y="3396"/>
                </a:cubicBezTo>
                <a:cubicBezTo>
                  <a:pt x="8706" y="3396"/>
                  <a:pt x="8675" y="3426"/>
                  <a:pt x="8645" y="3426"/>
                </a:cubicBezTo>
                <a:lnTo>
                  <a:pt x="8645" y="3396"/>
                </a:lnTo>
                <a:cubicBezTo>
                  <a:pt x="8645" y="3426"/>
                  <a:pt x="8675" y="3396"/>
                  <a:pt x="8645" y="3396"/>
                </a:cubicBezTo>
                <a:lnTo>
                  <a:pt x="8706" y="3334"/>
                </a:lnTo>
                <a:cubicBezTo>
                  <a:pt x="8675" y="3334"/>
                  <a:pt x="8645" y="3396"/>
                  <a:pt x="8613" y="3426"/>
                </a:cubicBezTo>
                <a:cubicBezTo>
                  <a:pt x="8613" y="3396"/>
                  <a:pt x="8613" y="3365"/>
                  <a:pt x="8613" y="3365"/>
                </a:cubicBezTo>
                <a:lnTo>
                  <a:pt x="8645" y="3365"/>
                </a:lnTo>
                <a:lnTo>
                  <a:pt x="8613" y="3365"/>
                </a:lnTo>
                <a:cubicBezTo>
                  <a:pt x="8613" y="3334"/>
                  <a:pt x="8645" y="3334"/>
                  <a:pt x="8675" y="3334"/>
                </a:cubicBezTo>
                <a:close/>
                <a:moveTo>
                  <a:pt x="8398" y="8642"/>
                </a:moveTo>
                <a:lnTo>
                  <a:pt x="8398" y="8642"/>
                </a:lnTo>
                <a:cubicBezTo>
                  <a:pt x="8398" y="8642"/>
                  <a:pt x="8336" y="8611"/>
                  <a:pt x="8336" y="8642"/>
                </a:cubicBezTo>
                <a:cubicBezTo>
                  <a:pt x="8305" y="8611"/>
                  <a:pt x="8181" y="8611"/>
                  <a:pt x="8243" y="8674"/>
                </a:cubicBezTo>
                <a:lnTo>
                  <a:pt x="8212" y="8674"/>
                </a:lnTo>
                <a:lnTo>
                  <a:pt x="8212" y="8704"/>
                </a:lnTo>
                <a:cubicBezTo>
                  <a:pt x="8212" y="8735"/>
                  <a:pt x="8212" y="8704"/>
                  <a:pt x="8243" y="8704"/>
                </a:cubicBezTo>
                <a:lnTo>
                  <a:pt x="8243" y="8735"/>
                </a:lnTo>
                <a:cubicBezTo>
                  <a:pt x="8212" y="8735"/>
                  <a:pt x="8212" y="8735"/>
                  <a:pt x="8212" y="8735"/>
                </a:cubicBezTo>
                <a:lnTo>
                  <a:pt x="8212" y="8735"/>
                </a:lnTo>
                <a:lnTo>
                  <a:pt x="8212" y="8766"/>
                </a:lnTo>
                <a:lnTo>
                  <a:pt x="8212" y="8797"/>
                </a:lnTo>
                <a:cubicBezTo>
                  <a:pt x="8212" y="8797"/>
                  <a:pt x="8274" y="8797"/>
                  <a:pt x="8243" y="8797"/>
                </a:cubicBezTo>
                <a:cubicBezTo>
                  <a:pt x="8274" y="8797"/>
                  <a:pt x="8274" y="8797"/>
                  <a:pt x="8305" y="8797"/>
                </a:cubicBezTo>
                <a:lnTo>
                  <a:pt x="8305" y="8797"/>
                </a:lnTo>
                <a:lnTo>
                  <a:pt x="8305" y="8797"/>
                </a:lnTo>
                <a:cubicBezTo>
                  <a:pt x="8305" y="8797"/>
                  <a:pt x="8336" y="8797"/>
                  <a:pt x="8336" y="8766"/>
                </a:cubicBezTo>
                <a:cubicBezTo>
                  <a:pt x="8336" y="8766"/>
                  <a:pt x="8336" y="8797"/>
                  <a:pt x="8366" y="8797"/>
                </a:cubicBezTo>
                <a:cubicBezTo>
                  <a:pt x="8366" y="8797"/>
                  <a:pt x="8398" y="8766"/>
                  <a:pt x="8398" y="8735"/>
                </a:cubicBezTo>
                <a:cubicBezTo>
                  <a:pt x="8398" y="8735"/>
                  <a:pt x="8428" y="8704"/>
                  <a:pt x="8428" y="8674"/>
                </a:cubicBezTo>
                <a:lnTo>
                  <a:pt x="8428" y="8674"/>
                </a:lnTo>
                <a:cubicBezTo>
                  <a:pt x="8428" y="8642"/>
                  <a:pt x="8459" y="8642"/>
                  <a:pt x="8398" y="8642"/>
                </a:cubicBezTo>
                <a:close/>
                <a:moveTo>
                  <a:pt x="7040" y="1914"/>
                </a:moveTo>
                <a:lnTo>
                  <a:pt x="7040" y="1914"/>
                </a:lnTo>
                <a:cubicBezTo>
                  <a:pt x="7070" y="1884"/>
                  <a:pt x="7163" y="1852"/>
                  <a:pt x="7163" y="1821"/>
                </a:cubicBezTo>
                <a:lnTo>
                  <a:pt x="7070" y="1821"/>
                </a:lnTo>
                <a:cubicBezTo>
                  <a:pt x="7040" y="1821"/>
                  <a:pt x="6977" y="1884"/>
                  <a:pt x="6977" y="1914"/>
                </a:cubicBezTo>
                <a:cubicBezTo>
                  <a:pt x="6977" y="1884"/>
                  <a:pt x="7040" y="1884"/>
                  <a:pt x="7040" y="1914"/>
                </a:cubicBezTo>
                <a:close/>
                <a:moveTo>
                  <a:pt x="7780" y="3180"/>
                </a:moveTo>
                <a:lnTo>
                  <a:pt x="7780" y="3180"/>
                </a:lnTo>
                <a:cubicBezTo>
                  <a:pt x="7780" y="3180"/>
                  <a:pt x="7811" y="3180"/>
                  <a:pt x="7842" y="3180"/>
                </a:cubicBezTo>
                <a:cubicBezTo>
                  <a:pt x="7842" y="3210"/>
                  <a:pt x="7842" y="3210"/>
                  <a:pt x="7842" y="3210"/>
                </a:cubicBezTo>
                <a:cubicBezTo>
                  <a:pt x="7872" y="3242"/>
                  <a:pt x="7904" y="3242"/>
                  <a:pt x="7904" y="3242"/>
                </a:cubicBezTo>
                <a:cubicBezTo>
                  <a:pt x="8151" y="3272"/>
                  <a:pt x="7780" y="3118"/>
                  <a:pt x="7780" y="3180"/>
                </a:cubicBezTo>
                <a:close/>
                <a:moveTo>
                  <a:pt x="8336" y="2439"/>
                </a:moveTo>
                <a:lnTo>
                  <a:pt x="8336" y="2439"/>
                </a:lnTo>
                <a:cubicBezTo>
                  <a:pt x="8336" y="2439"/>
                  <a:pt x="8366" y="2469"/>
                  <a:pt x="8366" y="2439"/>
                </a:cubicBezTo>
                <a:lnTo>
                  <a:pt x="8366" y="2439"/>
                </a:lnTo>
                <a:lnTo>
                  <a:pt x="8366" y="2439"/>
                </a:lnTo>
                <a:lnTo>
                  <a:pt x="8336" y="2439"/>
                </a:lnTo>
                <a:close/>
                <a:moveTo>
                  <a:pt x="6637" y="2933"/>
                </a:moveTo>
                <a:lnTo>
                  <a:pt x="6637" y="2933"/>
                </a:lnTo>
                <a:cubicBezTo>
                  <a:pt x="6669" y="2933"/>
                  <a:pt x="6700" y="2933"/>
                  <a:pt x="6700" y="2933"/>
                </a:cubicBezTo>
                <a:cubicBezTo>
                  <a:pt x="6669" y="2933"/>
                  <a:pt x="6669" y="2933"/>
                  <a:pt x="6669" y="2933"/>
                </a:cubicBezTo>
                <a:lnTo>
                  <a:pt x="6637" y="2933"/>
                </a:lnTo>
                <a:close/>
                <a:moveTo>
                  <a:pt x="6514" y="2840"/>
                </a:moveTo>
                <a:lnTo>
                  <a:pt x="6514" y="2840"/>
                </a:lnTo>
                <a:cubicBezTo>
                  <a:pt x="6514" y="2840"/>
                  <a:pt x="6576" y="2840"/>
                  <a:pt x="6576" y="2871"/>
                </a:cubicBezTo>
                <a:cubicBezTo>
                  <a:pt x="6607" y="2871"/>
                  <a:pt x="6607" y="2840"/>
                  <a:pt x="6607" y="2809"/>
                </a:cubicBezTo>
                <a:cubicBezTo>
                  <a:pt x="6607" y="2809"/>
                  <a:pt x="6514" y="2809"/>
                  <a:pt x="6514" y="2840"/>
                </a:cubicBezTo>
                <a:close/>
                <a:moveTo>
                  <a:pt x="6360" y="6606"/>
                </a:moveTo>
                <a:lnTo>
                  <a:pt x="6360" y="6606"/>
                </a:lnTo>
                <a:cubicBezTo>
                  <a:pt x="6391" y="6606"/>
                  <a:pt x="6391" y="6606"/>
                  <a:pt x="6422" y="6606"/>
                </a:cubicBezTo>
                <a:cubicBezTo>
                  <a:pt x="6453" y="6606"/>
                  <a:pt x="6453" y="6576"/>
                  <a:pt x="6483" y="6576"/>
                </a:cubicBezTo>
                <a:cubicBezTo>
                  <a:pt x="6483" y="6606"/>
                  <a:pt x="6483" y="6606"/>
                  <a:pt x="6514" y="6606"/>
                </a:cubicBezTo>
                <a:cubicBezTo>
                  <a:pt x="6546" y="6606"/>
                  <a:pt x="6546" y="6576"/>
                  <a:pt x="6576" y="6606"/>
                </a:cubicBezTo>
                <a:cubicBezTo>
                  <a:pt x="6576" y="6637"/>
                  <a:pt x="6576" y="6606"/>
                  <a:pt x="6576" y="6606"/>
                </a:cubicBezTo>
                <a:cubicBezTo>
                  <a:pt x="6637" y="6606"/>
                  <a:pt x="6576" y="6544"/>
                  <a:pt x="6576" y="6544"/>
                </a:cubicBezTo>
                <a:cubicBezTo>
                  <a:pt x="6576" y="6513"/>
                  <a:pt x="6546" y="6513"/>
                  <a:pt x="6546" y="6513"/>
                </a:cubicBezTo>
                <a:lnTo>
                  <a:pt x="6483" y="6513"/>
                </a:lnTo>
                <a:cubicBezTo>
                  <a:pt x="6483" y="6513"/>
                  <a:pt x="6546" y="6513"/>
                  <a:pt x="6546" y="6483"/>
                </a:cubicBezTo>
                <a:cubicBezTo>
                  <a:pt x="6514" y="6483"/>
                  <a:pt x="6546" y="6483"/>
                  <a:pt x="6546" y="6483"/>
                </a:cubicBezTo>
                <a:cubicBezTo>
                  <a:pt x="6514" y="6483"/>
                  <a:pt x="6453" y="6513"/>
                  <a:pt x="6483" y="6452"/>
                </a:cubicBezTo>
                <a:cubicBezTo>
                  <a:pt x="6483" y="6452"/>
                  <a:pt x="6391" y="6452"/>
                  <a:pt x="6391" y="6420"/>
                </a:cubicBezTo>
                <a:cubicBezTo>
                  <a:pt x="6360" y="6420"/>
                  <a:pt x="6299" y="6452"/>
                  <a:pt x="6299" y="6452"/>
                </a:cubicBezTo>
                <a:lnTo>
                  <a:pt x="6299" y="6452"/>
                </a:lnTo>
                <a:lnTo>
                  <a:pt x="6299" y="6452"/>
                </a:lnTo>
                <a:cubicBezTo>
                  <a:pt x="6267" y="6452"/>
                  <a:pt x="6267" y="6452"/>
                  <a:pt x="6236" y="6452"/>
                </a:cubicBezTo>
                <a:lnTo>
                  <a:pt x="6206" y="6420"/>
                </a:lnTo>
                <a:cubicBezTo>
                  <a:pt x="6175" y="6420"/>
                  <a:pt x="6175" y="6420"/>
                  <a:pt x="6144" y="6452"/>
                </a:cubicBezTo>
                <a:cubicBezTo>
                  <a:pt x="6113" y="6452"/>
                  <a:pt x="6206" y="6483"/>
                  <a:pt x="6206" y="6483"/>
                </a:cubicBezTo>
                <a:cubicBezTo>
                  <a:pt x="6175" y="6513"/>
                  <a:pt x="6206" y="6513"/>
                  <a:pt x="6236" y="6576"/>
                </a:cubicBezTo>
                <a:cubicBezTo>
                  <a:pt x="6236" y="6576"/>
                  <a:pt x="6113" y="6606"/>
                  <a:pt x="6082" y="6576"/>
                </a:cubicBezTo>
                <a:lnTo>
                  <a:pt x="6082" y="6576"/>
                </a:lnTo>
                <a:cubicBezTo>
                  <a:pt x="6082" y="6576"/>
                  <a:pt x="6052" y="6544"/>
                  <a:pt x="6020" y="6576"/>
                </a:cubicBezTo>
                <a:cubicBezTo>
                  <a:pt x="6020" y="6606"/>
                  <a:pt x="6082" y="6637"/>
                  <a:pt x="6082" y="6637"/>
                </a:cubicBezTo>
                <a:lnTo>
                  <a:pt x="6113" y="6606"/>
                </a:lnTo>
                <a:lnTo>
                  <a:pt x="6113" y="6606"/>
                </a:lnTo>
                <a:cubicBezTo>
                  <a:pt x="6144" y="6606"/>
                  <a:pt x="6175" y="6637"/>
                  <a:pt x="6206" y="6606"/>
                </a:cubicBezTo>
                <a:cubicBezTo>
                  <a:pt x="6236" y="6606"/>
                  <a:pt x="6236" y="6637"/>
                  <a:pt x="6267" y="6637"/>
                </a:cubicBezTo>
                <a:lnTo>
                  <a:pt x="6267" y="6637"/>
                </a:lnTo>
                <a:cubicBezTo>
                  <a:pt x="6267" y="6637"/>
                  <a:pt x="6299" y="6637"/>
                  <a:pt x="6267" y="6667"/>
                </a:cubicBezTo>
                <a:cubicBezTo>
                  <a:pt x="6299" y="6667"/>
                  <a:pt x="6299" y="6667"/>
                  <a:pt x="6299" y="6667"/>
                </a:cubicBezTo>
                <a:lnTo>
                  <a:pt x="6360" y="6606"/>
                </a:lnTo>
                <a:close/>
                <a:moveTo>
                  <a:pt x="7317" y="2038"/>
                </a:moveTo>
                <a:lnTo>
                  <a:pt x="7317" y="2038"/>
                </a:lnTo>
                <a:close/>
                <a:moveTo>
                  <a:pt x="6514" y="2593"/>
                </a:moveTo>
                <a:lnTo>
                  <a:pt x="6514" y="2593"/>
                </a:lnTo>
                <a:close/>
                <a:moveTo>
                  <a:pt x="6299" y="1914"/>
                </a:moveTo>
                <a:lnTo>
                  <a:pt x="6299" y="1914"/>
                </a:lnTo>
                <a:close/>
                <a:moveTo>
                  <a:pt x="6761" y="2840"/>
                </a:moveTo>
                <a:lnTo>
                  <a:pt x="6761" y="2840"/>
                </a:lnTo>
                <a:close/>
                <a:moveTo>
                  <a:pt x="8645" y="3272"/>
                </a:moveTo>
                <a:lnTo>
                  <a:pt x="8645" y="3272"/>
                </a:lnTo>
                <a:close/>
                <a:moveTo>
                  <a:pt x="7811" y="2254"/>
                </a:moveTo>
                <a:lnTo>
                  <a:pt x="7811" y="2254"/>
                </a:lnTo>
                <a:close/>
                <a:moveTo>
                  <a:pt x="6607" y="4167"/>
                </a:moveTo>
                <a:lnTo>
                  <a:pt x="6607" y="4167"/>
                </a:lnTo>
                <a:close/>
                <a:moveTo>
                  <a:pt x="7040" y="3797"/>
                </a:moveTo>
                <a:lnTo>
                  <a:pt x="7040" y="3797"/>
                </a:lnTo>
                <a:close/>
                <a:moveTo>
                  <a:pt x="7070" y="3828"/>
                </a:moveTo>
                <a:cubicBezTo>
                  <a:pt x="7070" y="3828"/>
                  <a:pt x="7040" y="3828"/>
                  <a:pt x="7070" y="3828"/>
                </a:cubicBezTo>
                <a:close/>
                <a:moveTo>
                  <a:pt x="5434" y="5680"/>
                </a:moveTo>
                <a:lnTo>
                  <a:pt x="5434" y="5680"/>
                </a:lnTo>
                <a:close/>
                <a:moveTo>
                  <a:pt x="5403" y="5588"/>
                </a:moveTo>
                <a:lnTo>
                  <a:pt x="5403" y="5588"/>
                </a:lnTo>
                <a:close/>
                <a:moveTo>
                  <a:pt x="5187" y="5341"/>
                </a:moveTo>
                <a:lnTo>
                  <a:pt x="5187" y="5341"/>
                </a:lnTo>
                <a:close/>
                <a:moveTo>
                  <a:pt x="7842" y="1945"/>
                </a:moveTo>
                <a:lnTo>
                  <a:pt x="7842" y="1945"/>
                </a:lnTo>
                <a:close/>
                <a:moveTo>
                  <a:pt x="8181" y="2161"/>
                </a:moveTo>
                <a:lnTo>
                  <a:pt x="8181" y="2161"/>
                </a:lnTo>
                <a:close/>
                <a:moveTo>
                  <a:pt x="8027" y="3581"/>
                </a:moveTo>
                <a:lnTo>
                  <a:pt x="8027" y="3581"/>
                </a:lnTo>
                <a:close/>
                <a:moveTo>
                  <a:pt x="8366" y="2315"/>
                </a:moveTo>
                <a:lnTo>
                  <a:pt x="8366" y="2315"/>
                </a:lnTo>
                <a:close/>
                <a:moveTo>
                  <a:pt x="7224" y="3736"/>
                </a:moveTo>
                <a:lnTo>
                  <a:pt x="7224" y="3736"/>
                </a:lnTo>
                <a:cubicBezTo>
                  <a:pt x="7194" y="3736"/>
                  <a:pt x="7194" y="3736"/>
                  <a:pt x="7194" y="3736"/>
                </a:cubicBezTo>
                <a:cubicBezTo>
                  <a:pt x="7224" y="3736"/>
                  <a:pt x="7224" y="3736"/>
                  <a:pt x="7224" y="3736"/>
                </a:cubicBezTo>
                <a:close/>
                <a:moveTo>
                  <a:pt x="24851" y="7100"/>
                </a:moveTo>
                <a:lnTo>
                  <a:pt x="24851" y="7100"/>
                </a:lnTo>
                <a:close/>
                <a:moveTo>
                  <a:pt x="27567" y="11081"/>
                </a:moveTo>
                <a:lnTo>
                  <a:pt x="27567" y="11081"/>
                </a:lnTo>
                <a:close/>
                <a:moveTo>
                  <a:pt x="26055" y="9816"/>
                </a:moveTo>
                <a:lnTo>
                  <a:pt x="26055" y="9816"/>
                </a:lnTo>
                <a:close/>
                <a:moveTo>
                  <a:pt x="7286" y="3736"/>
                </a:moveTo>
                <a:lnTo>
                  <a:pt x="7286" y="3736"/>
                </a:lnTo>
                <a:close/>
                <a:moveTo>
                  <a:pt x="26672" y="9506"/>
                </a:moveTo>
                <a:lnTo>
                  <a:pt x="26672" y="9506"/>
                </a:lnTo>
                <a:close/>
                <a:moveTo>
                  <a:pt x="27320" y="10711"/>
                </a:moveTo>
                <a:lnTo>
                  <a:pt x="27320" y="10711"/>
                </a:lnTo>
                <a:close/>
                <a:moveTo>
                  <a:pt x="23924" y="11390"/>
                </a:moveTo>
                <a:lnTo>
                  <a:pt x="23924" y="11390"/>
                </a:lnTo>
                <a:close/>
                <a:moveTo>
                  <a:pt x="10127" y="2038"/>
                </a:moveTo>
                <a:lnTo>
                  <a:pt x="10127" y="2038"/>
                </a:lnTo>
                <a:close/>
                <a:moveTo>
                  <a:pt x="9848" y="2068"/>
                </a:moveTo>
                <a:lnTo>
                  <a:pt x="9848" y="2068"/>
                </a:lnTo>
                <a:close/>
                <a:moveTo>
                  <a:pt x="9601" y="2007"/>
                </a:moveTo>
                <a:lnTo>
                  <a:pt x="9601" y="2007"/>
                </a:lnTo>
                <a:close/>
                <a:moveTo>
                  <a:pt x="6082" y="6637"/>
                </a:moveTo>
                <a:cubicBezTo>
                  <a:pt x="6082" y="6637"/>
                  <a:pt x="6113" y="6637"/>
                  <a:pt x="6082" y="6637"/>
                </a:cubicBezTo>
                <a:close/>
                <a:moveTo>
                  <a:pt x="23369" y="7654"/>
                </a:moveTo>
                <a:lnTo>
                  <a:pt x="23369" y="7654"/>
                </a:lnTo>
                <a:close/>
                <a:moveTo>
                  <a:pt x="14694" y="1975"/>
                </a:moveTo>
                <a:lnTo>
                  <a:pt x="14694" y="1975"/>
                </a:lnTo>
                <a:close/>
                <a:moveTo>
                  <a:pt x="23893" y="6236"/>
                </a:moveTo>
                <a:lnTo>
                  <a:pt x="23893" y="6236"/>
                </a:lnTo>
                <a:close/>
              </a:path>
            </a:pathLst>
          </a:custGeom>
          <a:solidFill>
            <a:srgbClr val="EBE5DE">
              <a:alpha val="68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44F2EE-B414-8D1E-CC0F-A99C8C073089}"/>
              </a:ext>
            </a:extLst>
          </p:cNvPr>
          <p:cNvSpPr/>
          <p:nvPr userDrawn="1"/>
        </p:nvSpPr>
        <p:spPr>
          <a:xfrm>
            <a:off x="274320" y="182880"/>
            <a:ext cx="1423851" cy="574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18695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F0CB9E0-7181-6196-450A-D7161C7E06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725134" cy="686972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9599DD58-DC0A-1B7D-5EF4-79B8D09A2CD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53954" y="1444450"/>
            <a:ext cx="2157047" cy="28252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87A64AAB-64D1-0F74-1FED-4F5C5F562A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9544" y="603738"/>
            <a:ext cx="2157047" cy="28252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F373B9-4353-DA44-653C-CD5B98858476}"/>
              </a:ext>
            </a:extLst>
          </p:cNvPr>
          <p:cNvSpPr txBox="1">
            <a:spLocks/>
          </p:cNvSpPr>
          <p:nvPr userDrawn="1"/>
        </p:nvSpPr>
        <p:spPr>
          <a:xfrm>
            <a:off x="9042400" y="6486360"/>
            <a:ext cx="281432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DB35834-5EB2-EA4A-BDF6-95C774D8EF02}" type="slidenum">
              <a:rPr lang="en-US" sz="1000" smtClean="0"/>
              <a:pPr algn="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074123241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icture Placeholder 19">
            <a:extLst>
              <a:ext uri="{FF2B5EF4-FFF2-40B4-BE49-F238E27FC236}">
                <a16:creationId xmlns:a16="http://schemas.microsoft.com/office/drawing/2014/main" id="{7A657181-8228-A8A5-0BB4-2124BF0E937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0" y="-1"/>
            <a:ext cx="3793787" cy="3429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8" name="Picture Placeholder 19">
            <a:extLst>
              <a:ext uri="{FF2B5EF4-FFF2-40B4-BE49-F238E27FC236}">
                <a16:creationId xmlns:a16="http://schemas.microsoft.com/office/drawing/2014/main" id="{81377992-9B1F-1D97-9066-12CAA3BF312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93787" y="-1"/>
            <a:ext cx="2273713" cy="3429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9" name="Picture Placeholder 19">
            <a:extLst>
              <a:ext uri="{FF2B5EF4-FFF2-40B4-BE49-F238E27FC236}">
                <a16:creationId xmlns:a16="http://schemas.microsoft.com/office/drawing/2014/main" id="{FCBE1AE3-6018-B65C-2A81-B5D57B50BDE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48806" y="-1"/>
            <a:ext cx="3840981" cy="3429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0" name="Picture Placeholder 19">
            <a:extLst>
              <a:ext uri="{FF2B5EF4-FFF2-40B4-BE49-F238E27FC236}">
                <a16:creationId xmlns:a16="http://schemas.microsoft.com/office/drawing/2014/main" id="{11F4183D-0B97-09C7-8C11-6408FC24BFA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889787" y="-1"/>
            <a:ext cx="2302213" cy="3429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1" name="Picture Placeholder 19">
            <a:extLst>
              <a:ext uri="{FF2B5EF4-FFF2-40B4-BE49-F238E27FC236}">
                <a16:creationId xmlns:a16="http://schemas.microsoft.com/office/drawing/2014/main" id="{18ABE979-6126-8D89-7373-7481EAA1228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207825" y="3429001"/>
            <a:ext cx="3840981" cy="3454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2" name="Picture Placeholder 19">
            <a:extLst>
              <a:ext uri="{FF2B5EF4-FFF2-40B4-BE49-F238E27FC236}">
                <a16:creationId xmlns:a16="http://schemas.microsoft.com/office/drawing/2014/main" id="{ACD0E733-E049-C99E-022F-CFD3B8A53A7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0" y="3429001"/>
            <a:ext cx="2244859" cy="3454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3" name="Picture Placeholder 19">
            <a:extLst>
              <a:ext uri="{FF2B5EF4-FFF2-40B4-BE49-F238E27FC236}">
                <a16:creationId xmlns:a16="http://schemas.microsoft.com/office/drawing/2014/main" id="{1EA0D11E-7FAF-9283-3320-EA6702503D6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310379" y="3429001"/>
            <a:ext cx="3881621" cy="3454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4" name="Picture Placeholder 19">
            <a:extLst>
              <a:ext uri="{FF2B5EF4-FFF2-40B4-BE49-F238E27FC236}">
                <a16:creationId xmlns:a16="http://schemas.microsoft.com/office/drawing/2014/main" id="{FF280523-CA6D-2BBB-FAB9-05D4B06EF4EF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036666" y="3429001"/>
            <a:ext cx="2273713" cy="3454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27784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4818801F-5846-CFDB-C276-791BB475487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0" y="-1"/>
            <a:ext cx="4549553" cy="3429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6DBF64C0-F7E5-7281-287C-67BD5EC1D4C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3429000"/>
            <a:ext cx="2273713" cy="34544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4054AB08-7B19-DE4C-0758-4EDDFBA99C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01235" y="-19047"/>
            <a:ext cx="3090766" cy="689609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00C042D8-3CC6-3295-D257-3AEBCCC6BC1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73714" y="3429000"/>
            <a:ext cx="2275840" cy="34544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E5787CA-5981-D27F-7764-213A5621661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511040" y="0"/>
            <a:ext cx="2314354" cy="3429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A93D2F78-9E62-BD92-FBDA-DC612F36F7D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825394" y="0"/>
            <a:ext cx="2275840" cy="3429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31A3A236-13EF-8B14-A7F0-0D9DFA69A6E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511040" y="3422649"/>
            <a:ext cx="4600988" cy="34544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79901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69FF32-7627-D18F-1B09-35B31929A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03325" y="1912937"/>
            <a:ext cx="3033713" cy="3032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151487C3-3530-EEC2-F1FF-085FF7ADED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8409" y="1912937"/>
            <a:ext cx="3033713" cy="3032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C2AA65DA-AEFB-9691-3619-A1EBB84C1B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93492" y="1912937"/>
            <a:ext cx="3033713" cy="3032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650F60B6-C779-0DAB-B051-81C5EC4853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259" t="32718" r="9104" b="31940"/>
          <a:stretch>
            <a:fillRect/>
          </a:stretch>
        </p:blipFill>
        <p:spPr>
          <a:xfrm>
            <a:off x="10109056" y="6131278"/>
            <a:ext cx="1570662" cy="19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62308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69FF32-7627-D18F-1B09-35B31929A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03325" y="1912937"/>
            <a:ext cx="3033713" cy="3032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151487C3-3530-EEC2-F1FF-085FF7ADED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8409" y="1912937"/>
            <a:ext cx="3033713" cy="3032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C2AA65DA-AEFB-9691-3619-A1EBB84C1B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93492" y="1912937"/>
            <a:ext cx="3033713" cy="3032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458A5F-C4CE-F189-6D8E-597615BFD2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1" t="31260" r="8537" b="33020"/>
          <a:stretch>
            <a:fillRect/>
          </a:stretch>
        </p:blipFill>
        <p:spPr>
          <a:xfrm>
            <a:off x="10251932" y="6409613"/>
            <a:ext cx="1583170" cy="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70234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B08C2550-2275-272B-5730-D479E001623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47487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9599DD58-DC0A-1B7D-5EF4-79B8D09A2CD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3956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09E6C378-B25C-3D98-6B0D-3A49070AE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08444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5709121-4CFF-F650-E016-BD52AB87FE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08643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1A78A9E1-A6DE-B7F4-4A4F-049B29DED55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823131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89325789-AD38-B336-5384-34A85850CE9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41443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73E69EE4-EE71-E6D5-5A64-DCDCB0F1284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055931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FACFA936-A030-F886-B507-B7D45AF2BC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675931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7191E325-BA66-32A9-381D-F3E2F5E2AB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248473"/>
            <a:ext cx="901358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1C77CF3D-37F8-80C5-6EE4-1539EC4E24A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BE02B8C8-1594-8BD0-25F7-155E75FF57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14488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58F5939B-AF09-704F-82DE-590F8AE5FA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14687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9C65A22-965E-FFA6-DF1D-557D986147B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829175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16EDAB7D-5845-65E0-AB57-B3911BBBD4C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61975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B72CC7B1-FE32-0D63-8D1E-22EA0603275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81975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165DC01F-3501-56ED-06C6-D77F1D8152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290642" y="2371913"/>
            <a:ext cx="901358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D930DEDF-795D-BE69-337E-186C8FAB18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93956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9">
            <a:extLst>
              <a:ext uri="{FF2B5EF4-FFF2-40B4-BE49-F238E27FC236}">
                <a16:creationId xmlns:a16="http://schemas.microsoft.com/office/drawing/2014/main" id="{67ADF22A-EFC4-5072-4253-E05345015C4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608444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9">
            <a:extLst>
              <a:ext uri="{FF2B5EF4-FFF2-40B4-BE49-F238E27FC236}">
                <a16:creationId xmlns:a16="http://schemas.microsoft.com/office/drawing/2014/main" id="{0E3B1183-5547-CCC3-641E-21D6C0B6FD0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08643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3280301-E071-C389-E0F2-317D898EE08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823131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B97F74C2-558C-C700-64C2-AADA38F9F0F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441443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6A2B7691-F722-16ED-00BD-C1CE175EBC2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055931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Picture Placeholder 19">
            <a:extLst>
              <a:ext uri="{FF2B5EF4-FFF2-40B4-BE49-F238E27FC236}">
                <a16:creationId xmlns:a16="http://schemas.microsoft.com/office/drawing/2014/main" id="{84FFCD8A-B00F-EDE1-23C0-CBD29CB9484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675931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Picture Placeholder 19">
            <a:extLst>
              <a:ext uri="{FF2B5EF4-FFF2-40B4-BE49-F238E27FC236}">
                <a16:creationId xmlns:a16="http://schemas.microsoft.com/office/drawing/2014/main" id="{434CFB8B-5CE1-5388-C774-0DF813AF3F8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0" y="4495353"/>
            <a:ext cx="901358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36042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4">
            <a:extLst>
              <a:ext uri="{FF2B5EF4-FFF2-40B4-BE49-F238E27FC236}">
                <a16:creationId xmlns:a16="http://schemas.microsoft.com/office/drawing/2014/main" id="{585A0C06-7981-96D7-0710-3BAD1408D29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0"/>
            <a:ext cx="2800700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6" name="Picture Placeholder 21">
            <a:extLst>
              <a:ext uri="{FF2B5EF4-FFF2-40B4-BE49-F238E27FC236}">
                <a16:creationId xmlns:a16="http://schemas.microsoft.com/office/drawing/2014/main" id="{E09ABCF3-FDCB-BCCB-1248-76B36A7AEBC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932544" y="0"/>
            <a:ext cx="1348614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6" name="Picture Placeholder 54">
            <a:extLst>
              <a:ext uri="{FF2B5EF4-FFF2-40B4-BE49-F238E27FC236}">
                <a16:creationId xmlns:a16="http://schemas.microsoft.com/office/drawing/2014/main" id="{6B306078-129C-FA7A-35FB-F57A3F58187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408714" y="0"/>
            <a:ext cx="2800700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7" name="Picture Placeholder 21">
            <a:extLst>
              <a:ext uri="{FF2B5EF4-FFF2-40B4-BE49-F238E27FC236}">
                <a16:creationId xmlns:a16="http://schemas.microsoft.com/office/drawing/2014/main" id="{0821901F-C242-6FA0-B8B5-6615FBDBC12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7341258" y="0"/>
            <a:ext cx="1348614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8" name="Picture Placeholder 54">
            <a:extLst>
              <a:ext uri="{FF2B5EF4-FFF2-40B4-BE49-F238E27FC236}">
                <a16:creationId xmlns:a16="http://schemas.microsoft.com/office/drawing/2014/main" id="{CFC6597B-D170-C8E5-0355-5014B9F0AC4B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817428" y="0"/>
            <a:ext cx="2800700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1">
            <a:extLst>
              <a:ext uri="{FF2B5EF4-FFF2-40B4-BE49-F238E27FC236}">
                <a16:creationId xmlns:a16="http://schemas.microsoft.com/office/drawing/2014/main" id="{D7563978-5649-1755-812E-940E19A138A0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1749972" y="0"/>
            <a:ext cx="449232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0" name="Picture Placeholder 54">
            <a:extLst>
              <a:ext uri="{FF2B5EF4-FFF2-40B4-BE49-F238E27FC236}">
                <a16:creationId xmlns:a16="http://schemas.microsoft.com/office/drawing/2014/main" id="{1E16AE35-A8A8-E4D6-04BE-4256A45BB841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573872" y="1752600"/>
            <a:ext cx="2800700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1">
            <a:extLst>
              <a:ext uri="{FF2B5EF4-FFF2-40B4-BE49-F238E27FC236}">
                <a16:creationId xmlns:a16="http://schemas.microsoft.com/office/drawing/2014/main" id="{B755899E-4CF7-C5F6-C871-45911CAFAE17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3506416" y="1752600"/>
            <a:ext cx="1348614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2" name="Picture Placeholder 54">
            <a:extLst>
              <a:ext uri="{FF2B5EF4-FFF2-40B4-BE49-F238E27FC236}">
                <a16:creationId xmlns:a16="http://schemas.microsoft.com/office/drawing/2014/main" id="{BA88D225-0DA2-6638-A0AA-36C9421A6E26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982586" y="1752600"/>
            <a:ext cx="2800700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1">
            <a:extLst>
              <a:ext uri="{FF2B5EF4-FFF2-40B4-BE49-F238E27FC236}">
                <a16:creationId xmlns:a16="http://schemas.microsoft.com/office/drawing/2014/main" id="{7738597B-D6F8-357A-893A-3E51095FCC34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7915130" y="1752600"/>
            <a:ext cx="1348614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4" name="Picture Placeholder 54">
            <a:extLst>
              <a:ext uri="{FF2B5EF4-FFF2-40B4-BE49-F238E27FC236}">
                <a16:creationId xmlns:a16="http://schemas.microsoft.com/office/drawing/2014/main" id="{7852BCA5-0271-620B-D08D-7195F046C8CB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391300" y="1752600"/>
            <a:ext cx="2800700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5" name="Picture Placeholder 21">
            <a:extLst>
              <a:ext uri="{FF2B5EF4-FFF2-40B4-BE49-F238E27FC236}">
                <a16:creationId xmlns:a16="http://schemas.microsoft.com/office/drawing/2014/main" id="{C9B60E98-F4D9-1D19-1470-2E76F5852C40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-7204" y="1752600"/>
            <a:ext cx="449232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6" name="Picture Placeholder 54">
            <a:extLst>
              <a:ext uri="{FF2B5EF4-FFF2-40B4-BE49-F238E27FC236}">
                <a16:creationId xmlns:a16="http://schemas.microsoft.com/office/drawing/2014/main" id="{3468426E-7CFF-B816-09DF-4FE299CA1FE0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0" y="3494314"/>
            <a:ext cx="2800700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7" name="Picture Placeholder 21">
            <a:extLst>
              <a:ext uri="{FF2B5EF4-FFF2-40B4-BE49-F238E27FC236}">
                <a16:creationId xmlns:a16="http://schemas.microsoft.com/office/drawing/2014/main" id="{F3A506A7-99F6-C99C-3E48-5F692A7A3182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932544" y="3494314"/>
            <a:ext cx="1348614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8" name="Picture Placeholder 54">
            <a:extLst>
              <a:ext uri="{FF2B5EF4-FFF2-40B4-BE49-F238E27FC236}">
                <a16:creationId xmlns:a16="http://schemas.microsoft.com/office/drawing/2014/main" id="{71A65474-52D9-78B6-367A-8660891FD9A5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4408714" y="3494314"/>
            <a:ext cx="2800700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9" name="Picture Placeholder 21">
            <a:extLst>
              <a:ext uri="{FF2B5EF4-FFF2-40B4-BE49-F238E27FC236}">
                <a16:creationId xmlns:a16="http://schemas.microsoft.com/office/drawing/2014/main" id="{1C5B6DAB-4F6E-254B-715E-E35C20A1ADA2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7341258" y="3494314"/>
            <a:ext cx="1348614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0" name="Picture Placeholder 54">
            <a:extLst>
              <a:ext uri="{FF2B5EF4-FFF2-40B4-BE49-F238E27FC236}">
                <a16:creationId xmlns:a16="http://schemas.microsoft.com/office/drawing/2014/main" id="{C8573785-7B8F-EEE7-8694-0D612FCF89F4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8817428" y="3494314"/>
            <a:ext cx="2800700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1" name="Picture Placeholder 21">
            <a:extLst>
              <a:ext uri="{FF2B5EF4-FFF2-40B4-BE49-F238E27FC236}">
                <a16:creationId xmlns:a16="http://schemas.microsoft.com/office/drawing/2014/main" id="{BFDAFBC2-9B53-7EFE-744C-8E467624B22E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1749972" y="3494314"/>
            <a:ext cx="449232" cy="16318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2" name="Picture Placeholder 54">
            <a:extLst>
              <a:ext uri="{FF2B5EF4-FFF2-40B4-BE49-F238E27FC236}">
                <a16:creationId xmlns:a16="http://schemas.microsoft.com/office/drawing/2014/main" id="{627CE320-122E-CEBD-261C-2B2716291570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573872" y="5236028"/>
            <a:ext cx="2800700" cy="16219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3" name="Picture Placeholder 21">
            <a:extLst>
              <a:ext uri="{FF2B5EF4-FFF2-40B4-BE49-F238E27FC236}">
                <a16:creationId xmlns:a16="http://schemas.microsoft.com/office/drawing/2014/main" id="{4B28AC55-E88B-4244-394F-8C0B8EF30953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506416" y="5236028"/>
            <a:ext cx="1348614" cy="16219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4" name="Picture Placeholder 54">
            <a:extLst>
              <a:ext uri="{FF2B5EF4-FFF2-40B4-BE49-F238E27FC236}">
                <a16:creationId xmlns:a16="http://schemas.microsoft.com/office/drawing/2014/main" id="{CB68B2FD-1332-EA3E-1A0F-7C366261D50F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982586" y="5236028"/>
            <a:ext cx="2800700" cy="16219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5" name="Picture Placeholder 21">
            <a:extLst>
              <a:ext uri="{FF2B5EF4-FFF2-40B4-BE49-F238E27FC236}">
                <a16:creationId xmlns:a16="http://schemas.microsoft.com/office/drawing/2014/main" id="{534958B4-A087-8C96-A930-906D07F6FDCD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915130" y="5236028"/>
            <a:ext cx="1348614" cy="16219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6" name="Picture Placeholder 54">
            <a:extLst>
              <a:ext uri="{FF2B5EF4-FFF2-40B4-BE49-F238E27FC236}">
                <a16:creationId xmlns:a16="http://schemas.microsoft.com/office/drawing/2014/main" id="{6CB682B7-8EEA-5DB3-44EF-34B2154439DB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9391300" y="5236028"/>
            <a:ext cx="2800700" cy="16219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7" name="Picture Placeholder 21">
            <a:extLst>
              <a:ext uri="{FF2B5EF4-FFF2-40B4-BE49-F238E27FC236}">
                <a16:creationId xmlns:a16="http://schemas.microsoft.com/office/drawing/2014/main" id="{4549F2C1-01EA-21D8-232E-E2C09AA53CDA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-7204" y="5236028"/>
            <a:ext cx="449232" cy="162197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33090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9599DD58-DC0A-1B7D-5EF4-79B8D09A2CD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3956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7191E325-BA66-32A9-381D-F3E2F5E2AB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248473"/>
            <a:ext cx="901358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B08C2550-2275-272B-5730-D479E001623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47487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09E6C378-B25C-3D98-6B0D-3A49070AE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08444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5709121-4CFF-F650-E016-BD52AB87FE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08643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1A78A9E1-A6DE-B7F4-4A4F-049B29DED55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823131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89325789-AD38-B336-5384-34A85850CE9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41443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73E69EE4-EE71-E6D5-5A64-DCDCB0F1284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055931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FACFA936-A030-F886-B507-B7D45AF2BC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675931" y="24847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1C77CF3D-37F8-80C5-6EE4-1539EC4E24A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BE02B8C8-1594-8BD0-25F7-155E75FF57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14488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58F5939B-AF09-704F-82DE-590F8AE5FA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14687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9C65A22-965E-FFA6-DF1D-557D986147B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829175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16EDAB7D-5845-65E0-AB57-B3911BBBD4C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61975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B72CC7B1-FE32-0D63-8D1E-22EA0603275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81975" y="237191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165DC01F-3501-56ED-06C6-D77F1D8152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290642" y="2371913"/>
            <a:ext cx="901358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D930DEDF-795D-BE69-337E-186C8FAB18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93956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9">
            <a:extLst>
              <a:ext uri="{FF2B5EF4-FFF2-40B4-BE49-F238E27FC236}">
                <a16:creationId xmlns:a16="http://schemas.microsoft.com/office/drawing/2014/main" id="{67ADF22A-EFC4-5072-4253-E05345015C4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608444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9">
            <a:extLst>
              <a:ext uri="{FF2B5EF4-FFF2-40B4-BE49-F238E27FC236}">
                <a16:creationId xmlns:a16="http://schemas.microsoft.com/office/drawing/2014/main" id="{0E3B1183-5547-CCC3-641E-21D6C0B6FD0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08643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3280301-E071-C389-E0F2-317D898EE08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823131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B97F74C2-558C-C700-64C2-AADA38F9F0F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441443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6A2B7691-F722-16ED-00BD-C1CE175EBC2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055931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Picture Placeholder 19">
            <a:extLst>
              <a:ext uri="{FF2B5EF4-FFF2-40B4-BE49-F238E27FC236}">
                <a16:creationId xmlns:a16="http://schemas.microsoft.com/office/drawing/2014/main" id="{84FFCD8A-B00F-EDE1-23C0-CBD29CB9484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675931" y="4495353"/>
            <a:ext cx="1516069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Picture Placeholder 19">
            <a:extLst>
              <a:ext uri="{FF2B5EF4-FFF2-40B4-BE49-F238E27FC236}">
                <a16:creationId xmlns:a16="http://schemas.microsoft.com/office/drawing/2014/main" id="{434CFB8B-5CE1-5388-C774-0DF813AF3F8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0" y="4495353"/>
            <a:ext cx="901358" cy="196076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51732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351510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F2EDF-68B6-3653-A00F-E57FBD12634C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77A443-F86F-B815-B8B5-D59A08AAE5F6}"/>
              </a:ext>
            </a:extLst>
          </p:cNvPr>
          <p:cNvSpPr/>
          <p:nvPr userDrawn="1"/>
        </p:nvSpPr>
        <p:spPr>
          <a:xfrm>
            <a:off x="4521092" y="0"/>
            <a:ext cx="2486827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602C40-DC3D-5A53-2EB0-C4261B175BDB}"/>
              </a:ext>
            </a:extLst>
          </p:cNvPr>
          <p:cNvSpPr/>
          <p:nvPr userDrawn="1"/>
        </p:nvSpPr>
        <p:spPr>
          <a:xfrm>
            <a:off x="7101922" y="0"/>
            <a:ext cx="248682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BB7AE4-73DF-9D6D-B9DE-2E6FEF79592D}"/>
              </a:ext>
            </a:extLst>
          </p:cNvPr>
          <p:cNvSpPr/>
          <p:nvPr userDrawn="1"/>
        </p:nvSpPr>
        <p:spPr>
          <a:xfrm>
            <a:off x="9682751" y="0"/>
            <a:ext cx="248682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E17AC3-9A8E-261F-2355-76240043D5A6}"/>
              </a:ext>
            </a:extLst>
          </p:cNvPr>
          <p:cNvSpPr/>
          <p:nvPr userDrawn="1"/>
        </p:nvSpPr>
        <p:spPr>
          <a:xfrm>
            <a:off x="326439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Commercial Offer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3CDF97-EA16-F87E-B79C-65D68E3FD330}"/>
              </a:ext>
            </a:extLst>
          </p:cNvPr>
          <p:cNvSpPr txBox="1"/>
          <p:nvPr userDrawn="1"/>
        </p:nvSpPr>
        <p:spPr>
          <a:xfrm rot="16200000">
            <a:off x="6850961" y="2292568"/>
            <a:ext cx="4819801" cy="6155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r>
              <a:rPr lang="en-GB" sz="4000">
                <a:solidFill>
                  <a:srgbClr val="EDE8E3"/>
                </a:solidFill>
                <a:latin typeface="BBC Reith Sans Light" panose="020B0603020204020204" pitchFamily="34" charset="0"/>
                <a:ea typeface="BBC Reith Sans Light" panose="020B0603020204020204" pitchFamily="34" charset="0"/>
                <a:cs typeface="BBC Reith Sans Light" panose="020B0603020204020204" pitchFamily="34" charset="0"/>
              </a:rPr>
              <a:t>Editorial Alignment</a:t>
            </a:r>
            <a:endParaRPr lang="en-US" sz="4000">
              <a:solidFill>
                <a:srgbClr val="EDE8E3"/>
              </a:solidFill>
              <a:latin typeface="BBC Reith Sans Light" panose="020B0603020204020204" pitchFamily="34" charset="0"/>
              <a:ea typeface="BBC Reith Sans Light" panose="020B0603020204020204" pitchFamily="34" charset="0"/>
              <a:cs typeface="BBC Reith Sans Light" panose="020B06030202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6CC4E6-E176-4397-A23A-EA166E77CC77}"/>
              </a:ext>
            </a:extLst>
          </p:cNvPr>
          <p:cNvSpPr txBox="1"/>
          <p:nvPr userDrawn="1"/>
        </p:nvSpPr>
        <p:spPr>
          <a:xfrm rot="16200000">
            <a:off x="9459754" y="2292568"/>
            <a:ext cx="4819801" cy="6155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r>
              <a:rPr lang="en-GB" sz="4000">
                <a:solidFill>
                  <a:srgbClr val="EDE8E3"/>
                </a:solidFill>
                <a:latin typeface="BBC Reith Sans Light" panose="020B0603020204020204" pitchFamily="34" charset="0"/>
                <a:ea typeface="BBC Reith Sans Light" panose="020B0603020204020204" pitchFamily="34" charset="0"/>
                <a:cs typeface="BBC Reith Sans Light" panose="020B0603020204020204" pitchFamily="34" charset="0"/>
              </a:rPr>
              <a:t>Branded Content</a:t>
            </a:r>
            <a:endParaRPr lang="en-US" sz="4000">
              <a:solidFill>
                <a:srgbClr val="EDE8E3"/>
              </a:solidFill>
              <a:latin typeface="BBC Reith Sans Light" panose="020B0603020204020204" pitchFamily="34" charset="0"/>
              <a:ea typeface="BBC Reith Sans Light" panose="020B0603020204020204" pitchFamily="34" charset="0"/>
              <a:cs typeface="BBC Reith Sans Light" panose="020B06030202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3BFB86-28F7-A04F-3DED-87CBBAFF366D}"/>
              </a:ext>
            </a:extLst>
          </p:cNvPr>
          <p:cNvSpPr txBox="1"/>
          <p:nvPr userDrawn="1"/>
        </p:nvSpPr>
        <p:spPr>
          <a:xfrm rot="16200000">
            <a:off x="4293282" y="2292566"/>
            <a:ext cx="4819801" cy="6155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r>
              <a:rPr lang="en-GB" sz="4000">
                <a:solidFill>
                  <a:srgbClr val="EDE8E3"/>
                </a:solidFill>
                <a:latin typeface="BBC Reith Sans Light" panose="020B0603020204020204" pitchFamily="34" charset="0"/>
                <a:ea typeface="BBC Reith Sans Light" panose="020B0603020204020204" pitchFamily="34" charset="0"/>
                <a:cs typeface="BBC Reith Sans Light" panose="020B0603020204020204" pitchFamily="34" charset="0"/>
              </a:rPr>
              <a:t>Media Distribution</a:t>
            </a:r>
            <a:endParaRPr lang="en-US" sz="4000">
              <a:solidFill>
                <a:srgbClr val="EDE8E3"/>
              </a:solidFill>
              <a:latin typeface="BBC Reith Sans Light" panose="020B0603020204020204" pitchFamily="34" charset="0"/>
              <a:ea typeface="BBC Reith Sans Light" panose="020B0603020204020204" pitchFamily="34" charset="0"/>
              <a:cs typeface="BBC Reith Sans Light" panose="020B0603020204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DB1AF0B-097C-B264-70D9-377571D578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3866" y="236621"/>
            <a:ext cx="1455253" cy="1455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1291B0E-9E3F-EDA9-FADC-5BBA83DDF4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63866" y="1841033"/>
            <a:ext cx="1455253" cy="1455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30D1825B-2CBD-B38C-221A-972D499D46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63866" y="3413933"/>
            <a:ext cx="1455253" cy="1455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AD33F3E3-F553-3027-B395-4AF3B3F0C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86994" y="236621"/>
            <a:ext cx="1455253" cy="1455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6BC215A-14B1-ACC0-45E0-4AA49D49A8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86994" y="1841033"/>
            <a:ext cx="1455253" cy="1455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56325EA1-FFCB-658F-39C5-500559E6FA4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86994" y="3413933"/>
            <a:ext cx="1455253" cy="1455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1678B356-C4C8-4A1C-1F30-94CA2B6DFBC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82413" y="236621"/>
            <a:ext cx="1455253" cy="1455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D0790880-D408-6E87-B0A7-8EFCFC06C2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82413" y="1841033"/>
            <a:ext cx="1455253" cy="1455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C0CFB587-6570-B19F-1833-68838A6C73F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982413" y="3413933"/>
            <a:ext cx="1455253" cy="145525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8912A4F9-7B64-DF34-A96D-DF7295D21EEA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473494768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F2EDF-68B6-3653-A00F-E57FBD12634C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E17AC3-9A8E-261F-2355-76240043D5A6}"/>
              </a:ext>
            </a:extLst>
          </p:cNvPr>
          <p:cNvSpPr/>
          <p:nvPr userDrawn="1"/>
        </p:nvSpPr>
        <p:spPr>
          <a:xfrm>
            <a:off x="326439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Commercial Offer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8912A4F9-7B64-DF34-A96D-DF7295D21EEA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BB7AE4-73DF-9D6D-B9DE-2E6FEF79592D}"/>
              </a:ext>
            </a:extLst>
          </p:cNvPr>
          <p:cNvSpPr/>
          <p:nvPr userDrawn="1"/>
        </p:nvSpPr>
        <p:spPr>
          <a:xfrm>
            <a:off x="9665401" y="0"/>
            <a:ext cx="21946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B8B9FB-0666-A15F-03C7-B7CC296C51C2}"/>
              </a:ext>
            </a:extLst>
          </p:cNvPr>
          <p:cNvSpPr/>
          <p:nvPr userDrawn="1"/>
        </p:nvSpPr>
        <p:spPr>
          <a:xfrm>
            <a:off x="7076856" y="0"/>
            <a:ext cx="21946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86AAF3-FE4A-E5CB-81A4-9D0B1C174E68}"/>
              </a:ext>
            </a:extLst>
          </p:cNvPr>
          <p:cNvSpPr/>
          <p:nvPr userDrawn="1"/>
        </p:nvSpPr>
        <p:spPr>
          <a:xfrm>
            <a:off x="4513964" y="0"/>
            <a:ext cx="21946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744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BC Studios -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837212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BC Studios - Black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3026A092-1DCC-3270-D7E4-0D8D4A7652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" y="1878013"/>
            <a:ext cx="2166938" cy="2946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EEDDBAE2-1C68-6E84-31B7-3185D586099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81982" y="1775874"/>
            <a:ext cx="2312463" cy="314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76103CF4-1875-A177-9A1C-E2A3129154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49829" y="1643864"/>
            <a:ext cx="2485111" cy="337902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93CA3827-42F9-1275-0407-E746D8D4FF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5412" y="1878013"/>
            <a:ext cx="2166938" cy="2946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22F76667-E740-E19D-A110-0711D953A2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84804" y="1775874"/>
            <a:ext cx="2312463" cy="314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31792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B4DC6B-99EF-D2A7-D908-9BB32238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266D-5A2E-1448-AC91-1FCBDBE92DF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859851-7173-C8F0-E757-ADF4D575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73FDC-4EF6-846E-2754-EE04A0F9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CB1D-CFC1-3541-A60B-2CF0882C6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919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78.xml"/><Relationship Id="rId24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80.xml"/><Relationship Id="rId26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2.xml"/><Relationship Id="rId28" Type="http://schemas.openxmlformats.org/officeDocument/2006/relationships/slideLayout" Target="../slideLayouts/slideLayout83.xml"/><Relationship Id="rId29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5.xml"/><Relationship Id="rId31" Type="http://schemas.openxmlformats.org/officeDocument/2006/relationships/slideLayout" Target="../slideLayouts/slideLayout86.xml"/><Relationship Id="rId32" Type="http://schemas.openxmlformats.org/officeDocument/2006/relationships/slideLayout" Target="../slideLayouts/slideLayout87.xml"/><Relationship Id="rId33" Type="http://schemas.openxmlformats.org/officeDocument/2006/relationships/slideLayout" Target="../slideLayouts/slideLayout88.xml"/><Relationship Id="rId34" Type="http://schemas.openxmlformats.org/officeDocument/2006/relationships/slideLayout" Target="../slideLayouts/slideLayout89.xml"/><Relationship Id="rId35" Type="http://schemas.openxmlformats.org/officeDocument/2006/relationships/slideLayout" Target="../slideLayouts/slideLayout90.xml"/><Relationship Id="rId36" Type="http://schemas.openxmlformats.org/officeDocument/2006/relationships/slideLayout" Target="../slideLayouts/slideLayout91.xml"/><Relationship Id="rId37" Type="http://schemas.openxmlformats.org/officeDocument/2006/relationships/slideLayout" Target="../slideLayouts/slideLayout92.xml"/><Relationship Id="rId38" Type="http://schemas.openxmlformats.org/officeDocument/2006/relationships/slideLayout" Target="../slideLayouts/slideLayout93.xml"/><Relationship Id="rId39" Type="http://schemas.openxmlformats.org/officeDocument/2006/relationships/slideLayout" Target="../slideLayouts/slideLayout94.xml"/><Relationship Id="rId40" Type="http://schemas.openxmlformats.org/officeDocument/2006/relationships/slideLayout" Target="../slideLayouts/slideLayout95.xml"/><Relationship Id="rId41" Type="http://schemas.openxmlformats.org/officeDocument/2006/relationships/slideLayout" Target="../slideLayouts/slideLayout96.xml"/><Relationship Id="rId42" Type="http://schemas.openxmlformats.org/officeDocument/2006/relationships/slideLayout" Target="../slideLayouts/slideLayout97.xml"/><Relationship Id="rId43" Type="http://schemas.openxmlformats.org/officeDocument/2006/relationships/slideLayout" Target="../slideLayouts/slideLayout98.xml"/><Relationship Id="rId44" Type="http://schemas.openxmlformats.org/officeDocument/2006/relationships/slideLayout" Target="../slideLayouts/slideLayout99.xml"/><Relationship Id="rId45" Type="http://schemas.openxmlformats.org/officeDocument/2006/relationships/slideLayout" Target="../slideLayouts/slideLayout100.xml"/><Relationship Id="rId46" Type="http://schemas.openxmlformats.org/officeDocument/2006/relationships/slideLayout" Target="../slideLayouts/slideLayout101.xml"/><Relationship Id="rId47" Type="http://schemas.openxmlformats.org/officeDocument/2006/relationships/slideLayout" Target="../slideLayouts/slideLayout102.xml"/><Relationship Id="rId48" Type="http://schemas.openxmlformats.org/officeDocument/2006/relationships/slideLayout" Target="../slideLayouts/slideLayout103.xml"/><Relationship Id="rId49" Type="http://schemas.openxmlformats.org/officeDocument/2006/relationships/slideLayout" Target="../slideLayouts/slideLayout104.xml"/><Relationship Id="rId50" Type="http://schemas.openxmlformats.org/officeDocument/2006/relationships/slideLayout" Target="../slideLayouts/slideLayout105.xml"/><Relationship Id="rId51" Type="http://schemas.openxmlformats.org/officeDocument/2006/relationships/slideLayout" Target="../slideLayouts/slideLayout106.xml"/><Relationship Id="rId52" Type="http://schemas.openxmlformats.org/officeDocument/2006/relationships/slideLayout" Target="../slideLayouts/slideLayout107.xml"/><Relationship Id="rId53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109.xml"/><Relationship Id="rId55" Type="http://schemas.openxmlformats.org/officeDocument/2006/relationships/slideLayout" Target="../slideLayouts/slideLayout110.xml"/><Relationship Id="rId5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1.xml"/><Relationship Id="rId12" Type="http://schemas.openxmlformats.org/officeDocument/2006/relationships/slideLayout" Target="../slideLayouts/slideLayout122.xml"/><Relationship Id="rId13" Type="http://schemas.openxmlformats.org/officeDocument/2006/relationships/slideLayout" Target="../slideLayouts/slideLayout123.xml"/><Relationship Id="rId14" Type="http://schemas.openxmlformats.org/officeDocument/2006/relationships/slideLayout" Target="../slideLayouts/slideLayout124.xml"/><Relationship Id="rId15" Type="http://schemas.openxmlformats.org/officeDocument/2006/relationships/slideLayout" Target="../slideLayouts/slideLayout125.xml"/><Relationship Id="rId16" Type="http://schemas.openxmlformats.org/officeDocument/2006/relationships/slideLayout" Target="../slideLayouts/slideLayout126.xml"/><Relationship Id="rId17" Type="http://schemas.openxmlformats.org/officeDocument/2006/relationships/slideLayout" Target="../slideLayouts/slideLayout127.xml"/><Relationship Id="rId18" Type="http://schemas.openxmlformats.org/officeDocument/2006/relationships/slideLayout" Target="../slideLayouts/slideLayout128.xml"/><Relationship Id="rId19" Type="http://schemas.openxmlformats.org/officeDocument/2006/relationships/slideLayout" Target="../slideLayouts/slideLayout129.xml"/><Relationship Id="rId20" Type="http://schemas.openxmlformats.org/officeDocument/2006/relationships/slideLayout" Target="../slideLayouts/slideLayout130.xml"/><Relationship Id="rId21" Type="http://schemas.openxmlformats.org/officeDocument/2006/relationships/slideLayout" Target="../slideLayouts/slideLayout131.xml"/><Relationship Id="rId22" Type="http://schemas.openxmlformats.org/officeDocument/2006/relationships/slideLayout" Target="../slideLayouts/slideLayout132.xml"/><Relationship Id="rId23" Type="http://schemas.openxmlformats.org/officeDocument/2006/relationships/slideLayout" Target="../slideLayouts/slideLayout133.xml"/><Relationship Id="rId24" Type="http://schemas.openxmlformats.org/officeDocument/2006/relationships/slideLayout" Target="../slideLayouts/slideLayout134.xml"/><Relationship Id="rId25" Type="http://schemas.openxmlformats.org/officeDocument/2006/relationships/slideLayout" Target="../slideLayouts/slideLayout135.xml"/><Relationship Id="rId26" Type="http://schemas.openxmlformats.org/officeDocument/2006/relationships/slideLayout" Target="../slideLayouts/slideLayout136.xml"/><Relationship Id="rId27" Type="http://schemas.openxmlformats.org/officeDocument/2006/relationships/slideLayout" Target="../slideLayouts/slideLayout137.xml"/><Relationship Id="rId28" Type="http://schemas.openxmlformats.org/officeDocument/2006/relationships/slideLayout" Target="../slideLayouts/slideLayout138.xml"/><Relationship Id="rId29" Type="http://schemas.openxmlformats.org/officeDocument/2006/relationships/slideLayout" Target="../slideLayouts/slideLayout139.xml"/><Relationship Id="rId30" Type="http://schemas.openxmlformats.org/officeDocument/2006/relationships/slideLayout" Target="../slideLayouts/slideLayout140.xml"/><Relationship Id="rId31" Type="http://schemas.openxmlformats.org/officeDocument/2006/relationships/slideLayout" Target="../slideLayouts/slideLayout141.xml"/><Relationship Id="rId32" Type="http://schemas.openxmlformats.org/officeDocument/2006/relationships/slideLayout" Target="../slideLayouts/slideLayout142.xml"/><Relationship Id="rId33" Type="http://schemas.openxmlformats.org/officeDocument/2006/relationships/slideLayout" Target="../slideLayouts/slideLayout143.xml"/><Relationship Id="rId34" Type="http://schemas.openxmlformats.org/officeDocument/2006/relationships/slideLayout" Target="../slideLayouts/slideLayout144.xml"/><Relationship Id="rId35" Type="http://schemas.openxmlformats.org/officeDocument/2006/relationships/slideLayout" Target="../slideLayouts/slideLayout145.xml"/><Relationship Id="rId36" Type="http://schemas.openxmlformats.org/officeDocument/2006/relationships/slideLayout" Target="../slideLayouts/slideLayout146.xml"/><Relationship Id="rId37" Type="http://schemas.openxmlformats.org/officeDocument/2006/relationships/slideLayout" Target="../slideLayouts/slideLayout147.xml"/><Relationship Id="rId38" Type="http://schemas.openxmlformats.org/officeDocument/2006/relationships/slideLayout" Target="../slideLayouts/slideLayout148.xml"/><Relationship Id="rId39" Type="http://schemas.openxmlformats.org/officeDocument/2006/relationships/slideLayout" Target="../slideLayouts/slideLayout149.xml"/><Relationship Id="rId40" Type="http://schemas.openxmlformats.org/officeDocument/2006/relationships/slideLayout" Target="../slideLayouts/slideLayout150.xml"/><Relationship Id="rId41" Type="http://schemas.openxmlformats.org/officeDocument/2006/relationships/slideLayout" Target="../slideLayouts/slideLayout151.xml"/><Relationship Id="rId42" Type="http://schemas.openxmlformats.org/officeDocument/2006/relationships/slideLayout" Target="../slideLayouts/slideLayout152.xml"/><Relationship Id="rId43" Type="http://schemas.openxmlformats.org/officeDocument/2006/relationships/slideLayout" Target="../slideLayouts/slideLayout153.xml"/><Relationship Id="rId44" Type="http://schemas.openxmlformats.org/officeDocument/2006/relationships/slideLayout" Target="../slideLayouts/slideLayout154.xml"/><Relationship Id="rId45" Type="http://schemas.openxmlformats.org/officeDocument/2006/relationships/slideLayout" Target="../slideLayouts/slideLayout155.xml"/><Relationship Id="rId46" Type="http://schemas.openxmlformats.org/officeDocument/2006/relationships/slideLayout" Target="../slideLayouts/slideLayout156.xml"/><Relationship Id="rId47" Type="http://schemas.openxmlformats.org/officeDocument/2006/relationships/slideLayout" Target="../slideLayouts/slideLayout157.xml"/><Relationship Id="rId48" Type="http://schemas.openxmlformats.org/officeDocument/2006/relationships/slideLayout" Target="../slideLayouts/slideLayout158.xml"/><Relationship Id="rId49" Type="http://schemas.openxmlformats.org/officeDocument/2006/relationships/slideLayout" Target="../slideLayouts/slideLayout159.xml"/><Relationship Id="rId50" Type="http://schemas.openxmlformats.org/officeDocument/2006/relationships/slideLayout" Target="../slideLayouts/slideLayout160.xml"/><Relationship Id="rId51" Type="http://schemas.openxmlformats.org/officeDocument/2006/relationships/slideLayout" Target="../slideLayouts/slideLayout161.xml"/><Relationship Id="rId52" Type="http://schemas.openxmlformats.org/officeDocument/2006/relationships/slideLayout" Target="../slideLayouts/slideLayout162.xml"/><Relationship Id="rId53" Type="http://schemas.openxmlformats.org/officeDocument/2006/relationships/slideLayout" Target="../slideLayouts/slideLayout163.xml"/><Relationship Id="rId54" Type="http://schemas.openxmlformats.org/officeDocument/2006/relationships/slideLayout" Target="../slideLayouts/slideLayout164.xml"/><Relationship Id="rId55" Type="http://schemas.openxmlformats.org/officeDocument/2006/relationships/slideLayout" Target="../slideLayouts/slideLayout165.xml"/><Relationship Id="rId56" Type="http://schemas.openxmlformats.org/officeDocument/2006/relationships/slideLayout" Target="../slideLayouts/slideLayout166.xml"/><Relationship Id="rId57" Type="http://schemas.openxmlformats.org/officeDocument/2006/relationships/slideLayout" Target="../slideLayouts/slideLayout167.xml"/><Relationship Id="rId5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<Relationship Id="rId14" Type="http://schemas.openxmlformats.org/officeDocument/2006/relationships/slideLayout" Target="../slideLayouts/slideLayout181.xml"/><Relationship Id="rId15" Type="http://schemas.openxmlformats.org/officeDocument/2006/relationships/slideLayout" Target="../slideLayouts/slideLayout182.xml"/><Relationship Id="rId16" Type="http://schemas.openxmlformats.org/officeDocument/2006/relationships/slideLayout" Target="../slideLayouts/slideLayout183.xml"/><Relationship Id="rId17" Type="http://schemas.openxmlformats.org/officeDocument/2006/relationships/slideLayout" Target="../slideLayouts/slideLayout184.xml"/><Relationship Id="rId18" Type="http://schemas.openxmlformats.org/officeDocument/2006/relationships/slideLayout" Target="../slideLayouts/slideLayout185.xml"/><Relationship Id="rId19" Type="http://schemas.openxmlformats.org/officeDocument/2006/relationships/slideLayout" Target="../slideLayouts/slideLayout186.xml"/><Relationship Id="rId20" Type="http://schemas.openxmlformats.org/officeDocument/2006/relationships/slideLayout" Target="../slideLayouts/slideLayout187.xml"/><Relationship Id="rId21" Type="http://schemas.openxmlformats.org/officeDocument/2006/relationships/slideLayout" Target="../slideLayouts/slideLayout188.xml"/><Relationship Id="rId22" Type="http://schemas.openxmlformats.org/officeDocument/2006/relationships/slideLayout" Target="../slideLayouts/slideLayout189.xml"/><Relationship Id="rId23" Type="http://schemas.openxmlformats.org/officeDocument/2006/relationships/slideLayout" Target="../slideLayouts/slideLayout190.xml"/><Relationship Id="rId2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1.xml"/><Relationship Id="rId2" Type="http://schemas.openxmlformats.org/officeDocument/2006/relationships/slideLayout" Target="../slideLayouts/slideLayout192.xml"/><Relationship Id="rId3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95.xml"/><Relationship Id="rId6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197.xml"/><Relationship Id="rId8" Type="http://schemas.openxmlformats.org/officeDocument/2006/relationships/slideLayout" Target="../slideLayouts/slideLayout198.xml"/><Relationship Id="rId9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200.xml"/><Relationship Id="rId11" Type="http://schemas.openxmlformats.org/officeDocument/2006/relationships/slideLayout" Target="../slideLayouts/slideLayout201.xml"/><Relationship Id="rId12" Type="http://schemas.openxmlformats.org/officeDocument/2006/relationships/slideLayout" Target="../slideLayouts/slideLayout202.xml"/><Relationship Id="rId13" Type="http://schemas.openxmlformats.org/officeDocument/2006/relationships/slideLayout" Target="../slideLayouts/slideLayout203.xml"/><Relationship Id="rId14" Type="http://schemas.openxmlformats.org/officeDocument/2006/relationships/slideLayout" Target="../slideLayouts/slideLayout204.xml"/><Relationship Id="rId15" Type="http://schemas.openxmlformats.org/officeDocument/2006/relationships/slideLayout" Target="../slideLayouts/slideLayout205.xml"/><Relationship Id="rId16" Type="http://schemas.openxmlformats.org/officeDocument/2006/relationships/slideLayout" Target="../slideLayouts/slideLayout206.xml"/><Relationship Id="rId17" Type="http://schemas.openxmlformats.org/officeDocument/2006/relationships/slideLayout" Target="../slideLayouts/slideLayout207.xml"/><Relationship Id="rId18" Type="http://schemas.openxmlformats.org/officeDocument/2006/relationships/slideLayout" Target="../slideLayouts/slideLayout208.xml"/><Relationship Id="rId19" Type="http://schemas.openxmlformats.org/officeDocument/2006/relationships/slideLayout" Target="../slideLayouts/slideLayout209.xml"/><Relationship Id="rId20" Type="http://schemas.openxmlformats.org/officeDocument/2006/relationships/slideLayout" Target="../slideLayouts/slideLayout210.xml"/><Relationship Id="rId21" Type="http://schemas.openxmlformats.org/officeDocument/2006/relationships/slideLayout" Target="../slideLayouts/slideLayout211.xml"/><Relationship Id="rId22" Type="http://schemas.openxmlformats.org/officeDocument/2006/relationships/slideLayout" Target="../slideLayouts/slideLayout212.xml"/><Relationship Id="rId23" Type="http://schemas.openxmlformats.org/officeDocument/2006/relationships/slideLayout" Target="../slideLayouts/slideLayout213.xml"/><Relationship Id="rId24" Type="http://schemas.openxmlformats.org/officeDocument/2006/relationships/slideLayout" Target="../slideLayouts/slideLayout214.xml"/><Relationship Id="rId25" Type="http://schemas.openxmlformats.org/officeDocument/2006/relationships/slideLayout" Target="../slideLayouts/slideLayout215.xml"/><Relationship Id="rId26" Type="http://schemas.openxmlformats.org/officeDocument/2006/relationships/slideLayout" Target="../slideLayouts/slideLayout216.xml"/><Relationship Id="rId27" Type="http://schemas.openxmlformats.org/officeDocument/2006/relationships/slideLayout" Target="../slideLayouts/slideLayout217.xml"/><Relationship Id="rId28" Type="http://schemas.openxmlformats.org/officeDocument/2006/relationships/slideLayout" Target="../slideLayouts/slideLayout218.xml"/><Relationship Id="rId29" Type="http://schemas.openxmlformats.org/officeDocument/2006/relationships/slideLayout" Target="../slideLayouts/slideLayout219.xml"/><Relationship Id="rId30" Type="http://schemas.openxmlformats.org/officeDocument/2006/relationships/slideLayout" Target="../slideLayouts/slideLayout220.xml"/><Relationship Id="rId31" Type="http://schemas.openxmlformats.org/officeDocument/2006/relationships/slideLayout" Target="../slideLayouts/slideLayout221.xml"/><Relationship Id="rId32" Type="http://schemas.openxmlformats.org/officeDocument/2006/relationships/slideLayout" Target="../slideLayouts/slideLayout222.xml"/><Relationship Id="rId33" Type="http://schemas.openxmlformats.org/officeDocument/2006/relationships/slideLayout" Target="../slideLayouts/slideLayout223.xml"/><Relationship Id="rId34" Type="http://schemas.openxmlformats.org/officeDocument/2006/relationships/slideLayout" Target="../slideLayouts/slideLayout224.xml"/><Relationship Id="rId35" Type="http://schemas.openxmlformats.org/officeDocument/2006/relationships/slideLayout" Target="../slideLayouts/slideLayout225.xml"/><Relationship Id="rId36" Type="http://schemas.openxmlformats.org/officeDocument/2006/relationships/slideLayout" Target="../slideLayouts/slideLayout226.xml"/><Relationship Id="rId37" Type="http://schemas.openxmlformats.org/officeDocument/2006/relationships/slideLayout" Target="../slideLayouts/slideLayout227.xml"/><Relationship Id="rId38" Type="http://schemas.openxmlformats.org/officeDocument/2006/relationships/slideLayout" Target="../slideLayouts/slideLayout228.xml"/><Relationship Id="rId39" Type="http://schemas.openxmlformats.org/officeDocument/2006/relationships/slideLayout" Target="../slideLayouts/slideLayout229.xml"/><Relationship Id="rId40" Type="http://schemas.openxmlformats.org/officeDocument/2006/relationships/slideLayout" Target="../slideLayouts/slideLayout230.xml"/><Relationship Id="rId41" Type="http://schemas.openxmlformats.org/officeDocument/2006/relationships/slideLayout" Target="../slideLayouts/slideLayout231.xml"/><Relationship Id="rId42" Type="http://schemas.openxmlformats.org/officeDocument/2006/relationships/slideLayout" Target="../slideLayouts/slideLayout232.xml"/><Relationship Id="rId43" Type="http://schemas.openxmlformats.org/officeDocument/2006/relationships/slideLayout" Target="../slideLayouts/slideLayout233.xml"/><Relationship Id="rId44" Type="http://schemas.openxmlformats.org/officeDocument/2006/relationships/slideLayout" Target="../slideLayouts/slideLayout234.xml"/><Relationship Id="rId45" Type="http://schemas.openxmlformats.org/officeDocument/2006/relationships/slideLayout" Target="../slideLayouts/slideLayout235.xml"/><Relationship Id="rId46" Type="http://schemas.openxmlformats.org/officeDocument/2006/relationships/slideLayout" Target="../slideLayouts/slideLayout236.xml"/><Relationship Id="rId47" Type="http://schemas.openxmlformats.org/officeDocument/2006/relationships/slideLayout" Target="../slideLayouts/slideLayout237.xml"/><Relationship Id="rId48" Type="http://schemas.openxmlformats.org/officeDocument/2006/relationships/slideLayout" Target="../slideLayouts/slideLayout238.xml"/><Relationship Id="rId49" Type="http://schemas.openxmlformats.org/officeDocument/2006/relationships/slideLayout" Target="../slideLayouts/slideLayout239.xml"/><Relationship Id="rId50" Type="http://schemas.openxmlformats.org/officeDocument/2006/relationships/slideLayout" Target="../slideLayouts/slideLayout240.xml"/><Relationship Id="rId51" Type="http://schemas.openxmlformats.org/officeDocument/2006/relationships/slideLayout" Target="../slideLayouts/slideLayout241.xml"/><Relationship Id="rId52" Type="http://schemas.openxmlformats.org/officeDocument/2006/relationships/slideLayout" Target="../slideLayouts/slideLayout242.xml"/><Relationship Id="rId53" Type="http://schemas.openxmlformats.org/officeDocument/2006/relationships/slideLayout" Target="../slideLayouts/slideLayout243.xml"/><Relationship Id="rId54" Type="http://schemas.openxmlformats.org/officeDocument/2006/relationships/slideLayout" Target="../slideLayouts/slideLayout244.xml"/><Relationship Id="rId55" Type="http://schemas.openxmlformats.org/officeDocument/2006/relationships/slideLayout" Target="../slideLayouts/slideLayout245.xml"/><Relationship Id="rId56" Type="http://schemas.openxmlformats.org/officeDocument/2006/relationships/slideLayout" Target="../slideLayouts/slideLayout246.xml"/><Relationship Id="rId57" Type="http://schemas.openxmlformats.org/officeDocument/2006/relationships/slideLayout" Target="../slideLayouts/slideLayout247.xml"/><Relationship Id="rId5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D0CA9CB-3142-BBAA-32C4-B3DCCAC2D513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10893C6-3014-4826-A62B-BDF5E148F657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Rounded Rectangle 10">
            <a:extLst>
              <a:ext uri="{FF2B5EF4-FFF2-40B4-BE49-F238E27FC236}">
                <a16:creationId xmlns:a16="http://schemas.microsoft.com/office/drawing/2014/main" id="{7E5D0430-E85D-E43F-EEFB-FAC44907087A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689B8-DDB3-A12D-EECC-43640F00C9EC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1ADA035-5338-4441-AD98-E6BAF6B81331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Rounded Rectangle 10">
            <a:extLst>
              <a:ext uri="{FF2B5EF4-FFF2-40B4-BE49-F238E27FC236}">
                <a16:creationId xmlns:a16="http://schemas.microsoft.com/office/drawing/2014/main" id="{49FFA53E-1080-1976-9A24-28EAD8E34603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</p:spTree>
    <p:extLst>
      <p:ext uri="{BB962C8B-B14F-4D97-AF65-F5344CB8AC3E}">
        <p14:creationId xmlns:p14="http://schemas.microsoft.com/office/powerpoint/2010/main" val="281603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  <p:sldLayoutId id="2147483757" r:id="rId53"/>
    <p:sldLayoutId id="2147483758" r:id="rId54"/>
    <p:sldLayoutId id="2147483759" r:id="rId5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2B8718-2F1D-08C7-34C0-9E5D0CFC02FB}"/>
              </a:ext>
            </a:extLst>
          </p:cNvPr>
          <p:cNvSpPr txBox="1"/>
          <p:nvPr/>
        </p:nvSpPr>
        <p:spPr>
          <a:xfrm>
            <a:off x="129789" y="6506678"/>
            <a:ext cx="2743200" cy="2484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90DB9B8-1526-4A95-B878-FE8E5FCD80E5}" type="slidenum">
              <a:t>‹#›</a:t>
            </a:fld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Rounded Rectangle 10">
            <a:extLst>
              <a:ext uri="{FF2B5EF4-FFF2-40B4-BE49-F238E27FC236}">
                <a16:creationId xmlns:a16="http://schemas.microsoft.com/office/drawing/2014/main" id="{55549D98-AC69-C60C-67D4-69C397372B9C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42433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Campaign Name</a:t>
            </a:r>
          </a:p>
        </p:txBody>
      </p:sp>
    </p:spTree>
    <p:extLst>
      <p:ext uri="{BB962C8B-B14F-4D97-AF65-F5344CB8AC3E}">
        <p14:creationId xmlns:p14="http://schemas.microsoft.com/office/powerpoint/2010/main" val="331168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796" r:id="rId36"/>
    <p:sldLayoutId id="2147483797" r:id="rId37"/>
    <p:sldLayoutId id="2147483798" r:id="rId38"/>
    <p:sldLayoutId id="2147483799" r:id="rId39"/>
    <p:sldLayoutId id="2147483800" r:id="rId40"/>
    <p:sldLayoutId id="2147483801" r:id="rId41"/>
    <p:sldLayoutId id="2147483802" r:id="rId42"/>
    <p:sldLayoutId id="2147483803" r:id="rId43"/>
    <p:sldLayoutId id="2147483804" r:id="rId44"/>
    <p:sldLayoutId id="2147483805" r:id="rId45"/>
    <p:sldLayoutId id="2147483806" r:id="rId46"/>
    <p:sldLayoutId id="2147483807" r:id="rId47"/>
    <p:sldLayoutId id="2147483808" r:id="rId48"/>
    <p:sldLayoutId id="2147483809" r:id="rId49"/>
    <p:sldLayoutId id="2147483810" r:id="rId50"/>
    <p:sldLayoutId id="2147483811" r:id="rId51"/>
    <p:sldLayoutId id="2147483812" r:id="rId52"/>
    <p:sldLayoutId id="2147483813" r:id="rId53"/>
    <p:sldLayoutId id="2147483814" r:id="rId54"/>
    <p:sldLayoutId id="2147483815" r:id="rId55"/>
    <p:sldLayoutId id="2147483816" r:id="rId56"/>
    <p:sldLayoutId id="2147483817" r:id="rId5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818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  <p:sldLayoutId id="2147483838" r:id="rId20"/>
    <p:sldLayoutId id="2147483839" r:id="rId21"/>
    <p:sldLayoutId id="2147483840" r:id="rId22"/>
    <p:sldLayoutId id="2147483841" r:id="rId23"/>
  </p:sldLayoutIdLst>
  <p:transition spd="med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4775A5-A111-ACFF-CC14-A7D3B3DA0350}"/>
              </a:ext>
            </a:extLst>
          </p:cNvPr>
          <p:cNvSpPr txBox="1">
            <a:spLocks/>
          </p:cNvSpPr>
          <p:nvPr userDrawn="1"/>
        </p:nvSpPr>
        <p:spPr>
          <a:xfrm>
            <a:off x="129794" y="6506680"/>
            <a:ext cx="2743200" cy="24848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DB35834-5EB2-EA4A-BDF6-95C774D8EF02}" type="slidenum">
              <a:rPr lang="en-US" sz="1000" smtClean="0"/>
              <a:pPr algn="l"/>
              <a:t>‹#›</a:t>
            </a:fld>
            <a:endParaRPr lang="en-US" sz="100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255E0C-3BC5-962F-3A4E-306FF0F26EC0}"/>
              </a:ext>
            </a:extLst>
          </p:cNvPr>
          <p:cNvSpPr/>
          <p:nvPr userDrawn="1"/>
        </p:nvSpPr>
        <p:spPr>
          <a:xfrm>
            <a:off x="326439" y="307808"/>
            <a:ext cx="1179772" cy="258553"/>
          </a:xfrm>
          <a:prstGeom prst="roundRect">
            <a:avLst>
              <a:gd name="adj" fmla="val 50000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algn="ctr"/>
            <a:r>
              <a:rPr lang="en-US" sz="900">
                <a:solidFill>
                  <a:sysClr val="windowText" lastClr="000000"/>
                </a:solidFill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Campaign Name</a:t>
            </a:r>
          </a:p>
        </p:txBody>
      </p:sp>
    </p:spTree>
    <p:extLst>
      <p:ext uri="{BB962C8B-B14F-4D97-AF65-F5344CB8AC3E}">
        <p14:creationId xmlns:p14="http://schemas.microsoft.com/office/powerpoint/2010/main" val="434695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  <p:sldLayoutId id="2147483860" r:id="rId18"/>
    <p:sldLayoutId id="2147483861" r:id="rId19"/>
    <p:sldLayoutId id="2147483862" r:id="rId20"/>
    <p:sldLayoutId id="2147483863" r:id="rId21"/>
    <p:sldLayoutId id="2147483864" r:id="rId22"/>
    <p:sldLayoutId id="2147483865" r:id="rId23"/>
    <p:sldLayoutId id="2147483866" r:id="rId24"/>
    <p:sldLayoutId id="2147483867" r:id="rId25"/>
    <p:sldLayoutId id="2147483868" r:id="rId26"/>
    <p:sldLayoutId id="2147483869" r:id="rId27"/>
    <p:sldLayoutId id="2147483870" r:id="rId28"/>
    <p:sldLayoutId id="2147483871" r:id="rId29"/>
    <p:sldLayoutId id="2147483872" r:id="rId30"/>
    <p:sldLayoutId id="2147483873" r:id="rId31"/>
    <p:sldLayoutId id="2147483874" r:id="rId32"/>
    <p:sldLayoutId id="2147483875" r:id="rId33"/>
    <p:sldLayoutId id="2147483876" r:id="rId34"/>
    <p:sldLayoutId id="2147483877" r:id="rId35"/>
    <p:sldLayoutId id="2147483878" r:id="rId36"/>
    <p:sldLayoutId id="2147483879" r:id="rId37"/>
    <p:sldLayoutId id="2147483880" r:id="rId38"/>
    <p:sldLayoutId id="2147483881" r:id="rId39"/>
    <p:sldLayoutId id="2147483882" r:id="rId40"/>
    <p:sldLayoutId id="2147483883" r:id="rId41"/>
    <p:sldLayoutId id="2147483884" r:id="rId42"/>
    <p:sldLayoutId id="2147483885" r:id="rId43"/>
    <p:sldLayoutId id="2147483886" r:id="rId44"/>
    <p:sldLayoutId id="2147483887" r:id="rId45"/>
    <p:sldLayoutId id="2147483888" r:id="rId46"/>
    <p:sldLayoutId id="2147483889" r:id="rId47"/>
    <p:sldLayoutId id="2147483890" r:id="rId48"/>
    <p:sldLayoutId id="2147483891" r:id="rId49"/>
    <p:sldLayoutId id="2147483892" r:id="rId50"/>
    <p:sldLayoutId id="2147483893" r:id="rId51"/>
    <p:sldLayoutId id="2147483894" r:id="rId52"/>
    <p:sldLayoutId id="2147483895" r:id="rId53"/>
    <p:sldLayoutId id="2147483896" r:id="rId54"/>
    <p:sldLayoutId id="2147483897" r:id="rId55"/>
    <p:sldLayoutId id="2147483898" r:id="rId56"/>
    <p:sldLayoutId id="2147483899" r:id="rId5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image" Target="../media/image10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g"/><Relationship Id="rId7" Type="http://schemas.openxmlformats.org/officeDocument/2006/relationships/image" Target="../media/image1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7">
            <a:extLst>
              <a:ext uri="{FF2B5EF4-FFF2-40B4-BE49-F238E27FC236}">
                <a16:creationId xmlns:a16="http://schemas.microsoft.com/office/drawing/2014/main" id="{4FBA7442-F223-28D0-98F4-694CC207189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252" y="276962"/>
            <a:ext cx="11685071" cy="63163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F90FCE0A-FA66-A379-7E29-2DB4F567BEBB}"/>
              </a:ext>
            </a:extLst>
          </p:cNvPr>
          <p:cNvSpPr txBox="1"/>
          <p:nvPr/>
        </p:nvSpPr>
        <p:spPr>
          <a:xfrm>
            <a:off x="256672" y="3418648"/>
            <a:ext cx="11685071" cy="9233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rPr>
              <a:t>Total BBC Audience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itchFamily="18"/>
              <a:ea typeface="Georgia" pitchFamily="18"/>
              <a:cs typeface="Georgia" pitchFamily="18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CC791E6-1502-EF39-661D-D22A3A1EAC91}"/>
              </a:ext>
            </a:extLst>
          </p:cNvPr>
          <p:cNvSpPr txBox="1"/>
          <p:nvPr/>
        </p:nvSpPr>
        <p:spPr>
          <a:xfrm>
            <a:off x="266008" y="3090443"/>
            <a:ext cx="11669316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BBC Audience Reach and Profiles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D3B9B938-2BEB-4C3A-4669-33A349CADDB0}"/>
              </a:ext>
            </a:extLst>
          </p:cNvPr>
          <p:cNvSpPr/>
          <p:nvPr/>
        </p:nvSpPr>
        <p:spPr>
          <a:xfrm>
            <a:off x="5502904" y="2667789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0000">
              <a:alpha val="27843"/>
            </a:srgbClr>
          </a:solidFill>
          <a:ln w="9528" cap="flat">
            <a:solidFill>
              <a:srgbClr val="FFFFFF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BBC Audience</a:t>
            </a:r>
          </a:p>
        </p:txBody>
      </p:sp>
      <p:pic>
        <p:nvPicPr>
          <p:cNvPr id="6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4429284F-D133-2786-A876-EB87E17BD2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F2A3E-2198-6579-9B62-237B6C22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3669CCA-C3DC-127B-10C9-75DA6B013D57}"/>
              </a:ext>
            </a:extLst>
          </p:cNvPr>
          <p:cNvSpPr/>
          <p:nvPr/>
        </p:nvSpPr>
        <p:spPr>
          <a:xfrm>
            <a:off x="1006004" y="2623147"/>
            <a:ext cx="2655183" cy="5106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4B8966-24A4-D282-5296-07DBA24BF1BE}"/>
              </a:ext>
            </a:extLst>
          </p:cNvPr>
          <p:cNvSpPr txBox="1"/>
          <p:nvPr/>
        </p:nvSpPr>
        <p:spPr>
          <a:xfrm>
            <a:off x="344446" y="1180555"/>
            <a:ext cx="7034761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BC Reith Serif" panose="02040603040305030204" pitchFamily="18" charset="0"/>
                <a:ea typeface="BBC Reith Serif" panose="02040603040305030204" pitchFamily="18" charset="0"/>
                <a:cs typeface="BBC Reith Serif" panose="02040603040305030204" pitchFamily="18" charset="0"/>
              </a:rPr>
              <a:t>(I16) [PLATFORM] reach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A9B008-CB49-4339-3B6A-126714A112C7}"/>
              </a:ext>
            </a:extLst>
          </p:cNvPr>
          <p:cNvSpPr txBox="1"/>
          <p:nvPr/>
        </p:nvSpPr>
        <p:spPr>
          <a:xfrm>
            <a:off x="344447" y="749668"/>
            <a:ext cx="5516026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BC Reith Sans Light" panose="020B0603020204020204" pitchFamily="34" charset="0"/>
                <a:ea typeface="BBC Reith Sans Light" panose="020B0603020204020204" pitchFamily="34" charset="0"/>
                <a:cs typeface="BBC Reith Sans Light" panose="020B0603020204020204" pitchFamily="34" charset="0"/>
              </a:rPr>
              <a:t>Reaching global [AUDIENCE] audiences at scale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BC Reith Sans Light" panose="020B0603020204020204" pitchFamily="34" charset="0"/>
              <a:ea typeface="BBC Reith Sans Light" panose="020B0603020204020204" pitchFamily="34" charset="0"/>
              <a:cs typeface="BBC Reith Sans Light" panose="020B0603020204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D04D27-FBDC-ACBB-8395-F4852D9C111D}"/>
              </a:ext>
            </a:extLst>
          </p:cNvPr>
          <p:cNvSpPr txBox="1"/>
          <p:nvPr/>
        </p:nvSpPr>
        <p:spPr>
          <a:xfrm>
            <a:off x="6754091" y="7897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" name="Table North America">
            <a:extLst>
              <a:ext uri="{FF2B5EF4-FFF2-40B4-BE49-F238E27FC236}">
                <a16:creationId xmlns:a16="http://schemas.microsoft.com/office/drawing/2014/main" id="{EB1E8BF3-B359-506C-279E-66F646212657}"/>
              </a:ext>
            </a:extLst>
          </p:cNvPr>
          <p:cNvGraphicFramePr>
            <a:graphicFrameLocks noGrp="1"/>
          </p:cNvGraphicFramePr>
          <p:nvPr/>
        </p:nvGraphicFramePr>
        <p:xfrm>
          <a:off x="1179249" y="2687892"/>
          <a:ext cx="2308691" cy="3962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28977">
                  <a:extLst>
                    <a:ext uri="{9D8B030D-6E8A-4147-A177-3AD203B41FA5}">
                      <a16:colId xmlns:a16="http://schemas.microsoft.com/office/drawing/2014/main" val="2074110287"/>
                    </a:ext>
                  </a:extLst>
                </a:gridCol>
                <a:gridCol w="735385">
                  <a:extLst>
                    <a:ext uri="{9D8B030D-6E8A-4147-A177-3AD203B41FA5}">
                      <a16:colId xmlns:a16="http://schemas.microsoft.com/office/drawing/2014/main" val="1069347791"/>
                    </a:ext>
                  </a:extLst>
                </a:gridCol>
                <a:gridCol w="644329">
                  <a:extLst>
                    <a:ext uri="{9D8B030D-6E8A-4147-A177-3AD203B41FA5}">
                      <a16:colId xmlns:a16="http://schemas.microsoft.com/office/drawing/2014/main" val="1938686206"/>
                    </a:ext>
                  </a:extLst>
                </a:gridCol>
              </a:tblGrid>
              <a:tr h="127592">
                <a:tc>
                  <a:txBody>
                    <a:bodyPr/>
                    <a:lstStyle/>
                    <a:p>
                      <a:r>
                        <a:rPr lang="en-GB" sz="700" b="1" dirty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North America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(Vol)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 dirty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96741"/>
                  </a:ext>
                </a:extLst>
              </a:tr>
              <a:tr h="127592">
                <a:tc>
                  <a:txBody>
                    <a:bodyPr/>
                    <a:lstStyle/>
                    <a:p>
                      <a:r>
                        <a:rPr lang="en-GB" sz="70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[PLATFORM]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(I33)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 dirty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(L33)%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439746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AA761F-1614-05E2-CADA-98605CC6608F}"/>
              </a:ext>
            </a:extLst>
          </p:cNvPr>
          <p:cNvSpPr/>
          <p:nvPr/>
        </p:nvSpPr>
        <p:spPr>
          <a:xfrm>
            <a:off x="4298775" y="2012580"/>
            <a:ext cx="2655183" cy="5106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8" name="Table North America">
            <a:extLst>
              <a:ext uri="{FF2B5EF4-FFF2-40B4-BE49-F238E27FC236}">
                <a16:creationId xmlns:a16="http://schemas.microsoft.com/office/drawing/2014/main" id="{6D52D311-C8D6-FDF8-E236-D060F079BEB5}"/>
              </a:ext>
            </a:extLst>
          </p:cNvPr>
          <p:cNvGraphicFramePr>
            <a:graphicFrameLocks noGrp="1"/>
          </p:cNvGraphicFramePr>
          <p:nvPr/>
        </p:nvGraphicFramePr>
        <p:xfrm>
          <a:off x="4458165" y="2077325"/>
          <a:ext cx="2308691" cy="3962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28977">
                  <a:extLst>
                    <a:ext uri="{9D8B030D-6E8A-4147-A177-3AD203B41FA5}">
                      <a16:colId xmlns:a16="http://schemas.microsoft.com/office/drawing/2014/main" val="2074110287"/>
                    </a:ext>
                  </a:extLst>
                </a:gridCol>
                <a:gridCol w="735385">
                  <a:extLst>
                    <a:ext uri="{9D8B030D-6E8A-4147-A177-3AD203B41FA5}">
                      <a16:colId xmlns:a16="http://schemas.microsoft.com/office/drawing/2014/main" val="1069347791"/>
                    </a:ext>
                  </a:extLst>
                </a:gridCol>
                <a:gridCol w="644329">
                  <a:extLst>
                    <a:ext uri="{9D8B030D-6E8A-4147-A177-3AD203B41FA5}">
                      <a16:colId xmlns:a16="http://schemas.microsoft.com/office/drawing/2014/main" val="1938686206"/>
                    </a:ext>
                  </a:extLst>
                </a:gridCol>
              </a:tblGrid>
              <a:tr h="127592">
                <a:tc>
                  <a:txBody>
                    <a:bodyPr/>
                    <a:lstStyle/>
                    <a:p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Europe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(Vol)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96741"/>
                  </a:ext>
                </a:extLst>
              </a:tr>
              <a:tr h="127592">
                <a:tc>
                  <a:txBody>
                    <a:bodyPr/>
                    <a:lstStyle/>
                    <a:p>
                      <a:r>
                        <a:rPr lang="en-GB" sz="70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[PLATFORM]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 dirty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(I35)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 dirty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(L35)%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439746"/>
                  </a:ext>
                </a:extLst>
              </a:tr>
            </a:tbl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8B7CC40-652D-5809-4199-22BFCCD82AE5}"/>
              </a:ext>
            </a:extLst>
          </p:cNvPr>
          <p:cNvSpPr/>
          <p:nvPr/>
        </p:nvSpPr>
        <p:spPr>
          <a:xfrm>
            <a:off x="8087003" y="2579275"/>
            <a:ext cx="2655183" cy="5106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8" name="Table North America">
            <a:extLst>
              <a:ext uri="{FF2B5EF4-FFF2-40B4-BE49-F238E27FC236}">
                <a16:creationId xmlns:a16="http://schemas.microsoft.com/office/drawing/2014/main" id="{3C1E4E07-2F9B-FD30-CFD1-A30890F97AC8}"/>
              </a:ext>
            </a:extLst>
          </p:cNvPr>
          <p:cNvGraphicFramePr>
            <a:graphicFrameLocks noGrp="1"/>
          </p:cNvGraphicFramePr>
          <p:nvPr/>
        </p:nvGraphicFramePr>
        <p:xfrm>
          <a:off x="8260248" y="2644020"/>
          <a:ext cx="2308691" cy="3962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28977">
                  <a:extLst>
                    <a:ext uri="{9D8B030D-6E8A-4147-A177-3AD203B41FA5}">
                      <a16:colId xmlns:a16="http://schemas.microsoft.com/office/drawing/2014/main" val="2074110287"/>
                    </a:ext>
                  </a:extLst>
                </a:gridCol>
                <a:gridCol w="735385">
                  <a:extLst>
                    <a:ext uri="{9D8B030D-6E8A-4147-A177-3AD203B41FA5}">
                      <a16:colId xmlns:a16="http://schemas.microsoft.com/office/drawing/2014/main" val="1069347791"/>
                    </a:ext>
                  </a:extLst>
                </a:gridCol>
                <a:gridCol w="644329">
                  <a:extLst>
                    <a:ext uri="{9D8B030D-6E8A-4147-A177-3AD203B41FA5}">
                      <a16:colId xmlns:a16="http://schemas.microsoft.com/office/drawing/2014/main" val="1938686206"/>
                    </a:ext>
                  </a:extLst>
                </a:gridCol>
              </a:tblGrid>
              <a:tr h="127592">
                <a:tc>
                  <a:txBody>
                    <a:bodyPr/>
                    <a:lstStyle/>
                    <a:p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APAC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(Vol)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96741"/>
                  </a:ext>
                </a:extLst>
              </a:tr>
              <a:tr h="127592">
                <a:tc>
                  <a:txBody>
                    <a:bodyPr/>
                    <a:lstStyle/>
                    <a:p>
                      <a:r>
                        <a:rPr lang="en-GB" sz="70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[PLATFORM]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 dirty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(I39)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 dirty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(L39)%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439746"/>
                  </a:ext>
                </a:extLst>
              </a:tr>
            </a:tbl>
          </a:graphicData>
        </a:graphic>
      </p:graphicFrame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BFBB475-5EDB-08CB-3085-E5929D3DFF73}"/>
              </a:ext>
            </a:extLst>
          </p:cNvPr>
          <p:cNvSpPr/>
          <p:nvPr/>
        </p:nvSpPr>
        <p:spPr>
          <a:xfrm>
            <a:off x="4035893" y="3472233"/>
            <a:ext cx="2655183" cy="5106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1" name="Table North America">
            <a:extLst>
              <a:ext uri="{FF2B5EF4-FFF2-40B4-BE49-F238E27FC236}">
                <a16:creationId xmlns:a16="http://schemas.microsoft.com/office/drawing/2014/main" id="{6D48F421-5507-6094-FC44-7B00DB7FE910}"/>
              </a:ext>
            </a:extLst>
          </p:cNvPr>
          <p:cNvGraphicFramePr>
            <a:graphicFrameLocks noGrp="1"/>
          </p:cNvGraphicFramePr>
          <p:nvPr/>
        </p:nvGraphicFramePr>
        <p:xfrm>
          <a:off x="4209138" y="3536978"/>
          <a:ext cx="2308691" cy="3962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28977">
                  <a:extLst>
                    <a:ext uri="{9D8B030D-6E8A-4147-A177-3AD203B41FA5}">
                      <a16:colId xmlns:a16="http://schemas.microsoft.com/office/drawing/2014/main" val="2074110287"/>
                    </a:ext>
                  </a:extLst>
                </a:gridCol>
                <a:gridCol w="735385">
                  <a:extLst>
                    <a:ext uri="{9D8B030D-6E8A-4147-A177-3AD203B41FA5}">
                      <a16:colId xmlns:a16="http://schemas.microsoft.com/office/drawing/2014/main" val="1069347791"/>
                    </a:ext>
                  </a:extLst>
                </a:gridCol>
                <a:gridCol w="644329">
                  <a:extLst>
                    <a:ext uri="{9D8B030D-6E8A-4147-A177-3AD203B41FA5}">
                      <a16:colId xmlns:a16="http://schemas.microsoft.com/office/drawing/2014/main" val="1938686206"/>
                    </a:ext>
                  </a:extLst>
                </a:gridCol>
              </a:tblGrid>
              <a:tr h="127592">
                <a:tc>
                  <a:txBody>
                    <a:bodyPr/>
                    <a:lstStyle/>
                    <a:p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Africa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(Vol)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96741"/>
                  </a:ext>
                </a:extLst>
              </a:tr>
              <a:tr h="127592">
                <a:tc>
                  <a:txBody>
                    <a:bodyPr/>
                    <a:lstStyle/>
                    <a:p>
                      <a:r>
                        <a:rPr lang="en-GB" sz="70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[PLATFORM]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(I37)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(L37)%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439746"/>
                  </a:ext>
                </a:extLst>
              </a:tr>
            </a:tbl>
          </a:graphicData>
        </a:graphic>
      </p:graphicFrame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A25279D-9F3F-8C69-6660-C439BC4DE506}"/>
              </a:ext>
            </a:extLst>
          </p:cNvPr>
          <p:cNvSpPr/>
          <p:nvPr/>
        </p:nvSpPr>
        <p:spPr>
          <a:xfrm>
            <a:off x="7661660" y="4116241"/>
            <a:ext cx="2655183" cy="5106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3" name="Table North America">
            <a:extLst>
              <a:ext uri="{FF2B5EF4-FFF2-40B4-BE49-F238E27FC236}">
                <a16:creationId xmlns:a16="http://schemas.microsoft.com/office/drawing/2014/main" id="{B3DF6AA0-00DD-978D-06D0-0C2A578DD5E0}"/>
              </a:ext>
            </a:extLst>
          </p:cNvPr>
          <p:cNvGraphicFramePr>
            <a:graphicFrameLocks noGrp="1"/>
          </p:cNvGraphicFramePr>
          <p:nvPr/>
        </p:nvGraphicFramePr>
        <p:xfrm>
          <a:off x="7834905" y="4180986"/>
          <a:ext cx="2308691" cy="3962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28977">
                  <a:extLst>
                    <a:ext uri="{9D8B030D-6E8A-4147-A177-3AD203B41FA5}">
                      <a16:colId xmlns:a16="http://schemas.microsoft.com/office/drawing/2014/main" val="2074110287"/>
                    </a:ext>
                  </a:extLst>
                </a:gridCol>
                <a:gridCol w="735385">
                  <a:extLst>
                    <a:ext uri="{9D8B030D-6E8A-4147-A177-3AD203B41FA5}">
                      <a16:colId xmlns:a16="http://schemas.microsoft.com/office/drawing/2014/main" val="1069347791"/>
                    </a:ext>
                  </a:extLst>
                </a:gridCol>
                <a:gridCol w="644329">
                  <a:extLst>
                    <a:ext uri="{9D8B030D-6E8A-4147-A177-3AD203B41FA5}">
                      <a16:colId xmlns:a16="http://schemas.microsoft.com/office/drawing/2014/main" val="1938686206"/>
                    </a:ext>
                  </a:extLst>
                </a:gridCol>
              </a:tblGrid>
              <a:tr h="127592">
                <a:tc>
                  <a:txBody>
                    <a:bodyPr/>
                    <a:lstStyle/>
                    <a:p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Middle East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(Vol)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96741"/>
                  </a:ext>
                </a:extLst>
              </a:tr>
              <a:tr h="127592">
                <a:tc>
                  <a:txBody>
                    <a:bodyPr/>
                    <a:lstStyle/>
                    <a:p>
                      <a:r>
                        <a:rPr lang="en-GB" sz="70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[PLATFORM]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(I36)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(L36)%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439746"/>
                  </a:ext>
                </a:extLst>
              </a:tr>
            </a:tbl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1EC66242-F23B-7579-FC01-60DDEC1BB0B3}"/>
              </a:ext>
            </a:extLst>
          </p:cNvPr>
          <p:cNvSpPr/>
          <p:nvPr/>
        </p:nvSpPr>
        <p:spPr>
          <a:xfrm>
            <a:off x="3589937" y="2551942"/>
            <a:ext cx="141849" cy="14184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55A5AAF-DEC0-F8D8-DB52-7E62F1C8908C}"/>
              </a:ext>
            </a:extLst>
          </p:cNvPr>
          <p:cNvSpPr/>
          <p:nvPr/>
        </p:nvSpPr>
        <p:spPr>
          <a:xfrm>
            <a:off x="6855651" y="2473565"/>
            <a:ext cx="141849" cy="14184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B82EE3A-19C3-36A7-0D82-B2AD49E6FE6F}"/>
              </a:ext>
            </a:extLst>
          </p:cNvPr>
          <p:cNvSpPr/>
          <p:nvPr/>
        </p:nvSpPr>
        <p:spPr>
          <a:xfrm>
            <a:off x="10600337" y="2447440"/>
            <a:ext cx="141849" cy="14184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67F75C1-8419-C28C-B4BA-C6592E98FD50}"/>
              </a:ext>
            </a:extLst>
          </p:cNvPr>
          <p:cNvSpPr/>
          <p:nvPr/>
        </p:nvSpPr>
        <p:spPr>
          <a:xfrm>
            <a:off x="6593701" y="3940958"/>
            <a:ext cx="141849" cy="14184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16CBAD0-8A8F-AEC3-BE15-7951C16BFAA7}"/>
              </a:ext>
            </a:extLst>
          </p:cNvPr>
          <p:cNvSpPr/>
          <p:nvPr/>
        </p:nvSpPr>
        <p:spPr>
          <a:xfrm>
            <a:off x="7641732" y="3992785"/>
            <a:ext cx="141849" cy="14184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6315436-FD08-512B-7BD8-37A8FF149D6D}"/>
              </a:ext>
            </a:extLst>
          </p:cNvPr>
          <p:cNvSpPr/>
          <p:nvPr/>
        </p:nvSpPr>
        <p:spPr>
          <a:xfrm>
            <a:off x="8268952" y="4835125"/>
            <a:ext cx="2655183" cy="5106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0" name="Table North America">
            <a:extLst>
              <a:ext uri="{FF2B5EF4-FFF2-40B4-BE49-F238E27FC236}">
                <a16:creationId xmlns:a16="http://schemas.microsoft.com/office/drawing/2014/main" id="{44A21FD2-B42B-F2F3-9AB5-C8C9E228060B}"/>
              </a:ext>
            </a:extLst>
          </p:cNvPr>
          <p:cNvGraphicFramePr>
            <a:graphicFrameLocks noGrp="1"/>
          </p:cNvGraphicFramePr>
          <p:nvPr/>
        </p:nvGraphicFramePr>
        <p:xfrm>
          <a:off x="8442197" y="4899870"/>
          <a:ext cx="2308691" cy="3962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28977">
                  <a:extLst>
                    <a:ext uri="{9D8B030D-6E8A-4147-A177-3AD203B41FA5}">
                      <a16:colId xmlns:a16="http://schemas.microsoft.com/office/drawing/2014/main" val="2074110287"/>
                    </a:ext>
                  </a:extLst>
                </a:gridCol>
                <a:gridCol w="735385">
                  <a:extLst>
                    <a:ext uri="{9D8B030D-6E8A-4147-A177-3AD203B41FA5}">
                      <a16:colId xmlns:a16="http://schemas.microsoft.com/office/drawing/2014/main" val="1069347791"/>
                    </a:ext>
                  </a:extLst>
                </a:gridCol>
                <a:gridCol w="644329">
                  <a:extLst>
                    <a:ext uri="{9D8B030D-6E8A-4147-A177-3AD203B41FA5}">
                      <a16:colId xmlns:a16="http://schemas.microsoft.com/office/drawing/2014/main" val="1938686206"/>
                    </a:ext>
                  </a:extLst>
                </a:gridCol>
              </a:tblGrid>
              <a:tr h="127592">
                <a:tc>
                  <a:txBody>
                    <a:bodyPr/>
                    <a:lstStyle/>
                    <a:p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South Asia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(Vol)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96741"/>
                  </a:ext>
                </a:extLst>
              </a:tr>
              <a:tr h="127592">
                <a:tc>
                  <a:txBody>
                    <a:bodyPr/>
                    <a:lstStyle/>
                    <a:p>
                      <a:r>
                        <a:rPr lang="en-GB" sz="70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[PLATFORM]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(I38)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>
                          <a:solidFill>
                            <a:schemeClr val="bg1"/>
                          </a:solidFill>
                          <a:latin typeface="BBC Reith Sans" panose="020B0603020204020204" pitchFamily="34" charset="0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(L38)%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439746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EE8FF2B5-62CD-F000-FFCF-065F497597DF}"/>
              </a:ext>
            </a:extLst>
          </p:cNvPr>
          <p:cNvSpPr/>
          <p:nvPr/>
        </p:nvSpPr>
        <p:spPr>
          <a:xfrm>
            <a:off x="10782286" y="4722244"/>
            <a:ext cx="141849" cy="14184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E28BC73-DCD3-5B24-E5AA-B8A9A2D4C60F}"/>
              </a:ext>
            </a:extLst>
          </p:cNvPr>
          <p:cNvSpPr/>
          <p:nvPr/>
        </p:nvSpPr>
        <p:spPr>
          <a:xfrm>
            <a:off x="709913" y="3868473"/>
            <a:ext cx="2655183" cy="51063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3" name="Table North America">
            <a:extLst>
              <a:ext uri="{FF2B5EF4-FFF2-40B4-BE49-F238E27FC236}">
                <a16:creationId xmlns:a16="http://schemas.microsoft.com/office/drawing/2014/main" id="{D80A284D-DEFC-9971-F1A6-81DA03C41415}"/>
              </a:ext>
            </a:extLst>
          </p:cNvPr>
          <p:cNvGraphicFramePr>
            <a:graphicFrameLocks noGrp="1"/>
          </p:cNvGraphicFramePr>
          <p:nvPr/>
        </p:nvGraphicFramePr>
        <p:xfrm>
          <a:off x="883158" y="3933218"/>
          <a:ext cx="2308691" cy="3962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28977">
                  <a:extLst>
                    <a:ext uri="{9D8B030D-6E8A-4147-A177-3AD203B41FA5}">
                      <a16:colId xmlns:a16="http://schemas.microsoft.com/office/drawing/2014/main" val="2074110287"/>
                    </a:ext>
                  </a:extLst>
                </a:gridCol>
                <a:gridCol w="735385">
                  <a:extLst>
                    <a:ext uri="{9D8B030D-6E8A-4147-A177-3AD203B41FA5}">
                      <a16:colId xmlns:a16="http://schemas.microsoft.com/office/drawing/2014/main" val="1069347791"/>
                    </a:ext>
                  </a:extLst>
                </a:gridCol>
                <a:gridCol w="644329">
                  <a:extLst>
                    <a:ext uri="{9D8B030D-6E8A-4147-A177-3AD203B41FA5}">
                      <a16:colId xmlns:a16="http://schemas.microsoft.com/office/drawing/2014/main" val="1938686206"/>
                    </a:ext>
                  </a:extLst>
                </a:gridCol>
              </a:tblGrid>
              <a:tr h="127592">
                <a:tc>
                  <a:txBody>
                    <a:bodyPr/>
                    <a:lstStyle/>
                    <a:p>
                      <a:r>
                        <a:rPr lang="en-GB" sz="700" b="1" dirty="0">
                          <a:solidFill>
                            <a:schemeClr val="bg1"/>
                          </a:solidFill>
                          <a:latin typeface="BBC Reith Sans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Latin America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 dirty="0">
                          <a:solidFill>
                            <a:schemeClr val="bg1"/>
                          </a:solidFill>
                          <a:latin typeface="BBC Reith Sans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(Vol)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 dirty="0">
                          <a:solidFill>
                            <a:schemeClr val="bg1"/>
                          </a:solidFill>
                          <a:latin typeface="BBC Reith Sans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Reach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96741"/>
                  </a:ext>
                </a:extLst>
              </a:tr>
              <a:tr h="127592">
                <a:tc>
                  <a:txBody>
                    <a:bodyPr/>
                    <a:lstStyle/>
                    <a:p>
                      <a:r>
                        <a:rPr lang="en-GB" sz="700" dirty="0">
                          <a:solidFill>
                            <a:schemeClr val="bg1"/>
                          </a:solidFill>
                          <a:latin typeface="BBC Reith Sans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[PLATFORM]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 dirty="0">
                          <a:solidFill>
                            <a:schemeClr val="bg1"/>
                          </a:solidFill>
                          <a:latin typeface="BBC Reith Sans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(I34)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700" b="0" i="0" kern="0" dirty="0">
                          <a:solidFill>
                            <a:schemeClr val="bg1"/>
                          </a:solidFill>
                          <a:latin typeface="BBC Reith Sans"/>
                          <a:ea typeface="BBC Reith Sans" panose="020B0603020204020204" pitchFamily="34" charset="0"/>
                          <a:cs typeface="BBC Reith Sans" panose="020B0603020204020204" pitchFamily="34" charset="0"/>
                        </a:rPr>
                        <a:t>(L34)%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439746"/>
                  </a:ext>
                </a:extLst>
              </a:tr>
            </a:tbl>
          </a:graphicData>
        </a:graphic>
      </p:graphicFrame>
      <p:sp>
        <p:nvSpPr>
          <p:cNvPr id="34" name="Oval 33">
            <a:extLst>
              <a:ext uri="{FF2B5EF4-FFF2-40B4-BE49-F238E27FC236}">
                <a16:creationId xmlns:a16="http://schemas.microsoft.com/office/drawing/2014/main" id="{94A4E986-3357-30E4-B0FD-2031FA13CF37}"/>
              </a:ext>
            </a:extLst>
          </p:cNvPr>
          <p:cNvSpPr/>
          <p:nvPr/>
        </p:nvSpPr>
        <p:spPr>
          <a:xfrm>
            <a:off x="3293846" y="3797268"/>
            <a:ext cx="141849" cy="141849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75C2C0A-096E-6893-A1D7-A85579FE284D}"/>
              </a:ext>
            </a:extLst>
          </p:cNvPr>
          <p:cNvSpPr/>
          <p:nvPr/>
        </p:nvSpPr>
        <p:spPr>
          <a:xfrm>
            <a:off x="333118" y="313413"/>
            <a:ext cx="1179772" cy="258553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00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BC Reith Sans" panose="020B0603020204020204" pitchFamily="34" charset="0"/>
                <a:ea typeface="BBC Reith Sans" panose="020B0603020204020204" pitchFamily="34" charset="0"/>
                <a:cs typeface="BBC Reith Sans" panose="020B0603020204020204" pitchFamily="34" charset="0"/>
              </a:rPr>
              <a:t>Regional Reach</a:t>
            </a:r>
          </a:p>
        </p:txBody>
      </p:sp>
      <p:sp>
        <p:nvSpPr>
          <p:cNvPr id="9" name="Generated Footer 80">
            <a:extLst>
              <a:ext uri="{FF2B5EF4-FFF2-40B4-BE49-F238E27FC236}">
                <a16:creationId xmlns:a16="http://schemas.microsoft.com/office/drawing/2014/main" id="{559C5FA3-63C1-764E-6281-1AF134352E79}"/>
              </a:ext>
            </a:extLst>
          </p:cNvPr>
          <p:cNvSpPr txBox="1"/>
          <p:nvPr/>
        </p:nvSpPr>
        <p:spPr>
          <a:xfrm>
            <a:off x="334963" y="6330000"/>
            <a:ext cx="11512588" cy="47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5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Base: All Audiences (2374M) // BBC All Audiences (514M)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Source: GWI Core Survey — Waves: Q1 2026, Q2 2026, Q3 2025, Q4 2025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Markets: 51 Global Markets (Excl. China, Russia, UK)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Platform: BBC Cross Platform, Digital + TV (30 Day Reach)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FE7381B0-25D9-3C99-3816-D00780BFEF9A}"/>
              </a:ext>
            </a:extLst>
          </p:cNvPr>
          <p:cNvSpPr txBox="1"/>
          <p:nvPr/>
        </p:nvSpPr>
        <p:spPr>
          <a:xfrm>
            <a:off x="527864" y="4700903"/>
            <a:ext cx="5531964" cy="147732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9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rPr>
              <a:t>(I16)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eorgia" pitchFamily="18"/>
              <a:ea typeface="Georgia" pitchFamily="18"/>
              <a:cs typeface="Georgia" pitchFamily="1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D3F44-C86F-5ED2-185E-4A181481330A}"/>
              </a:ext>
            </a:extLst>
          </p:cNvPr>
          <p:cNvSpPr txBox="1"/>
          <p:nvPr/>
        </p:nvSpPr>
        <p:spPr>
          <a:xfrm>
            <a:off x="3991888" y="5075959"/>
            <a:ext cx="3915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BC Reith Sans Light" panose="020B0603020204020204" pitchFamily="34" charset="0"/>
                <a:ea typeface="BBC Reith Sans Light" panose="020B0603020204020204" pitchFamily="34" charset="0"/>
                <a:cs typeface="BBC Reith Sans Light" panose="020B0603020204020204" pitchFamily="34" charset="0"/>
              </a:rPr>
              <a:t>[AUDIENCE] audiences reached globally each month</a:t>
            </a:r>
            <a:endParaRPr lang="en-GB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632D7A-9F1F-C251-88A1-B223F91F3510}"/>
              </a:ext>
            </a:extLst>
          </p:cNvPr>
          <p:cNvSpPr txBox="1"/>
          <p:nvPr/>
        </p:nvSpPr>
        <p:spPr>
          <a:xfrm>
            <a:off x="3996962" y="5980000"/>
            <a:ext cx="461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BC Reith Sans Light" panose="020B0603020204020204" pitchFamily="34" charset="0"/>
                <a:ea typeface="BBC Reith Sans Light" panose="020B0603020204020204" pitchFamily="34" charset="0"/>
                <a:cs typeface="BBC Reith Sans Light" panose="020B0603020204020204" pitchFamily="34" charset="0"/>
              </a:rPr>
              <a:t>(M16) : BBC Affinity Index to [AUDIENCE] Audiences</a:t>
            </a:r>
            <a:endParaRPr lang="en-GB" sz="1100" b="1" i="1" dirty="0"/>
          </a:p>
        </p:txBody>
      </p:sp>
      <p:sp>
        <p:nvSpPr>
          <p:cNvPr id="54" name="Tagged Monthly Global Reach">
            <a:extLst>
              <a:ext uri="{FF2B5EF4-FFF2-40B4-BE49-F238E27FC236}">
                <a16:creationId xmlns:a16="http://schemas.microsoft.com/office/drawing/2014/main" id="{45632D7A-9F1F-C251-88A1-B223F91F3510}"/>
              </a:ext>
            </a:extLst>
          </p:cNvPr>
          <p:cNvSpPr txBox="1"/>
          <p:nvPr/>
        </p:nvSpPr>
        <p:spPr>
          <a:xfrm>
            <a:off x="3996962" y="5690000"/>
            <a:ext cx="461097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BC Reith Sans Light" panose="020B0603020204020204" pitchFamily="34" charset="0"/>
                <a:ea typeface="BBC Reith Sans Light" panose="020B0603020204020204" pitchFamily="34" charset="0"/>
                <a:cs typeface="BBC Reith Sans Light" panose="020B0603020204020204" pitchFamily="34" charset="0"/>
              </a:rPr>
              <a:t>(L16)% monthly global reach to [AUDIENCE] audiences</a:t>
            </a:r>
            <a:endParaRPr lang="en-GB" sz="1400" b="1" i="0" dirty="0"/>
          </a:p>
        </p:txBody>
      </p:sp>
    </p:spTree>
    <p:extLst>
      <p:ext uri="{BB962C8B-B14F-4D97-AF65-F5344CB8AC3E}">
        <p14:creationId xmlns:p14="http://schemas.microsoft.com/office/powerpoint/2010/main" val="2332235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37DC2-783B-5271-029A-EB06EBA48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D6D3E8CE-95A6-D00A-4565-E8ADC06D1442}"/>
              </a:ext>
            </a:extLst>
          </p:cNvPr>
          <p:cNvSpPr/>
          <p:nvPr/>
        </p:nvSpPr>
        <p:spPr>
          <a:xfrm>
            <a:off x="12700" y="1638300"/>
            <a:ext cx="12179300" cy="317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50">
            <a:extLst>
              <a:ext uri="{FF2B5EF4-FFF2-40B4-BE49-F238E27FC236}">
                <a16:creationId xmlns:a16="http://schemas.microsoft.com/office/drawing/2014/main" id="{355F8CEC-8804-1F94-A498-B71DB9B0873C}"/>
              </a:ext>
            </a:extLst>
          </p:cNvPr>
          <p:cNvSpPr txBox="1"/>
          <p:nvPr/>
        </p:nvSpPr>
        <p:spPr>
          <a:xfrm>
            <a:off x="344444" y="1180554"/>
            <a:ext cx="9053556" cy="3385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rPr>
              <a:t>BBC Achieves Strong Competitive Reach to Audiences</a:t>
            </a:r>
          </a:p>
        </p:txBody>
      </p:sp>
      <p:sp>
        <p:nvSpPr>
          <p:cNvPr id="5" name="TextBox 51">
            <a:extLst>
              <a:ext uri="{FF2B5EF4-FFF2-40B4-BE49-F238E27FC236}">
                <a16:creationId xmlns:a16="http://schemas.microsoft.com/office/drawing/2014/main" id="{ED12FF5E-C9FB-DB49-B71B-20766982CF99}"/>
              </a:ext>
            </a:extLst>
          </p:cNvPr>
          <p:cNvSpPr txBox="1"/>
          <p:nvPr/>
        </p:nvSpPr>
        <p:spPr>
          <a:xfrm>
            <a:off x="344445" y="749670"/>
            <a:ext cx="5873475" cy="3385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Audience Reach by Organisation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6" name="TextBox 52">
            <a:extLst>
              <a:ext uri="{FF2B5EF4-FFF2-40B4-BE49-F238E27FC236}">
                <a16:creationId xmlns:a16="http://schemas.microsoft.com/office/drawing/2014/main" id="{1D5CB55E-E3E6-9065-C94B-F5CE3BE37880}"/>
              </a:ext>
            </a:extLst>
          </p:cNvPr>
          <p:cNvSpPr txBox="1"/>
          <p:nvPr/>
        </p:nvSpPr>
        <p:spPr>
          <a:xfrm>
            <a:off x="6754087" y="789712"/>
            <a:ext cx="18472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Rounded Rectangle 31">
            <a:extLst>
              <a:ext uri="{FF2B5EF4-FFF2-40B4-BE49-F238E27FC236}">
                <a16:creationId xmlns:a16="http://schemas.microsoft.com/office/drawing/2014/main" id="{A5FE5E9D-162F-AA10-21B9-F9008896E199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chemeClr val="tx1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Competitive Reach</a:t>
            </a:r>
          </a:p>
        </p:txBody>
      </p:sp>
      <p:pic>
        <p:nvPicPr>
          <p:cNvPr id="74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3E87757-4C6C-5BFA-6A8A-8678E621E3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61" t="31260" r="8537" b="33020"/>
          <a:stretch>
            <a:fillRect/>
          </a:stretch>
        </p:blipFill>
        <p:spPr>
          <a:xfrm>
            <a:off x="10251932" y="6409614"/>
            <a:ext cx="1583173" cy="194136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10" name="Chart Cross Platform">
            <a:extLst>
              <a:ext uri="{FF2B5EF4-FFF2-40B4-BE49-F238E27FC236}">
                <a16:creationId xmlns:a16="http://schemas.microsoft.com/office/drawing/2014/main" id="{98AFA217-FC99-FC15-6B02-4911F4ABBC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3491420"/>
              </p:ext>
            </p:extLst>
          </p:nvPr>
        </p:nvGraphicFramePr>
        <p:xfrm>
          <a:off x="4362067" y="2609202"/>
          <a:ext cx="3626233" cy="3389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ounded Rectangle 31">
            <a:extLst>
              <a:ext uri="{FF2B5EF4-FFF2-40B4-BE49-F238E27FC236}">
                <a16:creationId xmlns:a16="http://schemas.microsoft.com/office/drawing/2014/main" id="{B6259572-EFF6-FF2D-46B0-ABF05DDAA9DF}"/>
              </a:ext>
            </a:extLst>
          </p:cNvPr>
          <p:cNvSpPr/>
          <p:nvPr/>
        </p:nvSpPr>
        <p:spPr>
          <a:xfrm>
            <a:off x="4451854" y="2156896"/>
            <a:ext cx="3473975" cy="25084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chemeClr val="tx1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Digital Reach</a:t>
            </a:r>
          </a:p>
        </p:txBody>
      </p:sp>
      <p:graphicFrame>
        <p:nvGraphicFramePr>
          <p:cNvPr id="16" name="Chart Cross Platform">
            <a:extLst>
              <a:ext uri="{FF2B5EF4-FFF2-40B4-BE49-F238E27FC236}">
                <a16:creationId xmlns:a16="http://schemas.microsoft.com/office/drawing/2014/main" id="{B336CD96-47A6-55D8-9755-DE03602D70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4401271"/>
              </p:ext>
            </p:extLst>
          </p:nvPr>
        </p:nvGraphicFramePr>
        <p:xfrm>
          <a:off x="326440" y="2609202"/>
          <a:ext cx="3626233" cy="3389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00B7F116-3D5B-35B0-7B66-42236E8387BD}"/>
              </a:ext>
            </a:extLst>
          </p:cNvPr>
          <p:cNvSpPr/>
          <p:nvPr/>
        </p:nvSpPr>
        <p:spPr>
          <a:xfrm>
            <a:off x="416227" y="2156896"/>
            <a:ext cx="3473975" cy="25084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chemeClr val="tx1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Cross Platform Reach</a:t>
            </a:r>
          </a:p>
        </p:txBody>
      </p:sp>
      <p:graphicFrame>
        <p:nvGraphicFramePr>
          <p:cNvPr id="19" name="Chart Cross Platform">
            <a:extLst>
              <a:ext uri="{FF2B5EF4-FFF2-40B4-BE49-F238E27FC236}">
                <a16:creationId xmlns:a16="http://schemas.microsoft.com/office/drawing/2014/main" id="{A93295B7-B907-6255-8A2F-1EC81B9C9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8973091"/>
              </p:ext>
            </p:extLst>
          </p:nvPr>
        </p:nvGraphicFramePr>
        <p:xfrm>
          <a:off x="8401710" y="2609202"/>
          <a:ext cx="3626233" cy="3389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Rounded Rectangle 31">
            <a:extLst>
              <a:ext uri="{FF2B5EF4-FFF2-40B4-BE49-F238E27FC236}">
                <a16:creationId xmlns:a16="http://schemas.microsoft.com/office/drawing/2014/main" id="{CA51AE2B-A0F9-2AEA-B031-00538D447628}"/>
              </a:ext>
            </a:extLst>
          </p:cNvPr>
          <p:cNvSpPr/>
          <p:nvPr/>
        </p:nvSpPr>
        <p:spPr>
          <a:xfrm>
            <a:off x="8491497" y="2156896"/>
            <a:ext cx="3473975" cy="25084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chemeClr val="tx1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TV Reach</a:t>
            </a:r>
          </a:p>
        </p:txBody>
      </p:sp>
      <p:sp>
        <p:nvSpPr>
          <p:cNvPr id="3" name="Generated Footer 80">
            <a:extLst>
              <a:ext uri="{FF2B5EF4-FFF2-40B4-BE49-F238E27FC236}">
                <a16:creationId xmlns:a16="http://schemas.microsoft.com/office/drawing/2014/main" id="{84C52B00-C3C5-9653-F092-AD8C01AC0BFA}"/>
              </a:ext>
            </a:extLst>
          </p:cNvPr>
          <p:cNvSpPr txBox="1"/>
          <p:nvPr/>
        </p:nvSpPr>
        <p:spPr>
          <a:xfrm>
            <a:off x="334963" y="6330000"/>
            <a:ext cx="11512588" cy="47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5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Base: All Audiences (2374M) // BBC All Audiences (514M)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Source: GWI Core Survey — Waves: Q1 2026, Q2 2026, Q3 2025, Q4 2025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Markets: 51 Global Markets (Excl. China, Russia, UK)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Platform: BBC Cross Platform, Digital + TV (30 Day Reach)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Placeholder a">
            <a:extLst>
              <a:ext uri="{FF2B5EF4-FFF2-40B4-BE49-F238E27FC236}">
                <a16:creationId xmlns:a16="http://schemas.microsoft.com/office/drawing/2014/main" id="{540CD2D8-6AED-A0E2-B07B-69EFEF6E5690}"/>
              </a:ext>
            </a:extLst>
          </p:cNvPr>
          <p:cNvSpPr txBox="1">
            <a:spLocks/>
          </p:cNvSpPr>
          <p:nvPr/>
        </p:nvSpPr>
        <p:spPr>
          <a:xfrm>
            <a:off x="-248817" y="6175462"/>
            <a:ext cx="3779933" cy="624538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7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rPr>
              <a:t>*Available GWI International Brands inc. Both Digital  + TV Reach </a:t>
            </a:r>
          </a:p>
        </p:txBody>
      </p:sp>
    </p:spTree>
    <p:extLst>
      <p:ext uri="{BB962C8B-B14F-4D97-AF65-F5344CB8AC3E}">
        <p14:creationId xmlns:p14="http://schemas.microsoft.com/office/powerpoint/2010/main" val="250167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>
            <a:extLst>
              <a:ext uri="{FF2B5EF4-FFF2-40B4-BE49-F238E27FC236}">
                <a16:creationId xmlns:a16="http://schemas.microsoft.com/office/drawing/2014/main" id="{BC7DF7B6-1C36-8277-3E4D-18DF81619E60}"/>
              </a:ext>
            </a:extLst>
          </p:cNvPr>
          <p:cNvSpPr/>
          <p:nvPr/>
        </p:nvSpPr>
        <p:spPr>
          <a:xfrm>
            <a:off x="4176117" y="1764408"/>
            <a:ext cx="1807223" cy="2226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/>
          </a:p>
        </p:txBody>
      </p:sp>
      <p:sp>
        <p:nvSpPr>
          <p:cNvPr id="63" name="TextBox 25">
            <a:extLst>
              <a:ext uri="{FF2B5EF4-FFF2-40B4-BE49-F238E27FC236}">
                <a16:creationId xmlns:a16="http://schemas.microsoft.com/office/drawing/2014/main" id="{2C89E7B7-4809-AE18-EDE0-75F0C7CFE641}"/>
              </a:ext>
            </a:extLst>
          </p:cNvPr>
          <p:cNvSpPr txBox="1"/>
          <p:nvPr/>
        </p:nvSpPr>
        <p:spPr>
          <a:xfrm>
            <a:off x="226761" y="4509252"/>
            <a:ext cx="1807239" cy="18492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rPr>
              <a:t>(K69)%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/>
              <a:ea typeface="Georgia" pitchFamily="18"/>
              <a:cs typeface="Georgia" pitchFamily="18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Are interested in Business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(K70)%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Are interested in Economics, Enterprise or Investment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97AA532-9460-B54C-307C-24D54791E642}"/>
              </a:ext>
            </a:extLst>
          </p:cNvPr>
          <p:cNvGrpSpPr/>
          <p:nvPr/>
        </p:nvGrpSpPr>
        <p:grpSpPr>
          <a:xfrm>
            <a:off x="226762" y="1764408"/>
            <a:ext cx="1871200" cy="2605335"/>
            <a:chOff x="7097901" y="865552"/>
            <a:chExt cx="1999205" cy="2605335"/>
          </a:xfrm>
        </p:grpSpPr>
        <p:pic>
          <p:nvPicPr>
            <p:cNvPr id="65" name="Picture Placeholder 15">
              <a:extLst>
                <a:ext uri="{FF2B5EF4-FFF2-40B4-BE49-F238E27FC236}">
                  <a16:creationId xmlns:a16="http://schemas.microsoft.com/office/drawing/2014/main" id="{478701C2-1D4F-06F5-246A-6B128D0D4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097901" y="865552"/>
              <a:ext cx="1930852" cy="2226390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66" name="Rounded Rectangle 18">
              <a:extLst>
                <a:ext uri="{FF2B5EF4-FFF2-40B4-BE49-F238E27FC236}">
                  <a16:creationId xmlns:a16="http://schemas.microsoft.com/office/drawing/2014/main" id="{835F7B7E-5035-E8CB-9750-3B22CD759AE0}"/>
                </a:ext>
              </a:extLst>
            </p:cNvPr>
            <p:cNvSpPr/>
            <p:nvPr/>
          </p:nvSpPr>
          <p:spPr>
            <a:xfrm>
              <a:off x="7166236" y="974238"/>
              <a:ext cx="707436" cy="258555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9528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18004" rIns="0" bIns="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/>
                  <a:ea typeface="Arial" pitchFamily="34"/>
                  <a:cs typeface="Arial" pitchFamily="34"/>
                </a:rPr>
                <a:t>Business</a:t>
              </a:r>
            </a:p>
          </p:txBody>
        </p:sp>
        <p:sp>
          <p:nvSpPr>
            <p:cNvPr id="67" name="TextBox 26">
              <a:extLst>
                <a:ext uri="{FF2B5EF4-FFF2-40B4-BE49-F238E27FC236}">
                  <a16:creationId xmlns:a16="http://schemas.microsoft.com/office/drawing/2014/main" id="{A30BFF03-472D-2FDE-FAF6-E341FEF1AD02}"/>
                </a:ext>
              </a:extLst>
            </p:cNvPr>
            <p:cNvSpPr txBox="1"/>
            <p:nvPr/>
          </p:nvSpPr>
          <p:spPr>
            <a:xfrm>
              <a:off x="7097901" y="3202640"/>
              <a:ext cx="1930869" cy="24622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 pitchFamily="18"/>
                  <a:ea typeface="Georgia" pitchFamily="18"/>
                  <a:cs typeface="Georgia" pitchFamily="18"/>
                </a:rPr>
                <a:t>Business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  <p:cxnSp>
          <p:nvCxnSpPr>
            <p:cNvPr id="68" name="Straight Connector 27">
              <a:extLst>
                <a:ext uri="{FF2B5EF4-FFF2-40B4-BE49-F238E27FC236}">
                  <a16:creationId xmlns:a16="http://schemas.microsoft.com/office/drawing/2014/main" id="{9E55A6C6-477C-A091-62D1-25722E1F9A3F}"/>
                </a:ext>
              </a:extLst>
            </p:cNvPr>
            <p:cNvCxnSpPr>
              <a:cxnSpLocks/>
            </p:cNvCxnSpPr>
            <p:nvPr/>
          </p:nvCxnSpPr>
          <p:spPr>
            <a:xfrm>
              <a:off x="7166236" y="3470887"/>
              <a:ext cx="1930870" cy="0"/>
            </a:xfrm>
            <a:prstGeom prst="straightConnector1">
              <a:avLst/>
            </a:prstGeom>
            <a:noFill/>
            <a:ln w="3172" cap="flat">
              <a:solidFill>
                <a:srgbClr val="000000"/>
              </a:solidFill>
              <a:prstDash val="solid"/>
              <a:miter/>
            </a:ln>
          </p:spPr>
        </p:cxnSp>
      </p:grpSp>
      <p:sp>
        <p:nvSpPr>
          <p:cNvPr id="77" name="TextBox 25">
            <a:extLst>
              <a:ext uri="{FF2B5EF4-FFF2-40B4-BE49-F238E27FC236}">
                <a16:creationId xmlns:a16="http://schemas.microsoft.com/office/drawing/2014/main" id="{9EEF48EC-D831-F085-F8FC-BE3E726A44F1}"/>
              </a:ext>
            </a:extLst>
          </p:cNvPr>
          <p:cNvSpPr txBox="1"/>
          <p:nvPr/>
        </p:nvSpPr>
        <p:spPr>
          <a:xfrm>
            <a:off x="2204587" y="4509252"/>
            <a:ext cx="1807239" cy="1387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(K71)%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Like to explore the world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(K72)%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Are international travellers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ED0F169-C251-015E-D85A-36DF34B4B8A4}"/>
              </a:ext>
            </a:extLst>
          </p:cNvPr>
          <p:cNvGrpSpPr/>
          <p:nvPr/>
        </p:nvGrpSpPr>
        <p:grpSpPr>
          <a:xfrm>
            <a:off x="2204587" y="1764408"/>
            <a:ext cx="1820528" cy="2595175"/>
            <a:chOff x="7097901" y="865552"/>
            <a:chExt cx="1945067" cy="2595175"/>
          </a:xfrm>
        </p:grpSpPr>
        <p:pic>
          <p:nvPicPr>
            <p:cNvPr id="79" name="Picture Placeholder 15">
              <a:extLst>
                <a:ext uri="{FF2B5EF4-FFF2-40B4-BE49-F238E27FC236}">
                  <a16:creationId xmlns:a16="http://schemas.microsoft.com/office/drawing/2014/main" id="{8EFD677F-9F3C-3BDD-A0D1-6A7750934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12098" y="865552"/>
              <a:ext cx="1902955" cy="2226390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80" name="Rounded Rectangle 18">
              <a:extLst>
                <a:ext uri="{FF2B5EF4-FFF2-40B4-BE49-F238E27FC236}">
                  <a16:creationId xmlns:a16="http://schemas.microsoft.com/office/drawing/2014/main" id="{95841BE8-ABD0-7466-36C0-9A4F3C7B463E}"/>
                </a:ext>
              </a:extLst>
            </p:cNvPr>
            <p:cNvSpPr/>
            <p:nvPr/>
          </p:nvSpPr>
          <p:spPr>
            <a:xfrm>
              <a:off x="7166236" y="974238"/>
              <a:ext cx="707436" cy="258555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9528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18004" rIns="0" bIns="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/>
                  <a:ea typeface="Arial" pitchFamily="34"/>
                  <a:cs typeface="Arial" pitchFamily="34"/>
                </a:rPr>
                <a:t>Travel</a:t>
              </a:r>
            </a:p>
          </p:txBody>
        </p:sp>
        <p:sp>
          <p:nvSpPr>
            <p:cNvPr id="81" name="TextBox 26">
              <a:extLst>
                <a:ext uri="{FF2B5EF4-FFF2-40B4-BE49-F238E27FC236}">
                  <a16:creationId xmlns:a16="http://schemas.microsoft.com/office/drawing/2014/main" id="{599793E6-8A44-0939-A4AA-FDA94A65BDA2}"/>
                </a:ext>
              </a:extLst>
            </p:cNvPr>
            <p:cNvSpPr txBox="1"/>
            <p:nvPr/>
          </p:nvSpPr>
          <p:spPr>
            <a:xfrm>
              <a:off x="7097901" y="3202640"/>
              <a:ext cx="1930869" cy="24622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 pitchFamily="18"/>
                  <a:ea typeface="Georgia" pitchFamily="18"/>
                  <a:cs typeface="Georgia" pitchFamily="18"/>
                </a:rPr>
                <a:t>Travel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  <p:cxnSp>
          <p:nvCxnSpPr>
            <p:cNvPr id="82" name="Straight Connector 27">
              <a:extLst>
                <a:ext uri="{FF2B5EF4-FFF2-40B4-BE49-F238E27FC236}">
                  <a16:creationId xmlns:a16="http://schemas.microsoft.com/office/drawing/2014/main" id="{4602990C-D1D8-90EC-8087-393124DE6F97}"/>
                </a:ext>
              </a:extLst>
            </p:cNvPr>
            <p:cNvCxnSpPr>
              <a:cxnSpLocks/>
            </p:cNvCxnSpPr>
            <p:nvPr/>
          </p:nvCxnSpPr>
          <p:spPr>
            <a:xfrm>
              <a:off x="7112098" y="3460727"/>
              <a:ext cx="1930870" cy="0"/>
            </a:xfrm>
            <a:prstGeom prst="straightConnector1">
              <a:avLst/>
            </a:prstGeom>
            <a:noFill/>
            <a:ln w="3172" cap="flat">
              <a:solidFill>
                <a:srgbClr val="000000"/>
              </a:solidFill>
              <a:prstDash val="solid"/>
              <a:miter/>
            </a:ln>
          </p:spPr>
        </p:cxnSp>
      </p:grpSp>
      <p:sp>
        <p:nvSpPr>
          <p:cNvPr id="84" name="TextBox 25">
            <a:extLst>
              <a:ext uri="{FF2B5EF4-FFF2-40B4-BE49-F238E27FC236}">
                <a16:creationId xmlns:a16="http://schemas.microsoft.com/office/drawing/2014/main" id="{163B93C2-6F46-0FE7-4B4C-5E4533360C18}"/>
              </a:ext>
            </a:extLst>
          </p:cNvPr>
          <p:cNvSpPr txBox="1"/>
          <p:nvPr/>
        </p:nvSpPr>
        <p:spPr>
          <a:xfrm>
            <a:off x="4182413" y="4509252"/>
            <a:ext cx="1807239" cy="18492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(K73)%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Follow the latest Tech Trends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(K74)%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Buy new tech as soon as its available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F9AC90A-DEE6-5BBB-9444-38FD4DD3B25F}"/>
              </a:ext>
            </a:extLst>
          </p:cNvPr>
          <p:cNvGrpSpPr/>
          <p:nvPr/>
        </p:nvGrpSpPr>
        <p:grpSpPr>
          <a:xfrm>
            <a:off x="4175497" y="1779123"/>
            <a:ext cx="1814156" cy="2590620"/>
            <a:chOff x="7090511" y="880267"/>
            <a:chExt cx="1938259" cy="2590620"/>
          </a:xfrm>
        </p:grpSpPr>
        <p:pic>
          <p:nvPicPr>
            <p:cNvPr id="86" name="Picture Placeholder 15">
              <a:extLst>
                <a:ext uri="{FF2B5EF4-FFF2-40B4-BE49-F238E27FC236}">
                  <a16:creationId xmlns:a16="http://schemas.microsoft.com/office/drawing/2014/main" id="{CA9A1C94-AC19-7A4C-928D-D8B25BD6D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91" r="19114"/>
            <a:stretch>
              <a:fillRect/>
            </a:stretch>
          </p:blipFill>
          <p:spPr>
            <a:xfrm>
              <a:off x="7098398" y="880267"/>
              <a:ext cx="1923628" cy="2211675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87" name="Rounded Rectangle 18">
              <a:extLst>
                <a:ext uri="{FF2B5EF4-FFF2-40B4-BE49-F238E27FC236}">
                  <a16:creationId xmlns:a16="http://schemas.microsoft.com/office/drawing/2014/main" id="{B504D009-60DE-2EBA-0697-536A8333649E}"/>
                </a:ext>
              </a:extLst>
            </p:cNvPr>
            <p:cNvSpPr/>
            <p:nvPr/>
          </p:nvSpPr>
          <p:spPr>
            <a:xfrm>
              <a:off x="7166235" y="974238"/>
              <a:ext cx="889710" cy="258555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9528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18004" rIns="0" bIns="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/>
                  <a:ea typeface="Arial" pitchFamily="34"/>
                  <a:cs typeface="Arial" pitchFamily="34"/>
                </a:rPr>
                <a:t>Technology</a:t>
              </a:r>
            </a:p>
          </p:txBody>
        </p:sp>
        <p:sp>
          <p:nvSpPr>
            <p:cNvPr id="88" name="TextBox 26">
              <a:extLst>
                <a:ext uri="{FF2B5EF4-FFF2-40B4-BE49-F238E27FC236}">
                  <a16:creationId xmlns:a16="http://schemas.microsoft.com/office/drawing/2014/main" id="{019D0366-2BEC-5C29-8C8B-945BB1C22A92}"/>
                </a:ext>
              </a:extLst>
            </p:cNvPr>
            <p:cNvSpPr txBox="1"/>
            <p:nvPr/>
          </p:nvSpPr>
          <p:spPr>
            <a:xfrm>
              <a:off x="7097901" y="3202640"/>
              <a:ext cx="1930869" cy="24622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 pitchFamily="18"/>
                  <a:ea typeface="Georgia" pitchFamily="18"/>
                  <a:cs typeface="Georgia" pitchFamily="18"/>
                </a:rPr>
                <a:t>Technology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  <p:cxnSp>
          <p:nvCxnSpPr>
            <p:cNvPr id="89" name="Straight Connector 27">
              <a:extLst>
                <a:ext uri="{FF2B5EF4-FFF2-40B4-BE49-F238E27FC236}">
                  <a16:creationId xmlns:a16="http://schemas.microsoft.com/office/drawing/2014/main" id="{9CCEF0B5-D411-F905-8CD0-8DC9BC2C2084}"/>
                </a:ext>
              </a:extLst>
            </p:cNvPr>
            <p:cNvCxnSpPr>
              <a:cxnSpLocks/>
            </p:cNvCxnSpPr>
            <p:nvPr/>
          </p:nvCxnSpPr>
          <p:spPr>
            <a:xfrm>
              <a:off x="7090511" y="3470887"/>
              <a:ext cx="1930870" cy="0"/>
            </a:xfrm>
            <a:prstGeom prst="straightConnector1">
              <a:avLst/>
            </a:prstGeom>
            <a:noFill/>
            <a:ln w="3172" cap="flat">
              <a:solidFill>
                <a:srgbClr val="000000"/>
              </a:solidFill>
              <a:prstDash val="solid"/>
              <a:miter/>
            </a:ln>
          </p:spPr>
        </p:cxnSp>
      </p:grpSp>
      <p:sp>
        <p:nvSpPr>
          <p:cNvPr id="91" name="TextBox 25">
            <a:extLst>
              <a:ext uri="{FF2B5EF4-FFF2-40B4-BE49-F238E27FC236}">
                <a16:creationId xmlns:a16="http://schemas.microsoft.com/office/drawing/2014/main" id="{B7E65007-44F3-52F3-AA1D-69C09FDD4BFE}"/>
              </a:ext>
            </a:extLst>
          </p:cNvPr>
          <p:cNvSpPr txBox="1"/>
          <p:nvPr/>
        </p:nvSpPr>
        <p:spPr>
          <a:xfrm>
            <a:off x="6160239" y="4509252"/>
            <a:ext cx="1807239" cy="161839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(K75)%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Interested in other cultures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(K76)%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Interested in Film or Theatre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893B80E-4C28-EE07-5FC7-94F4EC1E4546}"/>
              </a:ext>
            </a:extLst>
          </p:cNvPr>
          <p:cNvGrpSpPr/>
          <p:nvPr/>
        </p:nvGrpSpPr>
        <p:grpSpPr>
          <a:xfrm>
            <a:off x="6160238" y="1753787"/>
            <a:ext cx="1807240" cy="2627822"/>
            <a:chOff x="7097900" y="854931"/>
            <a:chExt cx="1930870" cy="2627822"/>
          </a:xfrm>
        </p:grpSpPr>
        <p:pic>
          <p:nvPicPr>
            <p:cNvPr id="93" name="Picture Placeholder 15">
              <a:extLst>
                <a:ext uri="{FF2B5EF4-FFF2-40B4-BE49-F238E27FC236}">
                  <a16:creationId xmlns:a16="http://schemas.microsoft.com/office/drawing/2014/main" id="{8DDE553D-D624-EEBE-7310-BC18BCEC5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15" r="17986"/>
            <a:stretch>
              <a:fillRect/>
            </a:stretch>
          </p:blipFill>
          <p:spPr>
            <a:xfrm>
              <a:off x="7097900" y="854931"/>
              <a:ext cx="1930870" cy="2237011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94" name="Rounded Rectangle 18">
              <a:extLst>
                <a:ext uri="{FF2B5EF4-FFF2-40B4-BE49-F238E27FC236}">
                  <a16:creationId xmlns:a16="http://schemas.microsoft.com/office/drawing/2014/main" id="{847D1212-E973-948F-D28B-4642D8797F7C}"/>
                </a:ext>
              </a:extLst>
            </p:cNvPr>
            <p:cNvSpPr/>
            <p:nvPr/>
          </p:nvSpPr>
          <p:spPr>
            <a:xfrm>
              <a:off x="7166236" y="974238"/>
              <a:ext cx="1035375" cy="258555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9528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18004" rIns="0" bIns="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/>
                  <a:ea typeface="Arial" pitchFamily="34"/>
                  <a:cs typeface="Arial" pitchFamily="34"/>
                </a:rPr>
                <a:t>Arts &amp; Culture</a:t>
              </a:r>
            </a:p>
          </p:txBody>
        </p:sp>
        <p:sp>
          <p:nvSpPr>
            <p:cNvPr id="95" name="TextBox 26">
              <a:extLst>
                <a:ext uri="{FF2B5EF4-FFF2-40B4-BE49-F238E27FC236}">
                  <a16:creationId xmlns:a16="http://schemas.microsoft.com/office/drawing/2014/main" id="{5E1553E0-11FC-E6FB-14AC-2D8D935F62EB}"/>
                </a:ext>
              </a:extLst>
            </p:cNvPr>
            <p:cNvSpPr txBox="1"/>
            <p:nvPr/>
          </p:nvSpPr>
          <p:spPr>
            <a:xfrm>
              <a:off x="7097901" y="3202640"/>
              <a:ext cx="1930869" cy="24622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 pitchFamily="18"/>
                  <a:ea typeface="Georgia" pitchFamily="18"/>
                  <a:cs typeface="Georgia" pitchFamily="18"/>
                </a:rPr>
                <a:t>Arts &amp; Culture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  <p:cxnSp>
          <p:nvCxnSpPr>
            <p:cNvPr id="96" name="Straight Connector 27">
              <a:extLst>
                <a:ext uri="{FF2B5EF4-FFF2-40B4-BE49-F238E27FC236}">
                  <a16:creationId xmlns:a16="http://schemas.microsoft.com/office/drawing/2014/main" id="{5288071A-757F-A341-5FEB-FF16952BBE51}"/>
                </a:ext>
              </a:extLst>
            </p:cNvPr>
            <p:cNvCxnSpPr>
              <a:cxnSpLocks/>
            </p:cNvCxnSpPr>
            <p:nvPr/>
          </p:nvCxnSpPr>
          <p:spPr>
            <a:xfrm>
              <a:off x="7097900" y="3482753"/>
              <a:ext cx="1930870" cy="0"/>
            </a:xfrm>
            <a:prstGeom prst="straightConnector1">
              <a:avLst/>
            </a:prstGeom>
            <a:noFill/>
            <a:ln w="3172" cap="flat">
              <a:solidFill>
                <a:srgbClr val="000000"/>
              </a:solidFill>
              <a:prstDash val="solid"/>
              <a:miter/>
            </a:ln>
          </p:spPr>
        </p:cxnSp>
      </p:grpSp>
      <p:sp>
        <p:nvSpPr>
          <p:cNvPr id="98" name="TextBox 25">
            <a:extLst>
              <a:ext uri="{FF2B5EF4-FFF2-40B4-BE49-F238E27FC236}">
                <a16:creationId xmlns:a16="http://schemas.microsoft.com/office/drawing/2014/main" id="{96FEF93A-9D8D-883D-F175-77AA378DAF05}"/>
              </a:ext>
            </a:extLst>
          </p:cNvPr>
          <p:cNvSpPr txBox="1"/>
          <p:nvPr/>
        </p:nvSpPr>
        <p:spPr>
          <a:xfrm>
            <a:off x="8138064" y="4509252"/>
            <a:ext cx="1807239" cy="161839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(K77)%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Follow 3+ Sports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(K78)%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Interested playing or watching sport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7B8E906-BCCF-B15A-EE37-D29885BF2AAF}"/>
              </a:ext>
            </a:extLst>
          </p:cNvPr>
          <p:cNvGrpSpPr/>
          <p:nvPr/>
        </p:nvGrpSpPr>
        <p:grpSpPr>
          <a:xfrm>
            <a:off x="8138064" y="1744280"/>
            <a:ext cx="1813534" cy="2639035"/>
            <a:chOff x="7097901" y="845424"/>
            <a:chExt cx="1937595" cy="2639035"/>
          </a:xfrm>
        </p:grpSpPr>
        <p:pic>
          <p:nvPicPr>
            <p:cNvPr id="100" name="Picture Placeholder 15">
              <a:extLst>
                <a:ext uri="{FF2B5EF4-FFF2-40B4-BE49-F238E27FC236}">
                  <a16:creationId xmlns:a16="http://schemas.microsoft.com/office/drawing/2014/main" id="{08B11785-94B9-0412-C9BE-0BA50811E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09" r="27736"/>
            <a:stretch>
              <a:fillRect/>
            </a:stretch>
          </p:blipFill>
          <p:spPr>
            <a:xfrm>
              <a:off x="7104645" y="845424"/>
              <a:ext cx="1930851" cy="2246518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01" name="Rounded Rectangle 18">
              <a:extLst>
                <a:ext uri="{FF2B5EF4-FFF2-40B4-BE49-F238E27FC236}">
                  <a16:creationId xmlns:a16="http://schemas.microsoft.com/office/drawing/2014/main" id="{34F051DD-0436-099C-20A2-CBF7D40583CC}"/>
                </a:ext>
              </a:extLst>
            </p:cNvPr>
            <p:cNvSpPr/>
            <p:nvPr/>
          </p:nvSpPr>
          <p:spPr>
            <a:xfrm>
              <a:off x="7166236" y="974238"/>
              <a:ext cx="707436" cy="258555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9528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18004" rIns="0" bIns="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/>
                  <a:ea typeface="Arial" pitchFamily="34"/>
                  <a:cs typeface="Arial" pitchFamily="34"/>
                </a:rPr>
                <a:t>Sports</a:t>
              </a:r>
            </a:p>
          </p:txBody>
        </p:sp>
        <p:sp>
          <p:nvSpPr>
            <p:cNvPr id="102" name="TextBox 26">
              <a:extLst>
                <a:ext uri="{FF2B5EF4-FFF2-40B4-BE49-F238E27FC236}">
                  <a16:creationId xmlns:a16="http://schemas.microsoft.com/office/drawing/2014/main" id="{6CB96C0B-4AE1-2B1C-8162-B8B7FA13B54A}"/>
                </a:ext>
              </a:extLst>
            </p:cNvPr>
            <p:cNvSpPr txBox="1"/>
            <p:nvPr/>
          </p:nvSpPr>
          <p:spPr>
            <a:xfrm>
              <a:off x="7097901" y="3202640"/>
              <a:ext cx="1930869" cy="24622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 pitchFamily="18"/>
                  <a:ea typeface="Georgia" pitchFamily="18"/>
                  <a:cs typeface="Georgia" pitchFamily="18"/>
                </a:rPr>
                <a:t>Sports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  <p:cxnSp>
          <p:nvCxnSpPr>
            <p:cNvPr id="103" name="Straight Connector 27">
              <a:extLst>
                <a:ext uri="{FF2B5EF4-FFF2-40B4-BE49-F238E27FC236}">
                  <a16:creationId xmlns:a16="http://schemas.microsoft.com/office/drawing/2014/main" id="{0D3BDFAB-C7E5-CA20-AD87-18E153CC75C8}"/>
                </a:ext>
              </a:extLst>
            </p:cNvPr>
            <p:cNvCxnSpPr>
              <a:cxnSpLocks/>
            </p:cNvCxnSpPr>
            <p:nvPr/>
          </p:nvCxnSpPr>
          <p:spPr>
            <a:xfrm>
              <a:off x="7097901" y="3484459"/>
              <a:ext cx="1930870" cy="0"/>
            </a:xfrm>
            <a:prstGeom prst="straightConnector1">
              <a:avLst/>
            </a:prstGeom>
            <a:noFill/>
            <a:ln w="3172" cap="flat">
              <a:solidFill>
                <a:srgbClr val="000000"/>
              </a:solidFill>
              <a:prstDash val="solid"/>
              <a:miter/>
            </a:ln>
          </p:spPr>
        </p:cxnSp>
      </p:grpSp>
      <p:sp>
        <p:nvSpPr>
          <p:cNvPr id="105" name="TextBox 25">
            <a:extLst>
              <a:ext uri="{FF2B5EF4-FFF2-40B4-BE49-F238E27FC236}">
                <a16:creationId xmlns:a16="http://schemas.microsoft.com/office/drawing/2014/main" id="{8BACDB5B-C71A-B45B-3100-60FAC5FB52E9}"/>
              </a:ext>
            </a:extLst>
          </p:cNvPr>
          <p:cNvSpPr txBox="1"/>
          <p:nvPr/>
        </p:nvSpPr>
        <p:spPr>
          <a:xfrm>
            <a:off x="10115890" y="4509252"/>
            <a:ext cx="1807239" cy="18492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(K79)%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Are interested in Healthcare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(K80)%</a:t>
            </a:r>
            <a:endParaRPr lang="en-US" sz="1600" dirty="0">
              <a:solidFill>
                <a:srgbClr val="000000"/>
              </a:solidFill>
              <a:latin typeface="Georgia" pitchFamily="18"/>
              <a:ea typeface="Georgia" pitchFamily="18"/>
              <a:cs typeface="Georgia" pitchFamily="18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Are interested in Nutrition and Health Foods</a:t>
            </a: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  <a:p>
            <a:pPr lvl="0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dirty="0">
              <a:solidFill>
                <a:srgbClr val="404040"/>
              </a:solidFill>
              <a:latin typeface="Arial" pitchFamily="34"/>
              <a:ea typeface="Arial" pitchFamily="34"/>
              <a:cs typeface="Arial" pitchFamily="34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08DB35A-6E4D-2CFE-90AE-034C0FA94349}"/>
              </a:ext>
            </a:extLst>
          </p:cNvPr>
          <p:cNvGrpSpPr/>
          <p:nvPr/>
        </p:nvGrpSpPr>
        <p:grpSpPr>
          <a:xfrm>
            <a:off x="10115891" y="1753787"/>
            <a:ext cx="1819847" cy="2649848"/>
            <a:chOff x="7097901" y="854931"/>
            <a:chExt cx="1944339" cy="2649848"/>
          </a:xfrm>
        </p:grpSpPr>
        <p:pic>
          <p:nvPicPr>
            <p:cNvPr id="107" name="Picture Placeholder 15">
              <a:extLst>
                <a:ext uri="{FF2B5EF4-FFF2-40B4-BE49-F238E27FC236}">
                  <a16:creationId xmlns:a16="http://schemas.microsoft.com/office/drawing/2014/main" id="{BDC35B74-EFE7-C948-A096-AE91AA61D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99" t="-88" r="12057" b="88"/>
            <a:stretch>
              <a:fillRect/>
            </a:stretch>
          </p:blipFill>
          <p:spPr>
            <a:xfrm>
              <a:off x="7111370" y="854931"/>
              <a:ext cx="1930852" cy="2246515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08" name="Rounded Rectangle 18">
              <a:extLst>
                <a:ext uri="{FF2B5EF4-FFF2-40B4-BE49-F238E27FC236}">
                  <a16:creationId xmlns:a16="http://schemas.microsoft.com/office/drawing/2014/main" id="{C60603F4-2522-7799-445F-553596344AF7}"/>
                </a:ext>
              </a:extLst>
            </p:cNvPr>
            <p:cNvSpPr/>
            <p:nvPr/>
          </p:nvSpPr>
          <p:spPr>
            <a:xfrm>
              <a:off x="7166236" y="974238"/>
              <a:ext cx="707436" cy="258555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9528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18004" rIns="0" bIns="0" anchor="ctr" anchorCtr="1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/>
                  <a:ea typeface="Arial" pitchFamily="34"/>
                  <a:cs typeface="Arial" pitchFamily="34"/>
                </a:rPr>
                <a:t>Health</a:t>
              </a:r>
            </a:p>
          </p:txBody>
        </p:sp>
        <p:sp>
          <p:nvSpPr>
            <p:cNvPr id="109" name="TextBox 26">
              <a:extLst>
                <a:ext uri="{FF2B5EF4-FFF2-40B4-BE49-F238E27FC236}">
                  <a16:creationId xmlns:a16="http://schemas.microsoft.com/office/drawing/2014/main" id="{DFBD0AEF-C4F7-A1E0-DE33-5FF219C41E0B}"/>
                </a:ext>
              </a:extLst>
            </p:cNvPr>
            <p:cNvSpPr txBox="1"/>
            <p:nvPr/>
          </p:nvSpPr>
          <p:spPr>
            <a:xfrm>
              <a:off x="7097901" y="3202640"/>
              <a:ext cx="1930869" cy="24622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eorgia" pitchFamily="18"/>
                  <a:ea typeface="Georgia" pitchFamily="18"/>
                  <a:cs typeface="Georgia" pitchFamily="18"/>
                </a:rPr>
                <a:t>Health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  <p:cxnSp>
          <p:nvCxnSpPr>
            <p:cNvPr id="110" name="Straight Connector 27">
              <a:extLst>
                <a:ext uri="{FF2B5EF4-FFF2-40B4-BE49-F238E27FC236}">
                  <a16:creationId xmlns:a16="http://schemas.microsoft.com/office/drawing/2014/main" id="{A91E5E93-1041-03A6-5D1A-27A3EF1E3CDA}"/>
                </a:ext>
              </a:extLst>
            </p:cNvPr>
            <p:cNvCxnSpPr>
              <a:cxnSpLocks/>
            </p:cNvCxnSpPr>
            <p:nvPr/>
          </p:nvCxnSpPr>
          <p:spPr>
            <a:xfrm>
              <a:off x="7111370" y="3504779"/>
              <a:ext cx="1930870" cy="0"/>
            </a:xfrm>
            <a:prstGeom prst="straightConnector1">
              <a:avLst/>
            </a:prstGeom>
            <a:noFill/>
            <a:ln w="3172" cap="flat">
              <a:solidFill>
                <a:srgbClr val="000000"/>
              </a:solidFill>
              <a:prstDash val="solid"/>
              <a:miter/>
            </a:ln>
          </p:spPr>
        </p:cxnSp>
      </p:grpSp>
      <p:sp>
        <p:nvSpPr>
          <p:cNvPr id="112" name="Rounded Rectangle 31">
            <a:extLst>
              <a:ext uri="{FF2B5EF4-FFF2-40B4-BE49-F238E27FC236}">
                <a16:creationId xmlns:a16="http://schemas.microsoft.com/office/drawing/2014/main" id="{F8335C90-E284-EA53-9746-4594E6B4FEBA}"/>
              </a:ext>
            </a:extLst>
          </p:cNvPr>
          <p:cNvSpPr/>
          <p:nvPr/>
        </p:nvSpPr>
        <p:spPr>
          <a:xfrm>
            <a:off x="326440" y="307805"/>
            <a:ext cx="1179768" cy="25855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bg1"/>
          </a:solidFill>
          <a:ln w="9528" cap="flat">
            <a:solidFill>
              <a:schemeClr val="tx1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Pillar Alignment</a:t>
            </a:r>
          </a:p>
        </p:txBody>
      </p:sp>
      <p:sp>
        <p:nvSpPr>
          <p:cNvPr id="113" name="TextBox 50">
            <a:extLst>
              <a:ext uri="{FF2B5EF4-FFF2-40B4-BE49-F238E27FC236}">
                <a16:creationId xmlns:a16="http://schemas.microsoft.com/office/drawing/2014/main" id="{313577EF-BDD7-059B-FA2C-5859E2E8954D}"/>
              </a:ext>
            </a:extLst>
          </p:cNvPr>
          <p:cNvSpPr txBox="1"/>
          <p:nvPr/>
        </p:nvSpPr>
        <p:spPr>
          <a:xfrm>
            <a:off x="344444" y="1180554"/>
            <a:ext cx="11098256" cy="3385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200" b="0" i="0" u="none" strike="noStrike" kern="1200" cap="none" spc="0" baseline="0" dirty="0">
                <a:solidFill>
                  <a:srgbClr val="000000"/>
                </a:solidFill>
                <a:uFillTx/>
                <a:latin typeface="Georgia" pitchFamily="18"/>
                <a:ea typeface="Georgia" pitchFamily="18"/>
                <a:cs typeface="Georgia" pitchFamily="18"/>
              </a:rPr>
              <a:t>Audiences engage strongly across each of the BBC content pillar areas</a:t>
            </a:r>
          </a:p>
        </p:txBody>
      </p:sp>
      <p:sp>
        <p:nvSpPr>
          <p:cNvPr id="114" name="TextBox 51">
            <a:extLst>
              <a:ext uri="{FF2B5EF4-FFF2-40B4-BE49-F238E27FC236}">
                <a16:creationId xmlns:a16="http://schemas.microsoft.com/office/drawing/2014/main" id="{50788F96-00BC-4AA3-68F3-5E1CCEE10218}"/>
              </a:ext>
            </a:extLst>
          </p:cNvPr>
          <p:cNvSpPr txBox="1"/>
          <p:nvPr/>
        </p:nvSpPr>
        <p:spPr>
          <a:xfrm>
            <a:off x="344445" y="749670"/>
            <a:ext cx="5873475" cy="3385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200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ea typeface="Arial" pitchFamily="34"/>
                <a:cs typeface="Arial" pitchFamily="34"/>
              </a:rPr>
              <a:t>BBC Pillar Alignment</a:t>
            </a:r>
            <a:endParaRPr lang="en-US" sz="22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115" name="Generated Footer 115">
            <a:extLst>
              <a:ext uri="{FF2B5EF4-FFF2-40B4-BE49-F238E27FC236}">
                <a16:creationId xmlns:a16="http://schemas.microsoft.com/office/drawing/2014/main" id="{54A1AF5D-48C8-3C31-D6DA-7686AA62A788}"/>
              </a:ext>
            </a:extLst>
          </p:cNvPr>
          <p:cNvSpPr txBox="1"/>
          <p:nvPr/>
        </p:nvSpPr>
        <p:spPr>
          <a:xfrm>
            <a:off x="334963" y="6330000"/>
            <a:ext cx="11512588" cy="47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rmAutofit fontScale="95000"/>
          </a:bodyPr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Base: All Audiences (2374M) // BBC All Audiences (514M)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Source: GWI Core Survey — Waves: Q1 2026, Q2 2026, Q3 2025, Q4 2025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Markets: 51 Global Markets (Excl. China, Russia, UK)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Platform: BBC TV (30 Day TV Reach)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7ED09-77BA-B50E-03E3-D75CAE28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5E2E3FD5-887D-2F3A-8570-2EE8348909B6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8" r="9628"/>
          <a:stretch/>
        </p:blipFill>
        <p:spPr>
          <a:xfrm>
            <a:off x="6785460" y="284954"/>
            <a:ext cx="5093107" cy="62711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81559784-69C3-7F28-B8D6-1EBEFA505F02}"/>
              </a:ext>
            </a:extLst>
          </p:cNvPr>
          <p:cNvSpPr txBox="1"/>
          <p:nvPr/>
        </p:nvSpPr>
        <p:spPr>
          <a:xfrm>
            <a:off x="344445" y="1518781"/>
            <a:ext cx="5842995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rPr>
              <a:t>BBC Reaches Audiences across a Range of Demographics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21CC9D1-B6BA-8F02-5A7D-6D4A2F4F6A2E}"/>
              </a:ext>
            </a:extLst>
          </p:cNvPr>
          <p:cNvSpPr txBox="1"/>
          <p:nvPr/>
        </p:nvSpPr>
        <p:spPr>
          <a:xfrm>
            <a:off x="313433" y="2508095"/>
            <a:ext cx="6248314" cy="3795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BBC Audiences span a broad range of demographic groups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351A251F-943E-E079-539A-FD33EC27816B}"/>
              </a:ext>
            </a:extLst>
          </p:cNvPr>
          <p:cNvSpPr txBox="1"/>
          <p:nvPr/>
        </p:nvSpPr>
        <p:spPr>
          <a:xfrm>
            <a:off x="344445" y="1087889"/>
            <a:ext cx="6577055" cy="3385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Audience Demographics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pic>
        <p:nvPicPr>
          <p:cNvPr id="6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B660AE9B-FCFD-A719-B1E2-B6A240F74F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B095AC5-BFF9-BC63-DB14-81E7A6626600}"/>
              </a:ext>
            </a:extLst>
          </p:cNvPr>
          <p:cNvSpPr txBox="1"/>
          <p:nvPr/>
        </p:nvSpPr>
        <p:spPr>
          <a:xfrm>
            <a:off x="9335063" y="2697891"/>
            <a:ext cx="2350803" cy="23508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0" name="Straight Connector 44">
            <a:extLst>
              <a:ext uri="{FF2B5EF4-FFF2-40B4-BE49-F238E27FC236}">
                <a16:creationId xmlns:a16="http://schemas.microsoft.com/office/drawing/2014/main" id="{736F221C-11A6-810C-839F-3C895FD67B30}"/>
              </a:ext>
            </a:extLst>
          </p:cNvPr>
          <p:cNvCxnSpPr/>
          <p:nvPr/>
        </p:nvCxnSpPr>
        <p:spPr>
          <a:xfrm>
            <a:off x="343274" y="5752071"/>
            <a:ext cx="6349054" cy="0"/>
          </a:xfrm>
          <a:prstGeom prst="straightConnector1">
            <a:avLst/>
          </a:prstGeom>
          <a:noFill/>
          <a:ln w="25402" cap="flat">
            <a:solidFill>
              <a:srgbClr val="FFFFFF"/>
            </a:solidFill>
            <a:prstDash val="solid"/>
            <a:miter/>
          </a:ln>
          <a:effectLst>
            <a:outerShdw dist="19997" dir="5400000" algn="tl">
              <a:srgbClr val="000000">
                <a:alpha val="38000"/>
              </a:srgbClr>
            </a:outerShdw>
          </a:effectLst>
        </p:spPr>
      </p:cxn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CEDDB5A0-BEF9-19C4-F4A8-873ABD72E7FF}"/>
              </a:ext>
            </a:extLst>
          </p:cNvPr>
          <p:cNvSpPr/>
          <p:nvPr/>
        </p:nvSpPr>
        <p:spPr>
          <a:xfrm>
            <a:off x="333115" y="352537"/>
            <a:ext cx="1517802" cy="21942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Demographics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14A5C35-97CA-46BE-E48C-F48295A58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421652"/>
              </p:ext>
            </p:extLst>
          </p:nvPr>
        </p:nvGraphicFramePr>
        <p:xfrm>
          <a:off x="343274" y="2857720"/>
          <a:ext cx="6401802" cy="3273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3436">
                  <a:extLst>
                    <a:ext uri="{9D8B030D-6E8A-4147-A177-3AD203B41FA5}">
                      <a16:colId xmlns:a16="http://schemas.microsoft.com/office/drawing/2014/main" val="2940810481"/>
                    </a:ext>
                  </a:extLst>
                </a:gridCol>
                <a:gridCol w="1336122">
                  <a:extLst>
                    <a:ext uri="{9D8B030D-6E8A-4147-A177-3AD203B41FA5}">
                      <a16:colId xmlns:a16="http://schemas.microsoft.com/office/drawing/2014/main" val="935749030"/>
                    </a:ext>
                  </a:extLst>
                </a:gridCol>
                <a:gridCol w="1336122">
                  <a:extLst>
                    <a:ext uri="{9D8B030D-6E8A-4147-A177-3AD203B41FA5}">
                      <a16:colId xmlns:a16="http://schemas.microsoft.com/office/drawing/2014/main" val="2076147837"/>
                    </a:ext>
                  </a:extLst>
                </a:gridCol>
                <a:gridCol w="1336122">
                  <a:extLst>
                    <a:ext uri="{9D8B030D-6E8A-4147-A177-3AD203B41FA5}">
                      <a16:colId xmlns:a16="http://schemas.microsoft.com/office/drawing/2014/main" val="1810337265"/>
                    </a:ext>
                  </a:extLst>
                </a:gridCol>
              </a:tblGrid>
              <a:tr h="296876">
                <a:tc>
                  <a:txBody>
                    <a:bodyPr/>
                    <a:lstStyle/>
                    <a:p>
                      <a:pPr algn="ctr"/>
                      <a:endParaRPr kumimoji="0" lang="en-GB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Reach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Composition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BBC Audience Affinity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9921775"/>
                  </a:ext>
                </a:extLst>
              </a:tr>
              <a:tr h="2968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Male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(I88)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(K88)%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(M88)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781112"/>
                  </a:ext>
                </a:extLst>
              </a:tr>
              <a:tr h="2968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Female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(I89)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(K89)%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(M89)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295862"/>
                  </a:ext>
                </a:extLst>
              </a:tr>
              <a:tr h="2968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Degree Holders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(I90)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(K90)%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(M90)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640149"/>
                  </a:ext>
                </a:extLst>
              </a:tr>
              <a:tr h="2968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Gen-Z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(I91)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(K91)%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(M91)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6518120"/>
                  </a:ext>
                </a:extLst>
              </a:tr>
              <a:tr h="2968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Millennials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(I92)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(K92)%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(M92)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9771160"/>
                  </a:ext>
                </a:extLst>
              </a:tr>
              <a:tr h="2968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Boomers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(I93)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(K93)%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(M93)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8765403"/>
                  </a:ext>
                </a:extLst>
              </a:tr>
              <a:tr h="2968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Baby Boomers +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(I94)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(K94)%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(M94)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237568"/>
                  </a:ext>
                </a:extLst>
              </a:tr>
              <a:tr h="2968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Kids in HH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(I95)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(K95)%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(M95)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3798745"/>
                  </a:ext>
                </a:extLst>
              </a:tr>
              <a:tr h="2968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High Income Earners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(I96)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(K96)%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(M96)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5804639"/>
                  </a:ext>
                </a:extLst>
              </a:tr>
              <a:tr h="2968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International Travellers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(I97)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(K97)%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(M97)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162348"/>
                  </a:ext>
                </a:extLst>
              </a:tr>
            </a:tbl>
          </a:graphicData>
        </a:graphic>
      </p:graphicFrame>
      <p:sp>
        <p:nvSpPr>
          <p:cNvPr id="10" name="TextBox 4">
            <a:extLst>
              <a:ext uri="{FF2B5EF4-FFF2-40B4-BE49-F238E27FC236}">
                <a16:creationId xmlns:a16="http://schemas.microsoft.com/office/drawing/2014/main" id="{EE16B692-3D4A-7257-6FAC-C08093A27033}"/>
              </a:ext>
            </a:extLst>
          </p:cNvPr>
          <p:cNvSpPr txBox="1"/>
          <p:nvPr/>
        </p:nvSpPr>
        <p:spPr>
          <a:xfrm>
            <a:off x="393644" y="6155870"/>
            <a:ext cx="6248314" cy="3036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7500"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8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BBC Audience Affinity = Likelihood of BBC’s All Audiences  Audience to be within a Demographic group vs. avg. All Audiences  Audience</a:t>
            </a:r>
          </a:p>
        </p:txBody>
      </p:sp>
      <p:sp>
        <p:nvSpPr>
          <p:cNvPr id="25" name="Generated Footer 25">
            <a:extLst>
              <a:ext uri="{FF2B5EF4-FFF2-40B4-BE49-F238E27FC236}">
                <a16:creationId xmlns:a16="http://schemas.microsoft.com/office/drawing/2014/main" id="{54A1AF5D-48C8-3C31-D6DA-7686AA62A788}"/>
              </a:ext>
            </a:extLst>
          </p:cNvPr>
          <p:cNvSpPr txBox="1"/>
          <p:nvPr/>
        </p:nvSpPr>
        <p:spPr>
          <a:xfrm>
            <a:off x="334963" y="6330000"/>
            <a:ext cx="11512588" cy="47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rmAutofit fontScale="95000"/>
          </a:bodyPr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Base: All Audiences (2374M) // BBC All Audiences (514M)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Source: GWI Core Survey — Waves: Q1 2026, Q2 2026, Q3 2025, Q4 2025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Markets: 51 Global Markets (Excl. China, Russia, UK)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Platform: BBC TV (30 Day TV Reach)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57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F8E76-5645-246B-E2DB-0FAEA1F1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9A7A9E21-C5F1-47F1-EBC0-CFB8CD0F6A8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7" r="22877"/>
          <a:stretch/>
        </p:blipFill>
        <p:spPr>
          <a:xfrm>
            <a:off x="6785460" y="284954"/>
            <a:ext cx="5093107" cy="62711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4938B475-A2E4-8D91-A323-2968A9E6BEB6}"/>
              </a:ext>
            </a:extLst>
          </p:cNvPr>
          <p:cNvSpPr txBox="1"/>
          <p:nvPr/>
        </p:nvSpPr>
        <p:spPr>
          <a:xfrm>
            <a:off x="344445" y="1518781"/>
            <a:ext cx="5842995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rPr>
              <a:t>BBC Audiences Work Across a Range of Organisations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3105291-4219-D623-3B53-960DB98043CA}"/>
              </a:ext>
            </a:extLst>
          </p:cNvPr>
          <p:cNvSpPr txBox="1"/>
          <p:nvPr/>
        </p:nvSpPr>
        <p:spPr>
          <a:xfrm>
            <a:off x="313433" y="2508095"/>
            <a:ext cx="6248314" cy="3795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BBC Audiences include senior decision-makers and business leaders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525C23A2-B8B5-F20B-8855-615FA8699CD9}"/>
              </a:ext>
            </a:extLst>
          </p:cNvPr>
          <p:cNvSpPr txBox="1"/>
          <p:nvPr/>
        </p:nvSpPr>
        <p:spPr>
          <a:xfrm>
            <a:off x="344445" y="1087889"/>
            <a:ext cx="5037447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Employment Profile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pic>
        <p:nvPicPr>
          <p:cNvPr id="6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5B8687A8-C1BE-F183-94B6-D15D0CBF00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93C81E46-9DEA-D14E-B678-11478678D678}"/>
              </a:ext>
            </a:extLst>
          </p:cNvPr>
          <p:cNvSpPr txBox="1"/>
          <p:nvPr/>
        </p:nvSpPr>
        <p:spPr>
          <a:xfrm>
            <a:off x="9335063" y="2697891"/>
            <a:ext cx="2350803" cy="23508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0" name="Straight Connector 44">
            <a:extLst>
              <a:ext uri="{FF2B5EF4-FFF2-40B4-BE49-F238E27FC236}">
                <a16:creationId xmlns:a16="http://schemas.microsoft.com/office/drawing/2014/main" id="{E0B465C7-89DC-3370-4466-8C0C3A80CE69}"/>
              </a:ext>
            </a:extLst>
          </p:cNvPr>
          <p:cNvCxnSpPr/>
          <p:nvPr/>
        </p:nvCxnSpPr>
        <p:spPr>
          <a:xfrm>
            <a:off x="343274" y="5752071"/>
            <a:ext cx="6349054" cy="0"/>
          </a:xfrm>
          <a:prstGeom prst="straightConnector1">
            <a:avLst/>
          </a:prstGeom>
          <a:noFill/>
          <a:ln w="25402" cap="flat">
            <a:solidFill>
              <a:srgbClr val="FFFFFF"/>
            </a:solidFill>
            <a:prstDash val="solid"/>
            <a:miter/>
          </a:ln>
          <a:effectLst>
            <a:outerShdw dist="19997" dir="5400000" algn="tl">
              <a:srgbClr val="000000">
                <a:alpha val="38000"/>
              </a:srgbClr>
            </a:outerShdw>
          </a:effectLst>
        </p:spPr>
      </p:cxn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035CCA03-61DD-2285-26E2-E2BFB011D581}"/>
              </a:ext>
            </a:extLst>
          </p:cNvPr>
          <p:cNvSpPr/>
          <p:nvPr/>
        </p:nvSpPr>
        <p:spPr>
          <a:xfrm>
            <a:off x="333115" y="352537"/>
            <a:ext cx="1517802" cy="21942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Employment Profile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8C50E80-D567-B9A3-C615-A46ACE886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137040"/>
              </p:ext>
            </p:extLst>
          </p:nvPr>
        </p:nvGraphicFramePr>
        <p:xfrm>
          <a:off x="330367" y="2874388"/>
          <a:ext cx="6457044" cy="30268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64787">
                  <a:extLst>
                    <a:ext uri="{9D8B030D-6E8A-4147-A177-3AD203B41FA5}">
                      <a16:colId xmlns:a16="http://schemas.microsoft.com/office/drawing/2014/main" val="2940810481"/>
                    </a:ext>
                  </a:extLst>
                </a:gridCol>
                <a:gridCol w="927269">
                  <a:extLst>
                    <a:ext uri="{9D8B030D-6E8A-4147-A177-3AD203B41FA5}">
                      <a16:colId xmlns:a16="http://schemas.microsoft.com/office/drawing/2014/main" val="2563266157"/>
                    </a:ext>
                  </a:extLst>
                </a:gridCol>
                <a:gridCol w="1241582">
                  <a:extLst>
                    <a:ext uri="{9D8B030D-6E8A-4147-A177-3AD203B41FA5}">
                      <a16:colId xmlns:a16="http://schemas.microsoft.com/office/drawing/2014/main" val="2076147837"/>
                    </a:ext>
                  </a:extLst>
                </a:gridCol>
                <a:gridCol w="1323406">
                  <a:extLst>
                    <a:ext uri="{9D8B030D-6E8A-4147-A177-3AD203B41FA5}">
                      <a16:colId xmlns:a16="http://schemas.microsoft.com/office/drawing/2014/main" val="1810337265"/>
                    </a:ext>
                  </a:extLst>
                </a:gridCol>
              </a:tblGrid>
              <a:tr h="312023">
                <a:tc>
                  <a:txBody>
                    <a:bodyPr/>
                    <a:lstStyle/>
                    <a:p>
                      <a:pPr algn="ctr"/>
                      <a:endParaRPr kumimoji="0" lang="en-GB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Reach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Composition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 BBC Audience Affinity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9921775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1" i="0" u="sng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Firmographics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3697254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SMEs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(I98)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(K98)%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(M98)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295862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Large Business Employees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(I99)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(K99)%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(M99)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640149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endParaRPr kumimoji="0" lang="en-GB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9504122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1" i="0" u="sng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Business Title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96401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Business Decision Makers (BDMs)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(I100)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(K100)%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(M100)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6518120"/>
                  </a:ext>
                </a:extLst>
              </a:tr>
              <a:tr h="312276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Financial Business Decision Makers (FBDMs)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(I101)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(K101)%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(M101)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9771160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IT Decision Makers (IT-BDMs)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(I102)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(K102)%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(M102)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8765403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Senior Management+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(I103)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(K103)%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(M103)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237568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C-Suites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(I104)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(K104)%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(M104)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3798745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endParaRPr kumimoji="0" lang="en-GB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5655551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1" i="0" u="sng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Role Responsibilities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GB" sz="11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8954885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Strategy Managers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(I105)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(K105)%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(M105)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3926844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Recruitment Responsibilities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(I106)</a:t>
                      </a: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 pitchFamily="18"/>
                        <a:ea typeface="Georgia" pitchFamily="18"/>
                        <a:cs typeface="Georgia" pitchFamily="1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(K106)%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(M106)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527762"/>
                  </a:ext>
                </a:extLst>
              </a:tr>
              <a:tr h="171613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Business Sustainability Responsibilities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(I107)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(K107)%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(M107)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8488512"/>
                  </a:ext>
                </a:extLst>
              </a:tr>
            </a:tbl>
          </a:graphicData>
        </a:graphic>
      </p:graphicFrame>
      <p:sp>
        <p:nvSpPr>
          <p:cNvPr id="9" name="TextBox 4">
            <a:extLst>
              <a:ext uri="{FF2B5EF4-FFF2-40B4-BE49-F238E27FC236}">
                <a16:creationId xmlns:a16="http://schemas.microsoft.com/office/drawing/2014/main" id="{B7C08E86-FADD-6749-9EB6-04D8309D1A2E}"/>
              </a:ext>
            </a:extLst>
          </p:cNvPr>
          <p:cNvSpPr txBox="1"/>
          <p:nvPr/>
        </p:nvSpPr>
        <p:spPr>
          <a:xfrm>
            <a:off x="420018" y="6033044"/>
            <a:ext cx="6248314" cy="1436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7500"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8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BBC Audience Affinity = Likelihood of BBC’s All Audiences  Audience to hold business trait vs. avg. All Audiences  Audience</a:t>
            </a:r>
          </a:p>
        </p:txBody>
      </p:sp>
      <p:sp>
        <p:nvSpPr>
          <p:cNvPr id="25" name="Generated Footer 25">
            <a:extLst>
              <a:ext uri="{FF2B5EF4-FFF2-40B4-BE49-F238E27FC236}">
                <a16:creationId xmlns:a16="http://schemas.microsoft.com/office/drawing/2014/main" id="{54A1AF5D-48C8-3C31-D6DA-7686AA62A788}"/>
              </a:ext>
            </a:extLst>
          </p:cNvPr>
          <p:cNvSpPr txBox="1"/>
          <p:nvPr/>
        </p:nvSpPr>
        <p:spPr>
          <a:xfrm>
            <a:off x="334963" y="6330000"/>
            <a:ext cx="11512588" cy="47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rmAutofit fontScale="95000"/>
          </a:bodyPr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Base: All Audiences (2374M) // BBC All Audiences (514M)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Source: GWI Core Survey — Waves: Q1 2026, Q2 2026, Q3 2025, Q4 2025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Markets: 51 Global Markets (Excl. China, Russia, UK)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Platform: BBC TV (30 Day TV Reach)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37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6AD5FA32-F253-9326-9D8E-CAC59C31BAA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5" b="8965"/>
          <a:stretch/>
        </p:blipFill>
        <p:spPr>
          <a:xfrm>
            <a:off x="6785460" y="284954"/>
            <a:ext cx="5093107" cy="62711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8135C66F-C227-0B76-18D7-F71F7E95137D}"/>
              </a:ext>
            </a:extLst>
          </p:cNvPr>
          <p:cNvSpPr txBox="1"/>
          <p:nvPr/>
        </p:nvSpPr>
        <p:spPr>
          <a:xfrm>
            <a:off x="344445" y="1518781"/>
            <a:ext cx="5842995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rPr>
              <a:t>BBC Audiences are more likely to engage across a range of platforms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666717-4221-5391-5C32-CF5847028380}"/>
              </a:ext>
            </a:extLst>
          </p:cNvPr>
          <p:cNvSpPr txBox="1"/>
          <p:nvPr/>
        </p:nvSpPr>
        <p:spPr>
          <a:xfrm>
            <a:off x="313433" y="2508095"/>
            <a:ext cx="6248314" cy="3795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BBC Audiences are more likely to engage across a range of platforms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72C002FD-046B-8DBB-23D1-BB8CBE733170}"/>
              </a:ext>
            </a:extLst>
          </p:cNvPr>
          <p:cNvSpPr txBox="1"/>
          <p:nvPr/>
        </p:nvSpPr>
        <p:spPr>
          <a:xfrm>
            <a:off x="344445" y="1087889"/>
            <a:ext cx="5037447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Platform Consumption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pic>
        <p:nvPicPr>
          <p:cNvPr id="6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F7431C8A-0DFF-272D-866C-DF1F4EDB7F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EBC107-B89F-BB6C-4F5A-1876D1CD1DA5}"/>
              </a:ext>
            </a:extLst>
          </p:cNvPr>
          <p:cNvSpPr txBox="1"/>
          <p:nvPr/>
        </p:nvSpPr>
        <p:spPr>
          <a:xfrm>
            <a:off x="9335063" y="2697891"/>
            <a:ext cx="2350803" cy="23508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0" name="Straight Connector 44">
            <a:extLst>
              <a:ext uri="{FF2B5EF4-FFF2-40B4-BE49-F238E27FC236}">
                <a16:creationId xmlns:a16="http://schemas.microsoft.com/office/drawing/2014/main" id="{68393E98-2AB6-4D9A-C339-53D663A08806}"/>
              </a:ext>
            </a:extLst>
          </p:cNvPr>
          <p:cNvCxnSpPr/>
          <p:nvPr/>
        </p:nvCxnSpPr>
        <p:spPr>
          <a:xfrm>
            <a:off x="343274" y="5752071"/>
            <a:ext cx="6349054" cy="0"/>
          </a:xfrm>
          <a:prstGeom prst="straightConnector1">
            <a:avLst/>
          </a:prstGeom>
          <a:noFill/>
          <a:ln w="25402" cap="flat">
            <a:solidFill>
              <a:srgbClr val="FFFFFF"/>
            </a:solidFill>
            <a:prstDash val="solid"/>
            <a:miter/>
          </a:ln>
          <a:effectLst>
            <a:outerShdw dist="19997" dir="5400000" algn="tl">
              <a:srgbClr val="000000">
                <a:alpha val="38000"/>
              </a:srgbClr>
            </a:outerShdw>
          </a:effectLst>
        </p:spPr>
      </p:cxn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6403D032-4887-E5E2-E60A-A76C70BDE9BB}"/>
              </a:ext>
            </a:extLst>
          </p:cNvPr>
          <p:cNvSpPr/>
          <p:nvPr/>
        </p:nvSpPr>
        <p:spPr>
          <a:xfrm>
            <a:off x="333115" y="352537"/>
            <a:ext cx="1517802" cy="21942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Platform Consumption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94C79BE-B8CF-4CEC-6AE7-688850984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960411"/>
              </p:ext>
            </p:extLst>
          </p:nvPr>
        </p:nvGraphicFramePr>
        <p:xfrm>
          <a:off x="343274" y="2942125"/>
          <a:ext cx="6401802" cy="26458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24728">
                  <a:extLst>
                    <a:ext uri="{9D8B030D-6E8A-4147-A177-3AD203B41FA5}">
                      <a16:colId xmlns:a16="http://schemas.microsoft.com/office/drawing/2014/main" val="2940810481"/>
                    </a:ext>
                  </a:extLst>
                </a:gridCol>
                <a:gridCol w="1688537">
                  <a:extLst>
                    <a:ext uri="{9D8B030D-6E8A-4147-A177-3AD203B41FA5}">
                      <a16:colId xmlns:a16="http://schemas.microsoft.com/office/drawing/2014/main" val="2076147837"/>
                    </a:ext>
                  </a:extLst>
                </a:gridCol>
                <a:gridCol w="1688537">
                  <a:extLst>
                    <a:ext uri="{9D8B030D-6E8A-4147-A177-3AD203B41FA5}">
                      <a16:colId xmlns:a16="http://schemas.microsoft.com/office/drawing/2014/main" val="1810337265"/>
                    </a:ext>
                  </a:extLst>
                </a:gridCol>
              </a:tblGrid>
              <a:tr h="330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Platform: Daily Consumption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Composition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Audience Affinity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9921775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Social Media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(K81)%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(M81)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295862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Short Form Videos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(K82)%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(M82)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640149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Longer Videos (e.g. Vlogs)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(K83)%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(M83)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6518120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Online Articles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(K84)%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(M84)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9771160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Television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(K85)%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(M85)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8765403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Streaming Services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(K86)%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(M86)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9237568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Podcast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(K87)%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eorgia" pitchFamily="18"/>
                          <a:ea typeface="Georgia" pitchFamily="18"/>
                          <a:cs typeface="Georgia" pitchFamily="18"/>
                        </a:rPr>
                        <a:t>(M87)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3798745"/>
                  </a:ext>
                </a:extLst>
              </a:tr>
            </a:tbl>
          </a:graphicData>
        </a:graphic>
      </p:graphicFrame>
      <p:sp>
        <p:nvSpPr>
          <p:cNvPr id="8" name="TextBox 4">
            <a:extLst>
              <a:ext uri="{FF2B5EF4-FFF2-40B4-BE49-F238E27FC236}">
                <a16:creationId xmlns:a16="http://schemas.microsoft.com/office/drawing/2014/main" id="{C5100FDB-72E4-DB95-9284-E59ADDDC1DBE}"/>
              </a:ext>
            </a:extLst>
          </p:cNvPr>
          <p:cNvSpPr txBox="1"/>
          <p:nvPr/>
        </p:nvSpPr>
        <p:spPr>
          <a:xfrm>
            <a:off x="379378" y="5818692"/>
            <a:ext cx="6248314" cy="1436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7500"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800" dirty="0">
                <a:solidFill>
                  <a:srgbClr val="404040"/>
                </a:solidFill>
                <a:latin typeface="Arial" pitchFamily="34"/>
                <a:ea typeface="Arial" pitchFamily="34"/>
                <a:cs typeface="Arial" pitchFamily="34"/>
              </a:rPr>
              <a:t>Audience Affinity – Likelihood of BBC audiences to regularly consume a platform vs. the average audience</a:t>
            </a:r>
          </a:p>
        </p:txBody>
      </p:sp>
      <p:sp>
        <p:nvSpPr>
          <p:cNvPr id="25" name="Generated Footer 25">
            <a:extLst>
              <a:ext uri="{FF2B5EF4-FFF2-40B4-BE49-F238E27FC236}">
                <a16:creationId xmlns:a16="http://schemas.microsoft.com/office/drawing/2014/main" id="{54A1AF5D-48C8-3C31-D6DA-7686AA62A788}"/>
              </a:ext>
            </a:extLst>
          </p:cNvPr>
          <p:cNvSpPr txBox="1"/>
          <p:nvPr/>
        </p:nvSpPr>
        <p:spPr>
          <a:xfrm>
            <a:off x="334963" y="6330000"/>
            <a:ext cx="11512588" cy="47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rmAutofit fontScale="95000"/>
          </a:bodyPr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Base: All Audiences (2374M) // BBC All Audiences (514M)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Source: GWI Core Survey — Waves: Q1 2026, Q2 2026, Q3 2025, Q4 2025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Markets: 51 Global Markets (Excl. China, Russia, UK)</a:t>
            </a:r>
            <a:endParaRPr lang="en-GB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5">
                <a:latin typeface="Arial"/>
              </a:rPr>
              <a:t>Platform: BBC TV (30 Day TV Reach)</a:t>
            </a: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266F-ABE4-852F-DD59-E25EA3023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A583CA61-4131-E922-D1F5-3A3A99D58156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28" r="22928"/>
          <a:stretch/>
        </p:blipFill>
        <p:spPr>
          <a:xfrm>
            <a:off x="6785460" y="284954"/>
            <a:ext cx="5093107" cy="62711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36D011F-7E48-3E24-72E6-76F15F547372}"/>
              </a:ext>
            </a:extLst>
          </p:cNvPr>
          <p:cNvSpPr txBox="1"/>
          <p:nvPr/>
        </p:nvSpPr>
        <p:spPr>
          <a:xfrm>
            <a:off x="344445" y="1518781"/>
            <a:ext cx="6347883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2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BBC [AUDIENCE] are more likely to discover brands across a variety of platforms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/>
              <a:ea typeface="Georgia" pitchFamily="18"/>
              <a:cs typeface="Georgia" pitchFamily="18"/>
            </a:endParaRP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B625B1BE-4F5B-8FCD-7DE0-5A5D46E95856}"/>
              </a:ext>
            </a:extLst>
          </p:cNvPr>
          <p:cNvSpPr txBox="1"/>
          <p:nvPr/>
        </p:nvSpPr>
        <p:spPr>
          <a:xfrm>
            <a:off x="344445" y="1087889"/>
            <a:ext cx="5037447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Brand Discovery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pic>
        <p:nvPicPr>
          <p:cNvPr id="6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423D2A7E-C083-27AC-F597-356BEF3CF2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28BF99FF-F1A0-5EC2-D782-F798E53CAB29}"/>
              </a:ext>
            </a:extLst>
          </p:cNvPr>
          <p:cNvSpPr txBox="1"/>
          <p:nvPr/>
        </p:nvSpPr>
        <p:spPr>
          <a:xfrm>
            <a:off x="9335063" y="2697891"/>
            <a:ext cx="2350803" cy="23508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5BDFA943-30A2-FDDE-29CE-2421AED40117}"/>
              </a:ext>
            </a:extLst>
          </p:cNvPr>
          <p:cNvSpPr/>
          <p:nvPr/>
        </p:nvSpPr>
        <p:spPr>
          <a:xfrm>
            <a:off x="333115" y="352537"/>
            <a:ext cx="1517802" cy="21942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Brand Discovery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2AAC10EA-4DE8-F170-BB65-203E8197170F}"/>
              </a:ext>
            </a:extLst>
          </p:cNvPr>
          <p:cNvSpPr txBox="1"/>
          <p:nvPr/>
        </p:nvSpPr>
        <p:spPr>
          <a:xfrm>
            <a:off x="393644" y="5844331"/>
            <a:ext cx="6248314" cy="1436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7500"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BBC Audience Affinity = Likelihood of BBC’s All Audiences to Discover a brand through platform vs. avg. All Audiences</a:t>
            </a:r>
          </a:p>
        </p:txBody>
      </p:sp>
      <p:sp>
        <p:nvSpPr>
          <p:cNvPr id="12" name="Generated Footer 80">
            <a:extLst>
              <a:ext uri="{FF2B5EF4-FFF2-40B4-BE49-F238E27FC236}">
                <a16:creationId xmlns:a16="http://schemas.microsoft.com/office/drawing/2014/main" id="{893C95E6-0FE5-732F-57D6-9BE12161EE66}"/>
              </a:ext>
            </a:extLst>
          </p:cNvPr>
          <p:cNvSpPr txBox="1"/>
          <p:nvPr/>
        </p:nvSpPr>
        <p:spPr>
          <a:xfrm>
            <a:off x="334963" y="6330000"/>
            <a:ext cx="11512588" cy="47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5000"/>
          </a:bodyPr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Base: All Audiences (2374M) // BBC All Audiences (514M)</a:t>
            </a:r>
            <a:endParaRPr lang="en-GB" dirty="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Source: GWI Core Survey — Waves: Q1 2026, Q2 2026, Q3 2025, Q4 2025</a:t>
            </a:r>
            <a:endParaRPr lang="en-GB" dirty="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Markets: 51 Global Markets (Excl. China, Russia, UK)</a:t>
            </a:r>
            <a:endParaRPr lang="en-GB" dirty="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Platform: BBC Cross Platform, Digital + TV (30 Day Reach)</a:t>
            </a:r>
            <a:endParaRPr lang="en-GB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0B07CA73-3622-2996-330E-E139744D8BD9}"/>
              </a:ext>
            </a:extLst>
          </p:cNvPr>
          <p:cNvGraphicFramePr/>
          <p:nvPr/>
        </p:nvGraphicFramePr>
        <p:xfrm>
          <a:off x="313433" y="2707751"/>
          <a:ext cx="5477767" cy="29781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9A81868-A9D9-77FC-3558-DEA011D52125}"/>
              </a:ext>
            </a:extLst>
          </p:cNvPr>
          <p:cNvCxnSpPr/>
          <p:nvPr/>
        </p:nvCxnSpPr>
        <p:spPr>
          <a:xfrm>
            <a:off x="516467" y="4055533"/>
            <a:ext cx="52747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5D3E575-A8BF-2A0B-530B-14EC017BC342}"/>
              </a:ext>
            </a:extLst>
          </p:cNvPr>
          <p:cNvSpPr txBox="1"/>
          <p:nvPr/>
        </p:nvSpPr>
        <p:spPr>
          <a:xfrm>
            <a:off x="5680561" y="4055533"/>
            <a:ext cx="10583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itchFamily="18"/>
                <a:ea typeface="Georgia" pitchFamily="18"/>
                <a:cs typeface="Georgia" pitchFamily="18"/>
              </a:rPr>
              <a:t>All Audience Average</a:t>
            </a:r>
          </a:p>
        </p:txBody>
      </p:sp>
    </p:spTree>
    <p:extLst>
      <p:ext uri="{BB962C8B-B14F-4D97-AF65-F5344CB8AC3E}">
        <p14:creationId xmlns:p14="http://schemas.microsoft.com/office/powerpoint/2010/main" val="3358371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13C92-5E8A-FF50-E017-B172A8BC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7C3A04C-8416-234B-96BE-3376693BBB63}"/>
              </a:ext>
            </a:extLst>
          </p:cNvPr>
          <p:cNvGrpSpPr/>
          <p:nvPr/>
        </p:nvGrpSpPr>
        <p:grpSpPr>
          <a:xfrm>
            <a:off x="333115" y="2939192"/>
            <a:ext cx="7092152" cy="608830"/>
            <a:chOff x="333115" y="2697892"/>
            <a:chExt cx="2918085" cy="608830"/>
          </a:xfrm>
        </p:grpSpPr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EE4BEAEA-76D5-E7ED-7FEA-5F0724CF8A24}"/>
                </a:ext>
              </a:extLst>
            </p:cNvPr>
            <p:cNvSpPr/>
            <p:nvPr/>
          </p:nvSpPr>
          <p:spPr>
            <a:xfrm>
              <a:off x="333115" y="2697892"/>
              <a:ext cx="2918085" cy="608830"/>
            </a:xfrm>
            <a:prstGeom prst="rect">
              <a:avLst/>
            </a:pr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 dirty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" name="TextBox 18">
              <a:extLst>
                <a:ext uri="{FF2B5EF4-FFF2-40B4-BE49-F238E27FC236}">
                  <a16:creationId xmlns:a16="http://schemas.microsoft.com/office/drawing/2014/main" id="{E37769A7-3577-99B6-4FAD-6D8E00C2D35C}"/>
                </a:ext>
              </a:extLst>
            </p:cNvPr>
            <p:cNvSpPr txBox="1"/>
            <p:nvPr/>
          </p:nvSpPr>
          <p:spPr>
            <a:xfrm>
              <a:off x="868000" y="2984903"/>
              <a:ext cx="2300785" cy="32181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100" b="0" i="0" u="none" strike="noStrike" kern="1200" cap="none" spc="0" baseline="0" dirty="0">
                  <a:solidFill>
                    <a:schemeClr val="bg1"/>
                  </a:solidFill>
                  <a:uFillTx/>
                  <a:latin typeface="Georgia" pitchFamily="18"/>
                  <a:ea typeface="Georgia" pitchFamily="18"/>
                  <a:cs typeface="Georgia" pitchFamily="18"/>
                </a:rPr>
                <a:t>To be the first to try new things</a:t>
              </a:r>
            </a:p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050" b="0" i="0" u="none" strike="noStrike" kern="1200" cap="none" spc="0" baseline="0" dirty="0">
                <a:solidFill>
                  <a:srgbClr val="7F7F7F"/>
                </a:solidFill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  <p:sp>
          <p:nvSpPr>
            <p:cNvPr id="10" name="TextBox 17">
              <a:extLst>
                <a:ext uri="{FF2B5EF4-FFF2-40B4-BE49-F238E27FC236}">
                  <a16:creationId xmlns:a16="http://schemas.microsoft.com/office/drawing/2014/main" id="{0B7A1533-85D4-7B1C-6B7F-328DEC4D5C79}"/>
                </a:ext>
              </a:extLst>
            </p:cNvPr>
            <p:cNvSpPr txBox="1"/>
            <p:nvPr/>
          </p:nvSpPr>
          <p:spPr>
            <a:xfrm>
              <a:off x="397927" y="2796948"/>
              <a:ext cx="390786" cy="43088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 pitchFamily="34"/>
                  <a:ea typeface="Arial" pitchFamily="34"/>
                  <a:cs typeface="Arial" pitchFamily="34"/>
                </a:rPr>
                <a:t>(M119)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35220AD-7B76-DE0F-06C9-4EF726B2CBA0}"/>
              </a:ext>
            </a:extLst>
          </p:cNvPr>
          <p:cNvGrpSpPr/>
          <p:nvPr/>
        </p:nvGrpSpPr>
        <p:grpSpPr>
          <a:xfrm>
            <a:off x="333115" y="3783661"/>
            <a:ext cx="7092152" cy="608830"/>
            <a:chOff x="333115" y="2697892"/>
            <a:chExt cx="2918085" cy="608830"/>
          </a:xfrm>
        </p:grpSpPr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83A2D559-3B44-D109-7B2A-1A2A33D2FD91}"/>
                </a:ext>
              </a:extLst>
            </p:cNvPr>
            <p:cNvSpPr/>
            <p:nvPr/>
          </p:nvSpPr>
          <p:spPr>
            <a:xfrm>
              <a:off x="333115" y="2697892"/>
              <a:ext cx="2918085" cy="608830"/>
            </a:xfrm>
            <a:prstGeom prst="rect">
              <a:avLst/>
            </a:pr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 dirty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" name="TextBox 18">
              <a:extLst>
                <a:ext uri="{FF2B5EF4-FFF2-40B4-BE49-F238E27FC236}">
                  <a16:creationId xmlns:a16="http://schemas.microsoft.com/office/drawing/2014/main" id="{C0902213-9E18-1A47-6660-B027559B9CCA}"/>
                </a:ext>
              </a:extLst>
            </p:cNvPr>
            <p:cNvSpPr txBox="1"/>
            <p:nvPr/>
          </p:nvSpPr>
          <p:spPr>
            <a:xfrm>
              <a:off x="868000" y="2984903"/>
              <a:ext cx="2300785" cy="32181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100" b="0" i="0" u="none" strike="noStrike" kern="1200" cap="none" spc="0" baseline="0" dirty="0">
                  <a:solidFill>
                    <a:schemeClr val="bg1"/>
                  </a:solidFill>
                  <a:uFillTx/>
                  <a:latin typeface="Georgia" pitchFamily="18"/>
                  <a:ea typeface="Georgia" pitchFamily="18"/>
                  <a:cs typeface="Georgia" pitchFamily="18"/>
                </a:rPr>
                <a:t>To purchase from brands that they have seen advertised</a:t>
              </a:r>
            </a:p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050" b="0" i="0" u="none" strike="noStrike" kern="1200" cap="none" spc="0" baseline="0" dirty="0">
                <a:solidFill>
                  <a:srgbClr val="7F7F7F"/>
                </a:solidFill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  <p:sp>
          <p:nvSpPr>
            <p:cNvPr id="15" name="TextBox 17">
              <a:extLst>
                <a:ext uri="{FF2B5EF4-FFF2-40B4-BE49-F238E27FC236}">
                  <a16:creationId xmlns:a16="http://schemas.microsoft.com/office/drawing/2014/main" id="{207C43C0-54AB-4058-E729-39DD97EFDBAD}"/>
                </a:ext>
              </a:extLst>
            </p:cNvPr>
            <p:cNvSpPr txBox="1"/>
            <p:nvPr/>
          </p:nvSpPr>
          <p:spPr>
            <a:xfrm>
              <a:off x="397927" y="2796948"/>
              <a:ext cx="390786" cy="43088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 pitchFamily="34"/>
                  <a:ea typeface="Arial" pitchFamily="34"/>
                  <a:cs typeface="Arial" pitchFamily="34"/>
                </a:rPr>
                <a:t>(M120)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ED7902-7803-E2CB-2065-1E781CA3E3EC}"/>
              </a:ext>
            </a:extLst>
          </p:cNvPr>
          <p:cNvGrpSpPr/>
          <p:nvPr/>
        </p:nvGrpSpPr>
        <p:grpSpPr>
          <a:xfrm>
            <a:off x="333115" y="4628129"/>
            <a:ext cx="7092152" cy="608830"/>
            <a:chOff x="333115" y="2697892"/>
            <a:chExt cx="2918085" cy="6088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C80185-4269-825C-8BED-5537AD23EAC3}"/>
                </a:ext>
              </a:extLst>
            </p:cNvPr>
            <p:cNvSpPr/>
            <p:nvPr/>
          </p:nvSpPr>
          <p:spPr>
            <a:xfrm>
              <a:off x="333115" y="2697892"/>
              <a:ext cx="2918085" cy="608830"/>
            </a:xfrm>
            <a:prstGeom prst="rect">
              <a:avLst/>
            </a:pr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 dirty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B496725-AF20-556A-0844-8E1EA88E8508}"/>
                </a:ext>
              </a:extLst>
            </p:cNvPr>
            <p:cNvSpPr txBox="1"/>
            <p:nvPr/>
          </p:nvSpPr>
          <p:spPr>
            <a:xfrm>
              <a:off x="868000" y="2984903"/>
              <a:ext cx="2300785" cy="32181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100" b="0" i="0" u="none" strike="noStrike" kern="1200" cap="none" spc="0" baseline="0" dirty="0">
                  <a:solidFill>
                    <a:schemeClr val="bg1"/>
                  </a:solidFill>
                  <a:uFillTx/>
                  <a:latin typeface="Georgia" pitchFamily="18"/>
                  <a:ea typeface="Georgia" pitchFamily="18"/>
                  <a:cs typeface="Georgia" pitchFamily="18"/>
                </a:rPr>
                <a:t>Buy the premium versions of products</a:t>
              </a:r>
            </a:p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050" b="0" i="0" u="none" strike="noStrike" kern="1200" cap="none" spc="0" baseline="0" dirty="0">
                <a:solidFill>
                  <a:srgbClr val="7F7F7F"/>
                </a:solidFill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CFE59742-AD1F-F5B4-B4EB-2909133E1180}"/>
                </a:ext>
              </a:extLst>
            </p:cNvPr>
            <p:cNvSpPr txBox="1"/>
            <p:nvPr/>
          </p:nvSpPr>
          <p:spPr>
            <a:xfrm>
              <a:off x="397927" y="2796948"/>
              <a:ext cx="390786" cy="43088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 pitchFamily="34"/>
                  <a:ea typeface="Arial" pitchFamily="34"/>
                  <a:cs typeface="Arial" pitchFamily="34"/>
                </a:rPr>
                <a:t>(M121)</a:t>
              </a:r>
            </a:p>
          </p:txBody>
        </p:sp>
      </p:grpSp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842AE1DC-3F4D-1873-2074-989F3E65FCC0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" b="698"/>
          <a:stretch/>
        </p:blipFill>
        <p:spPr>
          <a:xfrm>
            <a:off x="6785460" y="284954"/>
            <a:ext cx="5093107" cy="62711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F28D9A2E-494D-522D-49EF-05204F4BF163}"/>
              </a:ext>
            </a:extLst>
          </p:cNvPr>
          <p:cNvSpPr txBox="1"/>
          <p:nvPr/>
        </p:nvSpPr>
        <p:spPr>
          <a:xfrm>
            <a:off x="344445" y="1518781"/>
            <a:ext cx="6248315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BBC’s [AUDIENCE] are more likely to be influenced by advertising and try new premium options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/>
              <a:ea typeface="Georgia" pitchFamily="18"/>
              <a:cs typeface="Georgia" pitchFamily="18"/>
            </a:endParaRP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670B3F4F-F659-A369-87ED-651109EFB016}"/>
              </a:ext>
            </a:extLst>
          </p:cNvPr>
          <p:cNvSpPr txBox="1"/>
          <p:nvPr/>
        </p:nvSpPr>
        <p:spPr>
          <a:xfrm>
            <a:off x="344445" y="1087889"/>
            <a:ext cx="5037447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Impact Audience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pic>
        <p:nvPicPr>
          <p:cNvPr id="6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EF4AAB4-789A-1A71-2B36-69D6466D64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1E257C1-E398-DB66-533D-634EAE4A4CAF}"/>
              </a:ext>
            </a:extLst>
          </p:cNvPr>
          <p:cNvSpPr txBox="1"/>
          <p:nvPr/>
        </p:nvSpPr>
        <p:spPr>
          <a:xfrm>
            <a:off x="9335063" y="2697891"/>
            <a:ext cx="2350803" cy="23508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A7E38A62-5644-0CEF-6729-C658FB299AD8}"/>
              </a:ext>
            </a:extLst>
          </p:cNvPr>
          <p:cNvSpPr/>
          <p:nvPr/>
        </p:nvSpPr>
        <p:spPr>
          <a:xfrm>
            <a:off x="333115" y="352537"/>
            <a:ext cx="1517802" cy="21942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AI Attitudes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AE8D630-7FBF-91BD-A6F8-B0BC8E96D9BE}"/>
              </a:ext>
            </a:extLst>
          </p:cNvPr>
          <p:cNvSpPr txBox="1"/>
          <p:nvPr/>
        </p:nvSpPr>
        <p:spPr>
          <a:xfrm>
            <a:off x="394229" y="5336015"/>
            <a:ext cx="6248314" cy="1436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7500"/>
          </a:bodyPr>
          <a:lstStyle/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BBC Audience Affinity = Likelihood of BBC’s All Audiences  Audience to hold Attitude vs. avg. All Audiences  Audience</a:t>
            </a:r>
          </a:p>
        </p:txBody>
      </p:sp>
      <p:sp>
        <p:nvSpPr>
          <p:cNvPr id="45" name="TextBox 4">
            <a:extLst>
              <a:ext uri="{FF2B5EF4-FFF2-40B4-BE49-F238E27FC236}">
                <a16:creationId xmlns:a16="http://schemas.microsoft.com/office/drawing/2014/main" id="{EA0C3A27-484A-2092-AAC0-1FF1E35AA514}"/>
              </a:ext>
            </a:extLst>
          </p:cNvPr>
          <p:cNvSpPr txBox="1"/>
          <p:nvPr/>
        </p:nvSpPr>
        <p:spPr>
          <a:xfrm>
            <a:off x="358075" y="2700263"/>
            <a:ext cx="6248314" cy="1436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BBC Audiences are more likely to agree</a:t>
            </a:r>
          </a:p>
        </p:txBody>
      </p:sp>
      <p:sp>
        <p:nvSpPr>
          <p:cNvPr id="12" name="Generated Footer 80">
            <a:extLst>
              <a:ext uri="{FF2B5EF4-FFF2-40B4-BE49-F238E27FC236}">
                <a16:creationId xmlns:a16="http://schemas.microsoft.com/office/drawing/2014/main" id="{0B600355-984E-6B9B-36D0-54F2C4A47F4D}"/>
              </a:ext>
            </a:extLst>
          </p:cNvPr>
          <p:cNvSpPr txBox="1"/>
          <p:nvPr/>
        </p:nvSpPr>
        <p:spPr>
          <a:xfrm>
            <a:off x="334963" y="6330000"/>
            <a:ext cx="11512588" cy="47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5000"/>
          </a:bodyPr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Base: All Audiences (2374M) // BBC All Audiences (514M)</a:t>
            </a:r>
            <a:endParaRPr lang="en-GB" dirty="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Source: GWI Core Survey — Waves: Q1 2026, Q2 2026, Q3 2025, Q4 2025</a:t>
            </a:r>
            <a:endParaRPr lang="en-GB" dirty="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Markets: 51 Global Markets (Excl. China, Russia, UK)</a:t>
            </a:r>
            <a:endParaRPr lang="en-GB" dirty="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Platform: BBC Cross Platform, Digital + TV (30 Day Reach)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9730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EFB48-BB1A-297F-88D0-254A3B01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9EE7296E-0846-7798-B3CF-05AD5BADD304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7" r="22917"/>
          <a:stretch/>
        </p:blipFill>
        <p:spPr>
          <a:xfrm>
            <a:off x="6785460" y="284954"/>
            <a:ext cx="5093107" cy="62711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AA9B444E-8D27-39FB-39C8-F9A46B7D5774}"/>
              </a:ext>
            </a:extLst>
          </p:cNvPr>
          <p:cNvSpPr txBox="1"/>
          <p:nvPr/>
        </p:nvSpPr>
        <p:spPr>
          <a:xfrm>
            <a:off x="344445" y="1518781"/>
            <a:ext cx="6347883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200" dirty="0">
                <a:solidFill>
                  <a:srgbClr val="000000"/>
                </a:solidFill>
                <a:latin typeface="Georgia" pitchFamily="18"/>
                <a:ea typeface="Georgia" pitchFamily="18"/>
                <a:cs typeface="Georgia" pitchFamily="18"/>
              </a:rPr>
              <a:t>BBC Audiences Hold Positive Attitudes Towards AI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itchFamily="18"/>
              <a:ea typeface="Georgia" pitchFamily="18"/>
              <a:cs typeface="Georgia" pitchFamily="18"/>
            </a:endParaRP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19DBD1DC-27C9-B935-1F2C-6DA9CE43FE11}"/>
              </a:ext>
            </a:extLst>
          </p:cNvPr>
          <p:cNvSpPr txBox="1"/>
          <p:nvPr/>
        </p:nvSpPr>
        <p:spPr>
          <a:xfrm>
            <a:off x="344445" y="1087889"/>
            <a:ext cx="5037447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BBC Audience AI Attitudes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/>
              <a:ea typeface="Arial" pitchFamily="34"/>
              <a:cs typeface="Arial" pitchFamily="34"/>
            </a:endParaRPr>
          </a:p>
        </p:txBody>
      </p:sp>
      <p:pic>
        <p:nvPicPr>
          <p:cNvPr id="6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373D7C02-57C8-0E27-4B27-29ED9277A6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59" t="32718" r="9104" b="31940"/>
          <a:stretch>
            <a:fillRect/>
          </a:stretch>
        </p:blipFill>
        <p:spPr>
          <a:xfrm>
            <a:off x="10109057" y="6131280"/>
            <a:ext cx="1570664" cy="1928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8B83502-E6E3-3FCC-1CDC-D5BA676FF5FE}"/>
              </a:ext>
            </a:extLst>
          </p:cNvPr>
          <p:cNvSpPr txBox="1"/>
          <p:nvPr/>
        </p:nvSpPr>
        <p:spPr>
          <a:xfrm>
            <a:off x="9335063" y="2697891"/>
            <a:ext cx="2350803" cy="23508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84C1D43D-F2E3-7EBF-45D0-6CB177F79A9C}"/>
              </a:ext>
            </a:extLst>
          </p:cNvPr>
          <p:cNvSpPr/>
          <p:nvPr/>
        </p:nvSpPr>
        <p:spPr>
          <a:xfrm>
            <a:off x="333115" y="352537"/>
            <a:ext cx="1517802" cy="21942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9528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18004" rIns="0" bIns="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AI Attitudes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B9E50643-57B8-76A2-0271-25B5AC97523C}"/>
              </a:ext>
            </a:extLst>
          </p:cNvPr>
          <p:cNvSpPr txBox="1"/>
          <p:nvPr/>
        </p:nvSpPr>
        <p:spPr>
          <a:xfrm>
            <a:off x="393644" y="5844331"/>
            <a:ext cx="6248314" cy="1436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7500"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BBC Audience Affinity = Likelihood of BBC’s All Audiences  Audience to hold Attitude vs. avg. All Audiences  Audience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6B19AA-AEE0-CC3C-DA87-7BB5F978C384}"/>
              </a:ext>
            </a:extLst>
          </p:cNvPr>
          <p:cNvGrpSpPr/>
          <p:nvPr/>
        </p:nvGrpSpPr>
        <p:grpSpPr>
          <a:xfrm>
            <a:off x="333115" y="2939192"/>
            <a:ext cx="2918085" cy="1370670"/>
            <a:chOff x="333115" y="2697892"/>
            <a:chExt cx="2918085" cy="1370670"/>
          </a:xfrm>
        </p:grpSpPr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A4354222-B44D-72D5-A51E-9F6F86FBC386}"/>
                </a:ext>
              </a:extLst>
            </p:cNvPr>
            <p:cNvSpPr/>
            <p:nvPr/>
          </p:nvSpPr>
          <p:spPr>
            <a:xfrm>
              <a:off x="333115" y="2697892"/>
              <a:ext cx="2918085" cy="1345054"/>
            </a:xfrm>
            <a:prstGeom prst="rect">
              <a:avLst/>
            </a:pr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TextBox 17">
              <a:extLst>
                <a:ext uri="{FF2B5EF4-FFF2-40B4-BE49-F238E27FC236}">
                  <a16:creationId xmlns:a16="http://schemas.microsoft.com/office/drawing/2014/main" id="{6049FA5C-5113-F32C-8AF0-9E2D23C1E3B5}"/>
                </a:ext>
              </a:extLst>
            </p:cNvPr>
            <p:cNvSpPr txBox="1"/>
            <p:nvPr/>
          </p:nvSpPr>
          <p:spPr>
            <a:xfrm>
              <a:off x="397927" y="2796948"/>
              <a:ext cx="1452989" cy="43088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800" b="0" i="0" u="none" strike="noStrike" kern="1200" cap="none" spc="0" baseline="0" dirty="0">
                  <a:solidFill>
                    <a:srgbClr val="FFFFFF"/>
                  </a:solidFill>
                  <a:uFillTx/>
                  <a:latin typeface="Arial" pitchFamily="34"/>
                  <a:ea typeface="Arial" pitchFamily="34"/>
                  <a:cs typeface="Arial" pitchFamily="34"/>
                </a:rPr>
                <a:t>(M108)</a:t>
              </a:r>
            </a:p>
          </p:txBody>
        </p:sp>
        <p:sp>
          <p:nvSpPr>
            <p:cNvPr id="11" name="TextBox 18">
              <a:extLst>
                <a:ext uri="{FF2B5EF4-FFF2-40B4-BE49-F238E27FC236}">
                  <a16:creationId xmlns:a16="http://schemas.microsoft.com/office/drawing/2014/main" id="{8349DEFC-B54E-B5CB-EEAB-31FD04B34CD0}"/>
                </a:ext>
              </a:extLst>
            </p:cNvPr>
            <p:cNvSpPr txBox="1"/>
            <p:nvPr/>
          </p:nvSpPr>
          <p:spPr>
            <a:xfrm>
              <a:off x="422095" y="3746743"/>
              <a:ext cx="2300785" cy="32181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100" b="0" i="0" u="none" strike="noStrike" kern="1200" cap="none" spc="0" baseline="0" dirty="0">
                  <a:solidFill>
                    <a:schemeClr val="bg1"/>
                  </a:solidFill>
                  <a:uFillTx/>
                  <a:latin typeface="Georgia" pitchFamily="18"/>
                  <a:ea typeface="Georgia" pitchFamily="18"/>
                  <a:cs typeface="Georgia" pitchFamily="18"/>
                </a:rPr>
                <a:t>AI Benefits Society</a:t>
              </a:r>
            </a:p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050" b="0" i="0" u="none" strike="noStrike" kern="1200" cap="none" spc="0" baseline="0" dirty="0">
                <a:solidFill>
                  <a:srgbClr val="7F7F7F"/>
                </a:solidFill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A2718C2-497C-D7A9-D926-B032E3960FC3}"/>
              </a:ext>
            </a:extLst>
          </p:cNvPr>
          <p:cNvGrpSpPr/>
          <p:nvPr/>
        </p:nvGrpSpPr>
        <p:grpSpPr>
          <a:xfrm>
            <a:off x="3394702" y="2939192"/>
            <a:ext cx="2918085" cy="1370670"/>
            <a:chOff x="333115" y="2697892"/>
            <a:chExt cx="2918085" cy="1370670"/>
          </a:xfrm>
        </p:grpSpPr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5D6E8E9A-03FD-9599-52E8-33C39E69AAE9}"/>
                </a:ext>
              </a:extLst>
            </p:cNvPr>
            <p:cNvSpPr/>
            <p:nvPr/>
          </p:nvSpPr>
          <p:spPr>
            <a:xfrm>
              <a:off x="333115" y="2697892"/>
              <a:ext cx="2918085" cy="1345054"/>
            </a:xfrm>
            <a:prstGeom prst="rect">
              <a:avLst/>
            </a:pr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9493E6B6-A149-6E8D-6925-282AD13513BA}"/>
                </a:ext>
              </a:extLst>
            </p:cNvPr>
            <p:cNvSpPr txBox="1"/>
            <p:nvPr/>
          </p:nvSpPr>
          <p:spPr>
            <a:xfrm>
              <a:off x="397927" y="2796948"/>
              <a:ext cx="1671285" cy="43088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lvl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800" dirty="0">
                  <a:solidFill>
                    <a:srgbClr val="FFFFFF"/>
                  </a:solidFill>
                  <a:latin typeface="Arial" pitchFamily="34"/>
                  <a:ea typeface="Arial" pitchFamily="34"/>
                  <a:cs typeface="Arial" pitchFamily="34"/>
                </a:rPr>
                <a:t>(M109)</a:t>
              </a:r>
            </a:p>
          </p:txBody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BEEB2ED3-1C72-F06D-F256-C1C228797758}"/>
                </a:ext>
              </a:extLst>
            </p:cNvPr>
            <p:cNvSpPr txBox="1"/>
            <p:nvPr/>
          </p:nvSpPr>
          <p:spPr>
            <a:xfrm>
              <a:off x="422095" y="3746743"/>
              <a:ext cx="2300785" cy="32181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100" b="0" i="0" u="none" strike="noStrike" kern="1200" cap="none" spc="0" baseline="0" dirty="0">
                  <a:solidFill>
                    <a:schemeClr val="bg1"/>
                  </a:solidFill>
                  <a:uFillTx/>
                  <a:latin typeface="Georgia" pitchFamily="18"/>
                  <a:ea typeface="Georgia" pitchFamily="18"/>
                  <a:cs typeface="Georgia" pitchFamily="18"/>
                </a:rPr>
                <a:t>AI Enhances my daily life</a:t>
              </a:r>
            </a:p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050" b="0" i="0" u="none" strike="noStrike" kern="1200" cap="none" spc="0" baseline="0" dirty="0">
                <a:solidFill>
                  <a:srgbClr val="7F7F7F"/>
                </a:solidFill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4371060-A7F2-9C80-DA29-2694A63B5715}"/>
              </a:ext>
            </a:extLst>
          </p:cNvPr>
          <p:cNvGrpSpPr/>
          <p:nvPr/>
        </p:nvGrpSpPr>
        <p:grpSpPr>
          <a:xfrm>
            <a:off x="344445" y="4383302"/>
            <a:ext cx="2918085" cy="1370670"/>
            <a:chOff x="333115" y="2697892"/>
            <a:chExt cx="2918085" cy="1370670"/>
          </a:xfrm>
        </p:grpSpPr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B4220C01-E124-38D7-A0B2-15FBC73F5441}"/>
                </a:ext>
              </a:extLst>
            </p:cNvPr>
            <p:cNvSpPr/>
            <p:nvPr/>
          </p:nvSpPr>
          <p:spPr>
            <a:xfrm>
              <a:off x="333115" y="2697892"/>
              <a:ext cx="2918085" cy="1345054"/>
            </a:xfrm>
            <a:prstGeom prst="rect">
              <a:avLst/>
            </a:pr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A6FA8682-A489-6ADB-ECF3-09BE50244537}"/>
                </a:ext>
              </a:extLst>
            </p:cNvPr>
            <p:cNvSpPr txBox="1"/>
            <p:nvPr/>
          </p:nvSpPr>
          <p:spPr>
            <a:xfrm>
              <a:off x="397927" y="2796948"/>
              <a:ext cx="2007111" cy="86177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800" dirty="0">
                  <a:solidFill>
                    <a:srgbClr val="FFFFFF"/>
                  </a:solidFill>
                  <a:latin typeface="Arial" pitchFamily="34"/>
                  <a:ea typeface="Arial" pitchFamily="34"/>
                  <a:cs typeface="Arial" pitchFamily="34"/>
                </a:rPr>
                <a:t>(M110)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2800" b="0" i="0" u="none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Arial" pitchFamily="34"/>
                <a:cs typeface="Arial" pitchFamily="34"/>
              </a:endParaRPr>
            </a:p>
          </p:txBody>
        </p: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60CBDFC7-7888-005C-D734-4D687B02742A}"/>
                </a:ext>
              </a:extLst>
            </p:cNvPr>
            <p:cNvSpPr txBox="1"/>
            <p:nvPr/>
          </p:nvSpPr>
          <p:spPr>
            <a:xfrm>
              <a:off x="422095" y="3580030"/>
              <a:ext cx="2300785" cy="48853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100" b="0" i="0" u="none" strike="noStrike" kern="1200" cap="none" spc="0" baseline="0" dirty="0">
                  <a:solidFill>
                    <a:schemeClr val="bg1"/>
                  </a:solidFill>
                  <a:uFillTx/>
                  <a:latin typeface="Georgia" pitchFamily="18"/>
                  <a:ea typeface="Georgia" pitchFamily="18"/>
                  <a:cs typeface="Georgia" pitchFamily="18"/>
                </a:rPr>
                <a:t>Feel AI can answer the worlds biggest problems</a:t>
              </a:r>
            </a:p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050" b="0" i="0" u="none" strike="noStrike" kern="1200" cap="none" spc="0" baseline="0" dirty="0">
                <a:solidFill>
                  <a:srgbClr val="7F7F7F"/>
                </a:solidFill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AE6F8F1-40CB-098C-BE30-C43E558EDE4C}"/>
              </a:ext>
            </a:extLst>
          </p:cNvPr>
          <p:cNvGrpSpPr/>
          <p:nvPr/>
        </p:nvGrpSpPr>
        <p:grpSpPr>
          <a:xfrm>
            <a:off x="3406032" y="4383302"/>
            <a:ext cx="2918085" cy="1370670"/>
            <a:chOff x="333115" y="2697892"/>
            <a:chExt cx="2918085" cy="1370670"/>
          </a:xfrm>
        </p:grpSpPr>
        <p:sp>
          <p:nvSpPr>
            <p:cNvPr id="34" name="Rectangle 16">
              <a:extLst>
                <a:ext uri="{FF2B5EF4-FFF2-40B4-BE49-F238E27FC236}">
                  <a16:creationId xmlns:a16="http://schemas.microsoft.com/office/drawing/2014/main" id="{3D1A9F6E-ACF0-4037-90FF-1396C1BBC12C}"/>
                </a:ext>
              </a:extLst>
            </p:cNvPr>
            <p:cNvSpPr/>
            <p:nvPr/>
          </p:nvSpPr>
          <p:spPr>
            <a:xfrm>
              <a:off x="333115" y="2697892"/>
              <a:ext cx="2918085" cy="1345054"/>
            </a:xfrm>
            <a:prstGeom prst="rect">
              <a:avLst/>
            </a:prstGeom>
            <a:solidFill>
              <a:srgbClr val="000000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E9F6D7D2-4A38-FF31-BED5-C8D88E1F6237}"/>
                </a:ext>
              </a:extLst>
            </p:cNvPr>
            <p:cNvSpPr txBox="1"/>
            <p:nvPr/>
          </p:nvSpPr>
          <p:spPr>
            <a:xfrm>
              <a:off x="397928" y="2796948"/>
              <a:ext cx="1659954" cy="86177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800" dirty="0">
                  <a:solidFill>
                    <a:srgbClr val="FFFFFF"/>
                  </a:solidFill>
                  <a:latin typeface="Arial" pitchFamily="34"/>
                  <a:ea typeface="Arial" pitchFamily="34"/>
                  <a:cs typeface="Arial" pitchFamily="34"/>
                </a:rPr>
                <a:t>(M111)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2800" b="0" i="0" u="none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Arial" pitchFamily="34"/>
                <a:cs typeface="Arial" pitchFamily="34"/>
              </a:endParaRPr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922E7C17-3662-5539-7C95-886AF09483FA}"/>
                </a:ext>
              </a:extLst>
            </p:cNvPr>
            <p:cNvSpPr txBox="1"/>
            <p:nvPr/>
          </p:nvSpPr>
          <p:spPr>
            <a:xfrm>
              <a:off x="422095" y="3580030"/>
              <a:ext cx="2300785" cy="48853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100" b="0" i="0" u="none" strike="noStrike" kern="1200" cap="none" spc="0" baseline="0" dirty="0">
                  <a:solidFill>
                    <a:schemeClr val="bg1"/>
                  </a:solidFill>
                  <a:uFillTx/>
                  <a:latin typeface="Georgia" pitchFamily="18"/>
                  <a:ea typeface="Georgia" pitchFamily="18"/>
                  <a:cs typeface="Georgia" pitchFamily="18"/>
                </a:rPr>
                <a:t>AI Can create more job opportunities</a:t>
              </a:r>
            </a:p>
            <a:p>
              <a:pPr marL="0" marR="0" lvl="0" indent="0" algn="l" defTabSz="914400" rtl="0" fontAlgn="auto" hangingPunct="1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050" b="0" i="0" u="none" strike="noStrike" kern="1200" cap="none" spc="0" baseline="0" dirty="0">
                <a:solidFill>
                  <a:srgbClr val="7F7F7F"/>
                </a:solidFill>
                <a:uFillTx/>
                <a:latin typeface="Georgia" pitchFamily="18"/>
                <a:ea typeface="Georgia" pitchFamily="18"/>
                <a:cs typeface="Georgia" pitchFamily="18"/>
              </a:endParaRPr>
            </a:p>
          </p:txBody>
        </p:sp>
      </p:grpSp>
      <p:sp>
        <p:nvSpPr>
          <p:cNvPr id="45" name="TextBox 4">
            <a:extLst>
              <a:ext uri="{FF2B5EF4-FFF2-40B4-BE49-F238E27FC236}">
                <a16:creationId xmlns:a16="http://schemas.microsoft.com/office/drawing/2014/main" id="{6A311E54-1E03-3FB8-D0B4-ED9B68B31D3C}"/>
              </a:ext>
            </a:extLst>
          </p:cNvPr>
          <p:cNvSpPr txBox="1"/>
          <p:nvPr/>
        </p:nvSpPr>
        <p:spPr>
          <a:xfrm>
            <a:off x="358075" y="2700263"/>
            <a:ext cx="6248314" cy="1436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/>
                <a:ea typeface="Arial" pitchFamily="34"/>
                <a:cs typeface="Arial" pitchFamily="34"/>
              </a:rPr>
              <a:t>BBC Audiences are more likely to agree</a:t>
            </a:r>
          </a:p>
        </p:txBody>
      </p:sp>
      <p:sp>
        <p:nvSpPr>
          <p:cNvPr id="12" name="Generated Footer 80">
            <a:extLst>
              <a:ext uri="{FF2B5EF4-FFF2-40B4-BE49-F238E27FC236}">
                <a16:creationId xmlns:a16="http://schemas.microsoft.com/office/drawing/2014/main" id="{638DE3CE-F7E5-139C-27AD-B5736D3D6A0D}"/>
              </a:ext>
            </a:extLst>
          </p:cNvPr>
          <p:cNvSpPr txBox="1"/>
          <p:nvPr/>
        </p:nvSpPr>
        <p:spPr>
          <a:xfrm>
            <a:off x="334963" y="6330000"/>
            <a:ext cx="11512588" cy="47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rmAutofit fontScale="95000"/>
          </a:bodyPr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Base: All Audiences (2374M) // BBC All Audiences (514M)</a:t>
            </a:r>
            <a:endParaRPr lang="en-GB" dirty="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Source: GWI Core Survey — Waves: Q1 2026, Q2 2026, Q3 2025, Q4 2025</a:t>
            </a:r>
            <a:endParaRPr lang="en-GB" dirty="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Markets: 51 Global Markets (Excl. China, Russia, UK)</a:t>
            </a:r>
            <a:endParaRPr lang="en-GB" dirty="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600" dirty="0">
                <a:latin typeface="Arial"/>
              </a:rPr>
              <a:t>Platform: BBC Cross Platform, Digital + TV (30 Day Reach)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0556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BC Insights - Audience Deck (Tagged)" id="{C14B4402-EABC-48AB-A2D7-114609E47D68}" vid="{A790B1F3-70F2-4762-BB82-D44D33C1B053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BC Insights - Audience Deck (Tagged)" id="{C14B4402-EABC-48AB-A2D7-114609E47D68}" vid="{46D206B2-B675-4A12-A3F0-05CDEB1D4EDD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BC Insights - Audience Deck (Tagged)" id="{C14B4402-EABC-48AB-A2D7-114609E47D68}" vid="{C3CF8813-C371-494E-887D-EDC3D29C06E9}"/>
    </a:ext>
  </a:extLst>
</a:theme>
</file>

<file path=ppt/theme/theme4.xml><?xml version="1.0" encoding="utf-8"?>
<a:theme xmlns:a="http://schemas.openxmlformats.org/drawingml/2006/main" name="1_STRATEGY AND OBJECTVES SLID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BC Insights - Audience Deck (Tagged)" id="{C14B4402-EABC-48AB-A2D7-114609E47D68}" vid="{184794F9-2F9A-4A48-A637-85902E7CD050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MEA RFP 2026 Deck V10" id="{1FFC99CB-34AA-E144-9FCF-B435FA061B8B}" vid="{85DA8D50-6F75-7243-8AB9-5F77E7F8F94C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36568</TotalTime>
  <Words>1385</Words>
  <Application>Microsoft Office PowerPoint</Application>
  <PresentationFormat>Widescreen</PresentationFormat>
  <Paragraphs>323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Aptos</vt:lpstr>
      <vt:lpstr>Arial</vt:lpstr>
      <vt:lpstr>Arial Light</vt:lpstr>
      <vt:lpstr>BBC Reith Sans</vt:lpstr>
      <vt:lpstr>BBC Reith Sans Light</vt:lpstr>
      <vt:lpstr>BBC Reith Serif</vt:lpstr>
      <vt:lpstr>Georgia</vt:lpstr>
      <vt:lpstr>Office Theme</vt:lpstr>
      <vt:lpstr>1_Office Theme</vt:lpstr>
      <vt:lpstr>2_Office Theme</vt:lpstr>
      <vt:lpstr>1_STRATEGY AND OBJECTVES SLIDES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Russ Martin</dc:creator>
  <cp:lastModifiedBy>Matthew Brand</cp:lastModifiedBy>
  <cp:revision>345</cp:revision>
  <dcterms:created xsi:type="dcterms:W3CDTF">2026-03-23T10:58:28Z</dcterms:created>
  <dcterms:modified xsi:type="dcterms:W3CDTF">2026-09-08T10:38:36Z</dcterms:modified>
</cp:coreProperties>
</file>